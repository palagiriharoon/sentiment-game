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256" r:id="rId2"/>
    <p:sldId id="258" r:id="rId3"/>
    <p:sldId id="260" r:id="rId4"/>
    <p:sldId id="259" r:id="rId5"/>
    <p:sldId id="297" r:id="rId6"/>
    <p:sldId id="261" r:id="rId7"/>
    <p:sldId id="262" r:id="rId8"/>
    <p:sldId id="298" r:id="rId9"/>
    <p:sldId id="299" r:id="rId10"/>
    <p:sldId id="264" r:id="rId11"/>
    <p:sldId id="300" r:id="rId12"/>
    <p:sldId id="266" r:id="rId13"/>
    <p:sldId id="301" r:id="rId14"/>
    <p:sldId id="302" r:id="rId15"/>
    <p:sldId id="267" r:id="rId16"/>
    <p:sldId id="303" r:id="rId17"/>
    <p:sldId id="304" r:id="rId18"/>
  </p:sldIdLst>
  <p:sldSz cx="9144000" cy="5143500" type="screen16x9"/>
  <p:notesSz cx="6858000" cy="9144000"/>
  <p:embeddedFontLst>
    <p:embeddedFont>
      <p:font typeface="Anaheim" pitchFamily="2" charset="77"/>
      <p:regular r:id="rId20"/>
      <p:bold r:id="rId21"/>
    </p:embeddedFont>
    <p:embeddedFont>
      <p:font typeface="Audiowide" panose="02000503000000020004" pitchFamily="2" charset="0"/>
      <p:regular r:id="rId22"/>
    </p:embeddedFont>
    <p:embeddedFont>
      <p:font typeface="Avenir Book" panose="02000503020000020003" pitchFamily="2" charset="0"/>
      <p:regular r:id="rId23"/>
      <p:italic r:id="rId24"/>
    </p:embeddedFont>
    <p:embeddedFont>
      <p:font typeface="Bebas Neue" panose="020B0606020202050201" pitchFamily="34" charset="77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52730E-EB42-484E-B456-6CC47348BF44}">
  <a:tblStyle styleId="{F652730E-EB42-484E-B456-6CC47348BF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>
        <p:scale>
          <a:sx n="144" d="100"/>
          <a:sy n="144" d="100"/>
        </p:scale>
        <p:origin x="832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f9a6fa3be7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f9a6fa3be7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f9a6fa3be7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f9a6fa3be7_0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f9a6fa3be7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f9a6fa3be7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BD0A92E4-4252-7F31-7D2F-69F27589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1d838b627_4_0:notes">
            <a:extLst>
              <a:ext uri="{FF2B5EF4-FFF2-40B4-BE49-F238E27FC236}">
                <a16:creationId xmlns:a16="http://schemas.microsoft.com/office/drawing/2014/main" id="{0537E455-57CC-92A0-71D7-F42CBC2B0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1d838b627_4_0:notes">
            <a:extLst>
              <a:ext uri="{FF2B5EF4-FFF2-40B4-BE49-F238E27FC236}">
                <a16:creationId xmlns:a16="http://schemas.microsoft.com/office/drawing/2014/main" id="{FF2B3596-EE3E-9054-0B9B-605E0F4FE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707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f9a6fa3be7_9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f9a6fa3be7_9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A4F6EC7B-865C-DB91-E0B2-715868CD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f9a6fa3be7_9_205:notes">
            <a:extLst>
              <a:ext uri="{FF2B5EF4-FFF2-40B4-BE49-F238E27FC236}">
                <a16:creationId xmlns:a16="http://schemas.microsoft.com/office/drawing/2014/main" id="{452C5CBD-73EF-9372-340E-4200807474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f9a6fa3be7_9_205:notes">
            <a:extLst>
              <a:ext uri="{FF2B5EF4-FFF2-40B4-BE49-F238E27FC236}">
                <a16:creationId xmlns:a16="http://schemas.microsoft.com/office/drawing/2014/main" id="{CAC4A8A1-6EF5-AAB0-A36F-792F53F08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9001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83A83A4E-B7ED-24C9-60CF-99C22413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1d838b627_4_0:notes">
            <a:extLst>
              <a:ext uri="{FF2B5EF4-FFF2-40B4-BE49-F238E27FC236}">
                <a16:creationId xmlns:a16="http://schemas.microsoft.com/office/drawing/2014/main" id="{35F6B563-382A-1D8B-1BBE-FB752A479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1d838b627_4_0:notes">
            <a:extLst>
              <a:ext uri="{FF2B5EF4-FFF2-40B4-BE49-F238E27FC236}">
                <a16:creationId xmlns:a16="http://schemas.microsoft.com/office/drawing/2014/main" id="{5FF1E650-1A68-CEF3-9DCB-A9EB6B6A9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1584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e1d838b627_4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e1d838b627_4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452FBA71-8091-59CA-967D-DEB5E348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1d838b627_4_0:notes">
            <a:extLst>
              <a:ext uri="{FF2B5EF4-FFF2-40B4-BE49-F238E27FC236}">
                <a16:creationId xmlns:a16="http://schemas.microsoft.com/office/drawing/2014/main" id="{7348A0FD-7A25-2E1F-254E-D8DD1D521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1d838b627_4_0:notes">
            <a:extLst>
              <a:ext uri="{FF2B5EF4-FFF2-40B4-BE49-F238E27FC236}">
                <a16:creationId xmlns:a16="http://schemas.microsoft.com/office/drawing/2014/main" id="{AA47D500-11E6-C393-8662-CBD137BAD3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8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>
          <a:extLst>
            <a:ext uri="{FF2B5EF4-FFF2-40B4-BE49-F238E27FC236}">
              <a16:creationId xmlns:a16="http://schemas.microsoft.com/office/drawing/2014/main" id="{5D8F8026-0637-ADB7-7E98-86710044B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e1d838b627_4_38:notes">
            <a:extLst>
              <a:ext uri="{FF2B5EF4-FFF2-40B4-BE49-F238E27FC236}">
                <a16:creationId xmlns:a16="http://schemas.microsoft.com/office/drawing/2014/main" id="{D97C3E05-FB01-953F-FC29-2C5701EA3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e1d838b627_4_38:notes">
            <a:extLst>
              <a:ext uri="{FF2B5EF4-FFF2-40B4-BE49-F238E27FC236}">
                <a16:creationId xmlns:a16="http://schemas.microsoft.com/office/drawing/2014/main" id="{D1F6A856-A347-CA3E-FA5A-4E56EE4103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303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380B8374-570F-5274-6190-39B8AB97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1d838b627_4_0:notes">
            <a:extLst>
              <a:ext uri="{FF2B5EF4-FFF2-40B4-BE49-F238E27FC236}">
                <a16:creationId xmlns:a16="http://schemas.microsoft.com/office/drawing/2014/main" id="{56E64A2D-8F0B-5133-D94F-C627B8F96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1d838b627_4_0:notes">
            <a:extLst>
              <a:ext uri="{FF2B5EF4-FFF2-40B4-BE49-F238E27FC236}">
                <a16:creationId xmlns:a16="http://schemas.microsoft.com/office/drawing/2014/main" id="{CBD8BC25-2C36-5F32-B8D1-389E27647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6003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e1d838b627_4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e1d838b627_4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B4DB3F1A-9D6D-46B6-8C5C-31623D19A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1d838b627_4_0:notes">
            <a:extLst>
              <a:ext uri="{FF2B5EF4-FFF2-40B4-BE49-F238E27FC236}">
                <a16:creationId xmlns:a16="http://schemas.microsoft.com/office/drawing/2014/main" id="{0B7A6AC8-BCD2-1FF4-ADFA-0136ED02B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1d838b627_4_0:notes">
            <a:extLst>
              <a:ext uri="{FF2B5EF4-FFF2-40B4-BE49-F238E27FC236}">
                <a16:creationId xmlns:a16="http://schemas.microsoft.com/office/drawing/2014/main" id="{D76D2592-94E6-3B1E-BB2B-55A905F5D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7223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28583" y="795588"/>
            <a:ext cx="6580200" cy="19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28585" y="454225"/>
            <a:ext cx="4365600" cy="60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508528" y="139158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6371172" y="20068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4873350"/>
            <a:ext cx="9144000" cy="276900"/>
          </a:xfrm>
          <a:prstGeom prst="rect">
            <a:avLst/>
          </a:prstGeom>
          <a:solidFill>
            <a:srgbClr val="FCB0B6"/>
          </a:solidFill>
          <a:ln w="28575" cap="flat" cmpd="sng">
            <a:solidFill>
              <a:srgbClr val="DE8C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 hasCustomPrompt="1"/>
          </p:nvPr>
        </p:nvSpPr>
        <p:spPr>
          <a:xfrm>
            <a:off x="3701400" y="1227075"/>
            <a:ext cx="17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764438" y="3132175"/>
            <a:ext cx="3615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/>
          </p:nvPr>
        </p:nvSpPr>
        <p:spPr>
          <a:xfrm>
            <a:off x="936600" y="2390375"/>
            <a:ext cx="727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/>
          <p:nvPr/>
        </p:nvSpPr>
        <p:spPr>
          <a:xfrm flipH="1">
            <a:off x="3495272" y="4330357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flipH="1">
            <a:off x="1637597" y="67978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 flipH="1">
            <a:off x="6736972" y="137433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1290750" y="3039838"/>
            <a:ext cx="29076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2"/>
          </p:nvPr>
        </p:nvSpPr>
        <p:spPr>
          <a:xfrm>
            <a:off x="4945625" y="3035378"/>
            <a:ext cx="29076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3"/>
          </p:nvPr>
        </p:nvSpPr>
        <p:spPr>
          <a:xfrm>
            <a:off x="1290750" y="3425150"/>
            <a:ext cx="29076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4"/>
          </p:nvPr>
        </p:nvSpPr>
        <p:spPr>
          <a:xfrm>
            <a:off x="4945625" y="3415211"/>
            <a:ext cx="29076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81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0" y="4873350"/>
            <a:ext cx="9144000" cy="276900"/>
          </a:xfrm>
          <a:prstGeom prst="rect">
            <a:avLst/>
          </a:prstGeom>
          <a:solidFill>
            <a:srgbClr val="FCB0B6"/>
          </a:solidFill>
          <a:ln w="28575" cap="flat" cmpd="sng">
            <a:solidFill>
              <a:srgbClr val="DE8C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-351803" y="3042144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948675" y="539500"/>
            <a:ext cx="1033310" cy="434867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 flipH="1">
            <a:off x="7853222" y="125773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-367903" y="101773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8010849" y="229628"/>
            <a:ext cx="736305" cy="309873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8309122" y="4169007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1565850" y="1796225"/>
            <a:ext cx="6012300" cy="9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1010600" y="1074575"/>
            <a:ext cx="7122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-367903" y="101773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8110322" y="400403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6944522" y="-251418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0" y="4873350"/>
            <a:ext cx="9144000" cy="2769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604050"/>
            <a:ext cx="6576000" cy="116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284000" y="3995525"/>
            <a:ext cx="6576000" cy="51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0" y="4873350"/>
            <a:ext cx="9144000" cy="276900"/>
          </a:xfrm>
          <a:prstGeom prst="rect">
            <a:avLst/>
          </a:prstGeom>
          <a:solidFill>
            <a:srgbClr val="FCB0B6"/>
          </a:solidFill>
          <a:ln w="28575" cap="flat" cmpd="sng">
            <a:solidFill>
              <a:srgbClr val="DE8C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 flipH="1">
            <a:off x="7622965" y="4099155"/>
            <a:ext cx="2266280" cy="1068893"/>
            <a:chOff x="3992750" y="3100500"/>
            <a:chExt cx="2894725" cy="1365300"/>
          </a:xfrm>
        </p:grpSpPr>
        <p:sp>
          <p:nvSpPr>
            <p:cNvPr id="82" name="Google Shape;82;p11"/>
            <p:cNvSpPr/>
            <p:nvPr/>
          </p:nvSpPr>
          <p:spPr>
            <a:xfrm>
              <a:off x="3992750" y="3100500"/>
              <a:ext cx="2894725" cy="1351700"/>
            </a:xfrm>
            <a:custGeom>
              <a:avLst/>
              <a:gdLst/>
              <a:ahLst/>
              <a:cxnLst/>
              <a:rect l="l" t="t" r="r" b="b"/>
              <a:pathLst>
                <a:path w="115789" h="54068" extrusionOk="0">
                  <a:moveTo>
                    <a:pt x="44708" y="1"/>
                  </a:moveTo>
                  <a:cubicBezTo>
                    <a:pt x="42863" y="1"/>
                    <a:pt x="40994" y="191"/>
                    <a:pt x="39172" y="549"/>
                  </a:cubicBezTo>
                  <a:cubicBezTo>
                    <a:pt x="36898" y="989"/>
                    <a:pt x="34660" y="1715"/>
                    <a:pt x="32576" y="2716"/>
                  </a:cubicBezTo>
                  <a:cubicBezTo>
                    <a:pt x="30480" y="3728"/>
                    <a:pt x="28540" y="5013"/>
                    <a:pt x="26849" y="6549"/>
                  </a:cubicBezTo>
                  <a:cubicBezTo>
                    <a:pt x="26004" y="7311"/>
                    <a:pt x="25194" y="8181"/>
                    <a:pt x="24468" y="9085"/>
                  </a:cubicBezTo>
                  <a:cubicBezTo>
                    <a:pt x="23527" y="10240"/>
                    <a:pt x="22825" y="11336"/>
                    <a:pt x="22289" y="12407"/>
                  </a:cubicBezTo>
                  <a:cubicBezTo>
                    <a:pt x="21979" y="13038"/>
                    <a:pt x="21694" y="13729"/>
                    <a:pt x="21491" y="14431"/>
                  </a:cubicBezTo>
                  <a:cubicBezTo>
                    <a:pt x="21313" y="15039"/>
                    <a:pt x="21182" y="15693"/>
                    <a:pt x="21086" y="16455"/>
                  </a:cubicBezTo>
                  <a:cubicBezTo>
                    <a:pt x="20955" y="17705"/>
                    <a:pt x="21039" y="19063"/>
                    <a:pt x="21348" y="20468"/>
                  </a:cubicBezTo>
                  <a:cubicBezTo>
                    <a:pt x="21610" y="21587"/>
                    <a:pt x="22027" y="22718"/>
                    <a:pt x="22622" y="23956"/>
                  </a:cubicBezTo>
                  <a:cubicBezTo>
                    <a:pt x="21967" y="23504"/>
                    <a:pt x="21217" y="23135"/>
                    <a:pt x="20420" y="22873"/>
                  </a:cubicBezTo>
                  <a:cubicBezTo>
                    <a:pt x="19384" y="22516"/>
                    <a:pt x="18288" y="22337"/>
                    <a:pt x="17157" y="22313"/>
                  </a:cubicBezTo>
                  <a:lnTo>
                    <a:pt x="17003" y="22313"/>
                  </a:lnTo>
                  <a:cubicBezTo>
                    <a:pt x="14955" y="22313"/>
                    <a:pt x="12823" y="22837"/>
                    <a:pt x="10871" y="23801"/>
                  </a:cubicBezTo>
                  <a:cubicBezTo>
                    <a:pt x="8823" y="24825"/>
                    <a:pt x="7180" y="26278"/>
                    <a:pt x="6144" y="27957"/>
                  </a:cubicBezTo>
                  <a:cubicBezTo>
                    <a:pt x="5120" y="29612"/>
                    <a:pt x="4572" y="31588"/>
                    <a:pt x="4537" y="33684"/>
                  </a:cubicBezTo>
                  <a:cubicBezTo>
                    <a:pt x="4501" y="35577"/>
                    <a:pt x="4918" y="37434"/>
                    <a:pt x="5727" y="39077"/>
                  </a:cubicBezTo>
                  <a:cubicBezTo>
                    <a:pt x="6323" y="40280"/>
                    <a:pt x="7156" y="41363"/>
                    <a:pt x="8144" y="42220"/>
                  </a:cubicBezTo>
                  <a:cubicBezTo>
                    <a:pt x="7882" y="42161"/>
                    <a:pt x="7609" y="42125"/>
                    <a:pt x="7251" y="42125"/>
                  </a:cubicBezTo>
                  <a:cubicBezTo>
                    <a:pt x="7061" y="42125"/>
                    <a:pt x="6906" y="42125"/>
                    <a:pt x="6727" y="42137"/>
                  </a:cubicBezTo>
                  <a:cubicBezTo>
                    <a:pt x="5870" y="42197"/>
                    <a:pt x="5001" y="42423"/>
                    <a:pt x="4203" y="42816"/>
                  </a:cubicBezTo>
                  <a:cubicBezTo>
                    <a:pt x="2691" y="43530"/>
                    <a:pt x="1453" y="44780"/>
                    <a:pt x="739" y="46328"/>
                  </a:cubicBezTo>
                  <a:cubicBezTo>
                    <a:pt x="143" y="47590"/>
                    <a:pt x="0" y="49007"/>
                    <a:pt x="310" y="50293"/>
                  </a:cubicBezTo>
                  <a:cubicBezTo>
                    <a:pt x="477" y="50995"/>
                    <a:pt x="786" y="51650"/>
                    <a:pt x="1239" y="52281"/>
                  </a:cubicBezTo>
                  <a:cubicBezTo>
                    <a:pt x="1679" y="52912"/>
                    <a:pt x="2286" y="53508"/>
                    <a:pt x="3048" y="54031"/>
                  </a:cubicBezTo>
                  <a:cubicBezTo>
                    <a:pt x="3060" y="54043"/>
                    <a:pt x="3096" y="54067"/>
                    <a:pt x="3108" y="54067"/>
                  </a:cubicBezTo>
                  <a:lnTo>
                    <a:pt x="112300" y="54067"/>
                  </a:lnTo>
                  <a:cubicBezTo>
                    <a:pt x="112395" y="53972"/>
                    <a:pt x="112479" y="53900"/>
                    <a:pt x="112574" y="53829"/>
                  </a:cubicBezTo>
                  <a:cubicBezTo>
                    <a:pt x="113265" y="53055"/>
                    <a:pt x="113860" y="52234"/>
                    <a:pt x="114324" y="51364"/>
                  </a:cubicBezTo>
                  <a:cubicBezTo>
                    <a:pt x="114789" y="50531"/>
                    <a:pt x="115134" y="49614"/>
                    <a:pt x="115372" y="48626"/>
                  </a:cubicBezTo>
                  <a:cubicBezTo>
                    <a:pt x="115789" y="46876"/>
                    <a:pt x="115753" y="44923"/>
                    <a:pt x="115265" y="43006"/>
                  </a:cubicBezTo>
                  <a:cubicBezTo>
                    <a:pt x="114812" y="41220"/>
                    <a:pt x="113955" y="39434"/>
                    <a:pt x="112765" y="37815"/>
                  </a:cubicBezTo>
                  <a:cubicBezTo>
                    <a:pt x="111574" y="36208"/>
                    <a:pt x="110098" y="34850"/>
                    <a:pt x="108407" y="33767"/>
                  </a:cubicBezTo>
                  <a:cubicBezTo>
                    <a:pt x="106585" y="32600"/>
                    <a:pt x="104430" y="31814"/>
                    <a:pt x="102180" y="31481"/>
                  </a:cubicBezTo>
                  <a:cubicBezTo>
                    <a:pt x="101477" y="31386"/>
                    <a:pt x="100763" y="31326"/>
                    <a:pt x="100061" y="31326"/>
                  </a:cubicBezTo>
                  <a:cubicBezTo>
                    <a:pt x="99608" y="31326"/>
                    <a:pt x="99132" y="31350"/>
                    <a:pt x="98656" y="31398"/>
                  </a:cubicBezTo>
                  <a:cubicBezTo>
                    <a:pt x="97572" y="31505"/>
                    <a:pt x="96453" y="31755"/>
                    <a:pt x="95346" y="32136"/>
                  </a:cubicBezTo>
                  <a:cubicBezTo>
                    <a:pt x="93679" y="32719"/>
                    <a:pt x="92060" y="33612"/>
                    <a:pt x="90393" y="34874"/>
                  </a:cubicBezTo>
                  <a:cubicBezTo>
                    <a:pt x="90536" y="34731"/>
                    <a:pt x="90643" y="34517"/>
                    <a:pt x="90798" y="34255"/>
                  </a:cubicBezTo>
                  <a:cubicBezTo>
                    <a:pt x="91321" y="33303"/>
                    <a:pt x="91690" y="32183"/>
                    <a:pt x="91869" y="30945"/>
                  </a:cubicBezTo>
                  <a:cubicBezTo>
                    <a:pt x="92048" y="29802"/>
                    <a:pt x="92048" y="28624"/>
                    <a:pt x="91881" y="27457"/>
                  </a:cubicBezTo>
                  <a:cubicBezTo>
                    <a:pt x="91738" y="26397"/>
                    <a:pt x="91440" y="25349"/>
                    <a:pt x="91000" y="24337"/>
                  </a:cubicBezTo>
                  <a:cubicBezTo>
                    <a:pt x="90190" y="22432"/>
                    <a:pt x="88881" y="20682"/>
                    <a:pt x="87130" y="19122"/>
                  </a:cubicBezTo>
                  <a:cubicBezTo>
                    <a:pt x="86333" y="18408"/>
                    <a:pt x="85440" y="17741"/>
                    <a:pt x="84451" y="17146"/>
                  </a:cubicBezTo>
                  <a:cubicBezTo>
                    <a:pt x="83523" y="16586"/>
                    <a:pt x="82535" y="16098"/>
                    <a:pt x="81523" y="15717"/>
                  </a:cubicBezTo>
                  <a:cubicBezTo>
                    <a:pt x="80511" y="15336"/>
                    <a:pt x="79487" y="15050"/>
                    <a:pt x="78439" y="14872"/>
                  </a:cubicBezTo>
                  <a:cubicBezTo>
                    <a:pt x="77724" y="14753"/>
                    <a:pt x="76998" y="14693"/>
                    <a:pt x="76260" y="14693"/>
                  </a:cubicBezTo>
                  <a:cubicBezTo>
                    <a:pt x="75998" y="14693"/>
                    <a:pt x="75748" y="14693"/>
                    <a:pt x="75498" y="14705"/>
                  </a:cubicBezTo>
                  <a:cubicBezTo>
                    <a:pt x="74498" y="14765"/>
                    <a:pt x="73486" y="14943"/>
                    <a:pt x="72462" y="15217"/>
                  </a:cubicBezTo>
                  <a:cubicBezTo>
                    <a:pt x="71474" y="15479"/>
                    <a:pt x="70509" y="15872"/>
                    <a:pt x="69569" y="16372"/>
                  </a:cubicBezTo>
                  <a:cubicBezTo>
                    <a:pt x="68235" y="17086"/>
                    <a:pt x="67068" y="18063"/>
                    <a:pt x="66235" y="19146"/>
                  </a:cubicBezTo>
                  <a:cubicBezTo>
                    <a:pt x="66342" y="18753"/>
                    <a:pt x="66402" y="18325"/>
                    <a:pt x="66437" y="17848"/>
                  </a:cubicBezTo>
                  <a:cubicBezTo>
                    <a:pt x="66521" y="16813"/>
                    <a:pt x="66449" y="15741"/>
                    <a:pt x="66235" y="14622"/>
                  </a:cubicBezTo>
                  <a:cubicBezTo>
                    <a:pt x="65854" y="12657"/>
                    <a:pt x="64949" y="10657"/>
                    <a:pt x="63580" y="8835"/>
                  </a:cubicBezTo>
                  <a:cubicBezTo>
                    <a:pt x="62306" y="7121"/>
                    <a:pt x="60675" y="5573"/>
                    <a:pt x="58734" y="4216"/>
                  </a:cubicBezTo>
                  <a:cubicBezTo>
                    <a:pt x="56924" y="2942"/>
                    <a:pt x="54912" y="1930"/>
                    <a:pt x="52805" y="1215"/>
                  </a:cubicBezTo>
                  <a:cubicBezTo>
                    <a:pt x="51828" y="882"/>
                    <a:pt x="50793" y="620"/>
                    <a:pt x="49685" y="418"/>
                  </a:cubicBezTo>
                  <a:cubicBezTo>
                    <a:pt x="48530" y="227"/>
                    <a:pt x="47352" y="96"/>
                    <a:pt x="46173" y="37"/>
                  </a:cubicBezTo>
                  <a:cubicBezTo>
                    <a:pt x="45649" y="25"/>
                    <a:pt x="45173" y="1"/>
                    <a:pt x="44708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1"/>
            <p:cNvSpPr/>
            <p:nvPr/>
          </p:nvSpPr>
          <p:spPr>
            <a:xfrm>
              <a:off x="4810400" y="3189200"/>
              <a:ext cx="345900" cy="432525"/>
            </a:xfrm>
            <a:custGeom>
              <a:avLst/>
              <a:gdLst/>
              <a:ahLst/>
              <a:cxnLst/>
              <a:rect l="l" t="t" r="r" b="b"/>
              <a:pathLst>
                <a:path w="13836" h="17301" extrusionOk="0">
                  <a:moveTo>
                    <a:pt x="1358" y="13265"/>
                  </a:moveTo>
                  <a:cubicBezTo>
                    <a:pt x="1358" y="13312"/>
                    <a:pt x="1370" y="13348"/>
                    <a:pt x="1370" y="13395"/>
                  </a:cubicBezTo>
                  <a:cubicBezTo>
                    <a:pt x="1370" y="13336"/>
                    <a:pt x="1370" y="13288"/>
                    <a:pt x="1358" y="13265"/>
                  </a:cubicBezTo>
                  <a:close/>
                  <a:moveTo>
                    <a:pt x="10931" y="1"/>
                  </a:moveTo>
                  <a:cubicBezTo>
                    <a:pt x="10538" y="13"/>
                    <a:pt x="10145" y="49"/>
                    <a:pt x="9752" y="96"/>
                  </a:cubicBezTo>
                  <a:cubicBezTo>
                    <a:pt x="8681" y="191"/>
                    <a:pt x="7645" y="572"/>
                    <a:pt x="6668" y="1013"/>
                  </a:cubicBezTo>
                  <a:cubicBezTo>
                    <a:pt x="5704" y="1465"/>
                    <a:pt x="4811" y="2073"/>
                    <a:pt x="3978" y="2751"/>
                  </a:cubicBezTo>
                  <a:cubicBezTo>
                    <a:pt x="3239" y="3370"/>
                    <a:pt x="2585" y="4085"/>
                    <a:pt x="2049" y="4883"/>
                  </a:cubicBezTo>
                  <a:cubicBezTo>
                    <a:pt x="1632" y="5525"/>
                    <a:pt x="1299" y="6240"/>
                    <a:pt x="1001" y="6954"/>
                  </a:cubicBezTo>
                  <a:cubicBezTo>
                    <a:pt x="680" y="7752"/>
                    <a:pt x="453" y="8573"/>
                    <a:pt x="287" y="9419"/>
                  </a:cubicBezTo>
                  <a:cubicBezTo>
                    <a:pt x="144" y="10240"/>
                    <a:pt x="49" y="11074"/>
                    <a:pt x="25" y="11907"/>
                  </a:cubicBezTo>
                  <a:cubicBezTo>
                    <a:pt x="1" y="12729"/>
                    <a:pt x="96" y="13550"/>
                    <a:pt x="322" y="14336"/>
                  </a:cubicBezTo>
                  <a:cubicBezTo>
                    <a:pt x="477" y="14896"/>
                    <a:pt x="715" y="15420"/>
                    <a:pt x="1049" y="15908"/>
                  </a:cubicBezTo>
                  <a:cubicBezTo>
                    <a:pt x="1406" y="16432"/>
                    <a:pt x="1823" y="16860"/>
                    <a:pt x="2323" y="17217"/>
                  </a:cubicBezTo>
                  <a:cubicBezTo>
                    <a:pt x="2401" y="17274"/>
                    <a:pt x="2493" y="17301"/>
                    <a:pt x="2585" y="17301"/>
                  </a:cubicBezTo>
                  <a:cubicBezTo>
                    <a:pt x="2743" y="17301"/>
                    <a:pt x="2903" y="17222"/>
                    <a:pt x="3001" y="17086"/>
                  </a:cubicBezTo>
                  <a:cubicBezTo>
                    <a:pt x="3144" y="16860"/>
                    <a:pt x="3073" y="16586"/>
                    <a:pt x="2858" y="16420"/>
                  </a:cubicBezTo>
                  <a:cubicBezTo>
                    <a:pt x="2787" y="16360"/>
                    <a:pt x="2704" y="16301"/>
                    <a:pt x="2620" y="16241"/>
                  </a:cubicBezTo>
                  <a:cubicBezTo>
                    <a:pt x="2418" y="16062"/>
                    <a:pt x="2239" y="15848"/>
                    <a:pt x="2073" y="15634"/>
                  </a:cubicBezTo>
                  <a:cubicBezTo>
                    <a:pt x="1906" y="15360"/>
                    <a:pt x="1763" y="15098"/>
                    <a:pt x="1656" y="14800"/>
                  </a:cubicBezTo>
                  <a:cubicBezTo>
                    <a:pt x="1513" y="14336"/>
                    <a:pt x="1418" y="13872"/>
                    <a:pt x="1358" y="13395"/>
                  </a:cubicBezTo>
                  <a:cubicBezTo>
                    <a:pt x="1311" y="12622"/>
                    <a:pt x="1358" y="11848"/>
                    <a:pt x="1477" y="11074"/>
                  </a:cubicBezTo>
                  <a:cubicBezTo>
                    <a:pt x="1596" y="10514"/>
                    <a:pt x="1763" y="9978"/>
                    <a:pt x="1954" y="9443"/>
                  </a:cubicBezTo>
                  <a:cubicBezTo>
                    <a:pt x="2144" y="8883"/>
                    <a:pt x="2370" y="8347"/>
                    <a:pt x="2620" y="7835"/>
                  </a:cubicBezTo>
                  <a:cubicBezTo>
                    <a:pt x="2966" y="7157"/>
                    <a:pt x="3358" y="6526"/>
                    <a:pt x="3835" y="5942"/>
                  </a:cubicBezTo>
                  <a:cubicBezTo>
                    <a:pt x="4335" y="5371"/>
                    <a:pt x="4906" y="4883"/>
                    <a:pt x="5514" y="4442"/>
                  </a:cubicBezTo>
                  <a:cubicBezTo>
                    <a:pt x="6276" y="3942"/>
                    <a:pt x="7073" y="3525"/>
                    <a:pt x="7919" y="3216"/>
                  </a:cubicBezTo>
                  <a:cubicBezTo>
                    <a:pt x="8835" y="2906"/>
                    <a:pt x="9752" y="2680"/>
                    <a:pt x="10705" y="2573"/>
                  </a:cubicBezTo>
                  <a:cubicBezTo>
                    <a:pt x="11098" y="2561"/>
                    <a:pt x="11490" y="2561"/>
                    <a:pt x="11883" y="2561"/>
                  </a:cubicBezTo>
                  <a:lnTo>
                    <a:pt x="12479" y="2561"/>
                  </a:lnTo>
                  <a:cubicBezTo>
                    <a:pt x="12526" y="2573"/>
                    <a:pt x="12562" y="2573"/>
                    <a:pt x="12610" y="2597"/>
                  </a:cubicBezTo>
                  <a:cubicBezTo>
                    <a:pt x="12632" y="2598"/>
                    <a:pt x="12653" y="2598"/>
                    <a:pt x="12675" y="2598"/>
                  </a:cubicBezTo>
                  <a:cubicBezTo>
                    <a:pt x="12863" y="2598"/>
                    <a:pt x="13033" y="2552"/>
                    <a:pt x="13193" y="2477"/>
                  </a:cubicBezTo>
                  <a:cubicBezTo>
                    <a:pt x="13443" y="2335"/>
                    <a:pt x="13657" y="2096"/>
                    <a:pt x="13741" y="1823"/>
                  </a:cubicBezTo>
                  <a:cubicBezTo>
                    <a:pt x="13836" y="1537"/>
                    <a:pt x="13812" y="1204"/>
                    <a:pt x="13669" y="942"/>
                  </a:cubicBezTo>
                  <a:cubicBezTo>
                    <a:pt x="13550" y="703"/>
                    <a:pt x="13300" y="453"/>
                    <a:pt x="13026" y="394"/>
                  </a:cubicBezTo>
                  <a:cubicBezTo>
                    <a:pt x="12800" y="346"/>
                    <a:pt x="12610" y="239"/>
                    <a:pt x="12383" y="180"/>
                  </a:cubicBezTo>
                  <a:cubicBezTo>
                    <a:pt x="12086" y="108"/>
                    <a:pt x="11788" y="61"/>
                    <a:pt x="11490" y="37"/>
                  </a:cubicBezTo>
                  <a:cubicBezTo>
                    <a:pt x="11300" y="13"/>
                    <a:pt x="11121" y="1"/>
                    <a:pt x="10931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1"/>
            <p:cNvSpPr/>
            <p:nvPr/>
          </p:nvSpPr>
          <p:spPr>
            <a:xfrm>
              <a:off x="5203325" y="3207075"/>
              <a:ext cx="59550" cy="58075"/>
            </a:xfrm>
            <a:custGeom>
              <a:avLst/>
              <a:gdLst/>
              <a:ahLst/>
              <a:cxnLst/>
              <a:rect l="l" t="t" r="r" b="b"/>
              <a:pathLst>
                <a:path w="2382" h="2323" extrusionOk="0">
                  <a:moveTo>
                    <a:pt x="1250" y="0"/>
                  </a:moveTo>
                  <a:cubicBezTo>
                    <a:pt x="619" y="12"/>
                    <a:pt x="60" y="453"/>
                    <a:pt x="36" y="1096"/>
                  </a:cubicBezTo>
                  <a:cubicBezTo>
                    <a:pt x="0" y="1715"/>
                    <a:pt x="500" y="2322"/>
                    <a:pt x="1131" y="2322"/>
                  </a:cubicBezTo>
                  <a:cubicBezTo>
                    <a:pt x="1762" y="2322"/>
                    <a:pt x="2310" y="1893"/>
                    <a:pt x="2358" y="1227"/>
                  </a:cubicBezTo>
                  <a:cubicBezTo>
                    <a:pt x="2381" y="608"/>
                    <a:pt x="1893" y="0"/>
                    <a:pt x="1250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1"/>
            <p:cNvSpPr/>
            <p:nvPr/>
          </p:nvSpPr>
          <p:spPr>
            <a:xfrm>
              <a:off x="5314950" y="3515150"/>
              <a:ext cx="292600" cy="160775"/>
            </a:xfrm>
            <a:custGeom>
              <a:avLst/>
              <a:gdLst/>
              <a:ahLst/>
              <a:cxnLst/>
              <a:rect l="l" t="t" r="r" b="b"/>
              <a:pathLst>
                <a:path w="11704" h="6431" extrusionOk="0">
                  <a:moveTo>
                    <a:pt x="3691" y="0"/>
                  </a:moveTo>
                  <a:cubicBezTo>
                    <a:pt x="3655" y="36"/>
                    <a:pt x="3596" y="36"/>
                    <a:pt x="3548" y="36"/>
                  </a:cubicBezTo>
                  <a:cubicBezTo>
                    <a:pt x="3000" y="48"/>
                    <a:pt x="2441" y="107"/>
                    <a:pt x="1905" y="227"/>
                  </a:cubicBezTo>
                  <a:cubicBezTo>
                    <a:pt x="1357" y="346"/>
                    <a:pt x="833" y="536"/>
                    <a:pt x="345" y="774"/>
                  </a:cubicBezTo>
                  <a:lnTo>
                    <a:pt x="167" y="869"/>
                  </a:lnTo>
                  <a:cubicBezTo>
                    <a:pt x="36" y="941"/>
                    <a:pt x="0" y="1119"/>
                    <a:pt x="83" y="1239"/>
                  </a:cubicBezTo>
                  <a:cubicBezTo>
                    <a:pt x="136" y="1321"/>
                    <a:pt x="217" y="1356"/>
                    <a:pt x="302" y="1356"/>
                  </a:cubicBezTo>
                  <a:cubicBezTo>
                    <a:pt x="352" y="1356"/>
                    <a:pt x="404" y="1344"/>
                    <a:pt x="452" y="1322"/>
                  </a:cubicBezTo>
                  <a:lnTo>
                    <a:pt x="714" y="1191"/>
                  </a:lnTo>
                  <a:cubicBezTo>
                    <a:pt x="1179" y="989"/>
                    <a:pt x="1667" y="846"/>
                    <a:pt x="2179" y="762"/>
                  </a:cubicBezTo>
                  <a:cubicBezTo>
                    <a:pt x="2484" y="719"/>
                    <a:pt x="2794" y="693"/>
                    <a:pt x="3108" y="693"/>
                  </a:cubicBezTo>
                  <a:cubicBezTo>
                    <a:pt x="3308" y="693"/>
                    <a:pt x="3511" y="703"/>
                    <a:pt x="3715" y="727"/>
                  </a:cubicBezTo>
                  <a:cubicBezTo>
                    <a:pt x="4310" y="810"/>
                    <a:pt x="4882" y="953"/>
                    <a:pt x="5453" y="1167"/>
                  </a:cubicBezTo>
                  <a:cubicBezTo>
                    <a:pt x="5763" y="1286"/>
                    <a:pt x="6060" y="1429"/>
                    <a:pt x="6358" y="1596"/>
                  </a:cubicBezTo>
                  <a:cubicBezTo>
                    <a:pt x="6668" y="1762"/>
                    <a:pt x="6953" y="1965"/>
                    <a:pt x="7239" y="2155"/>
                  </a:cubicBezTo>
                  <a:cubicBezTo>
                    <a:pt x="7846" y="2608"/>
                    <a:pt x="8382" y="3155"/>
                    <a:pt x="8870" y="3739"/>
                  </a:cubicBezTo>
                  <a:cubicBezTo>
                    <a:pt x="9311" y="4275"/>
                    <a:pt x="9668" y="4834"/>
                    <a:pt x="9966" y="5465"/>
                  </a:cubicBezTo>
                  <a:cubicBezTo>
                    <a:pt x="10025" y="5608"/>
                    <a:pt x="10073" y="5763"/>
                    <a:pt x="10144" y="5894"/>
                  </a:cubicBezTo>
                  <a:cubicBezTo>
                    <a:pt x="10216" y="6084"/>
                    <a:pt x="10323" y="6251"/>
                    <a:pt x="10513" y="6346"/>
                  </a:cubicBezTo>
                  <a:cubicBezTo>
                    <a:pt x="10631" y="6401"/>
                    <a:pt x="10758" y="6430"/>
                    <a:pt x="10889" y="6430"/>
                  </a:cubicBezTo>
                  <a:cubicBezTo>
                    <a:pt x="10958" y="6430"/>
                    <a:pt x="11027" y="6422"/>
                    <a:pt x="11097" y="6406"/>
                  </a:cubicBezTo>
                  <a:cubicBezTo>
                    <a:pt x="11490" y="6287"/>
                    <a:pt x="11704" y="5846"/>
                    <a:pt x="11597" y="5453"/>
                  </a:cubicBezTo>
                  <a:cubicBezTo>
                    <a:pt x="11454" y="4870"/>
                    <a:pt x="11192" y="4322"/>
                    <a:pt x="10894" y="3798"/>
                  </a:cubicBezTo>
                  <a:cubicBezTo>
                    <a:pt x="10597" y="3275"/>
                    <a:pt x="10216" y="2810"/>
                    <a:pt x="9799" y="2382"/>
                  </a:cubicBezTo>
                  <a:cubicBezTo>
                    <a:pt x="9382" y="1965"/>
                    <a:pt x="8894" y="1608"/>
                    <a:pt x="8394" y="1298"/>
                  </a:cubicBezTo>
                  <a:cubicBezTo>
                    <a:pt x="8180" y="1167"/>
                    <a:pt x="7941" y="1024"/>
                    <a:pt x="7691" y="905"/>
                  </a:cubicBezTo>
                  <a:cubicBezTo>
                    <a:pt x="7418" y="774"/>
                    <a:pt x="7120" y="655"/>
                    <a:pt x="6822" y="548"/>
                  </a:cubicBezTo>
                  <a:cubicBezTo>
                    <a:pt x="5822" y="179"/>
                    <a:pt x="4763" y="0"/>
                    <a:pt x="3691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4549675" y="4443825"/>
              <a:ext cx="2232725" cy="21975"/>
            </a:xfrm>
            <a:custGeom>
              <a:avLst/>
              <a:gdLst/>
              <a:ahLst/>
              <a:cxnLst/>
              <a:rect l="l" t="t" r="r" b="b"/>
              <a:pathLst>
                <a:path w="89309" h="879" extrusionOk="0">
                  <a:moveTo>
                    <a:pt x="64508" y="1"/>
                  </a:moveTo>
                  <a:cubicBezTo>
                    <a:pt x="62925" y="13"/>
                    <a:pt x="61305" y="13"/>
                    <a:pt x="59686" y="13"/>
                  </a:cubicBezTo>
                  <a:cubicBezTo>
                    <a:pt x="54412" y="36"/>
                    <a:pt x="49125" y="60"/>
                    <a:pt x="43863" y="72"/>
                  </a:cubicBezTo>
                  <a:cubicBezTo>
                    <a:pt x="41315" y="96"/>
                    <a:pt x="38767" y="108"/>
                    <a:pt x="36207" y="108"/>
                  </a:cubicBezTo>
                  <a:cubicBezTo>
                    <a:pt x="33814" y="108"/>
                    <a:pt x="31409" y="108"/>
                    <a:pt x="29004" y="120"/>
                  </a:cubicBezTo>
                  <a:cubicBezTo>
                    <a:pt x="26813" y="120"/>
                    <a:pt x="24610" y="120"/>
                    <a:pt x="22431" y="132"/>
                  </a:cubicBezTo>
                  <a:cubicBezTo>
                    <a:pt x="20145" y="156"/>
                    <a:pt x="17859" y="167"/>
                    <a:pt x="15585" y="191"/>
                  </a:cubicBezTo>
                  <a:cubicBezTo>
                    <a:pt x="10668" y="251"/>
                    <a:pt x="5739" y="239"/>
                    <a:pt x="833" y="286"/>
                  </a:cubicBezTo>
                  <a:cubicBezTo>
                    <a:pt x="607" y="286"/>
                    <a:pt x="369" y="286"/>
                    <a:pt x="155" y="298"/>
                  </a:cubicBezTo>
                  <a:cubicBezTo>
                    <a:pt x="71" y="298"/>
                    <a:pt x="0" y="358"/>
                    <a:pt x="0" y="453"/>
                  </a:cubicBezTo>
                  <a:cubicBezTo>
                    <a:pt x="0" y="525"/>
                    <a:pt x="60" y="596"/>
                    <a:pt x="155" y="596"/>
                  </a:cubicBezTo>
                  <a:cubicBezTo>
                    <a:pt x="5013" y="656"/>
                    <a:pt x="9894" y="656"/>
                    <a:pt x="14776" y="691"/>
                  </a:cubicBezTo>
                  <a:cubicBezTo>
                    <a:pt x="17097" y="703"/>
                    <a:pt x="19431" y="727"/>
                    <a:pt x="21765" y="751"/>
                  </a:cubicBezTo>
                  <a:cubicBezTo>
                    <a:pt x="23979" y="763"/>
                    <a:pt x="26182" y="763"/>
                    <a:pt x="28385" y="763"/>
                  </a:cubicBezTo>
                  <a:cubicBezTo>
                    <a:pt x="30718" y="763"/>
                    <a:pt x="33052" y="775"/>
                    <a:pt x="35397" y="775"/>
                  </a:cubicBezTo>
                  <a:cubicBezTo>
                    <a:pt x="37981" y="775"/>
                    <a:pt x="40577" y="787"/>
                    <a:pt x="43160" y="810"/>
                  </a:cubicBezTo>
                  <a:cubicBezTo>
                    <a:pt x="48387" y="834"/>
                    <a:pt x="53626" y="846"/>
                    <a:pt x="58853" y="870"/>
                  </a:cubicBezTo>
                  <a:cubicBezTo>
                    <a:pt x="60252" y="876"/>
                    <a:pt x="61651" y="879"/>
                    <a:pt x="63047" y="879"/>
                  </a:cubicBezTo>
                  <a:cubicBezTo>
                    <a:pt x="64443" y="879"/>
                    <a:pt x="65836" y="876"/>
                    <a:pt x="67223" y="870"/>
                  </a:cubicBezTo>
                  <a:cubicBezTo>
                    <a:pt x="69604" y="870"/>
                    <a:pt x="72009" y="846"/>
                    <a:pt x="74390" y="834"/>
                  </a:cubicBezTo>
                  <a:cubicBezTo>
                    <a:pt x="76843" y="822"/>
                    <a:pt x="79284" y="787"/>
                    <a:pt x="81736" y="763"/>
                  </a:cubicBezTo>
                  <a:cubicBezTo>
                    <a:pt x="82915" y="751"/>
                    <a:pt x="84070" y="751"/>
                    <a:pt x="85249" y="727"/>
                  </a:cubicBezTo>
                  <a:cubicBezTo>
                    <a:pt x="86297" y="715"/>
                    <a:pt x="87332" y="703"/>
                    <a:pt x="88356" y="691"/>
                  </a:cubicBezTo>
                  <a:lnTo>
                    <a:pt x="89059" y="691"/>
                  </a:lnTo>
                  <a:cubicBezTo>
                    <a:pt x="89190" y="691"/>
                    <a:pt x="89309" y="572"/>
                    <a:pt x="89309" y="429"/>
                  </a:cubicBezTo>
                  <a:cubicBezTo>
                    <a:pt x="89309" y="298"/>
                    <a:pt x="89190" y="179"/>
                    <a:pt x="89059" y="179"/>
                  </a:cubicBezTo>
                  <a:cubicBezTo>
                    <a:pt x="88023" y="179"/>
                    <a:pt x="86975" y="167"/>
                    <a:pt x="85939" y="156"/>
                  </a:cubicBezTo>
                  <a:cubicBezTo>
                    <a:pt x="84761" y="132"/>
                    <a:pt x="83582" y="132"/>
                    <a:pt x="82403" y="120"/>
                  </a:cubicBezTo>
                  <a:cubicBezTo>
                    <a:pt x="79951" y="108"/>
                    <a:pt x="77486" y="60"/>
                    <a:pt x="75021" y="48"/>
                  </a:cubicBezTo>
                  <a:cubicBezTo>
                    <a:pt x="72700" y="25"/>
                    <a:pt x="70366" y="13"/>
                    <a:pt x="68032" y="1"/>
                  </a:cubicBezTo>
                  <a:close/>
                </a:path>
              </a:pathLst>
            </a:custGeom>
            <a:solidFill>
              <a:srgbClr val="B8E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4789275" y="4063125"/>
              <a:ext cx="102125" cy="49150"/>
            </a:xfrm>
            <a:custGeom>
              <a:avLst/>
              <a:gdLst/>
              <a:ahLst/>
              <a:cxnLst/>
              <a:rect l="l" t="t" r="r" b="b"/>
              <a:pathLst>
                <a:path w="4085" h="1966" extrusionOk="0">
                  <a:moveTo>
                    <a:pt x="2037" y="1"/>
                  </a:moveTo>
                  <a:cubicBezTo>
                    <a:pt x="905" y="1"/>
                    <a:pt x="1" y="453"/>
                    <a:pt x="1" y="989"/>
                  </a:cubicBezTo>
                  <a:cubicBezTo>
                    <a:pt x="1" y="1537"/>
                    <a:pt x="905" y="1965"/>
                    <a:pt x="2037" y="1965"/>
                  </a:cubicBezTo>
                  <a:cubicBezTo>
                    <a:pt x="3156" y="1965"/>
                    <a:pt x="4073" y="1525"/>
                    <a:pt x="4084" y="989"/>
                  </a:cubicBezTo>
                  <a:cubicBezTo>
                    <a:pt x="4084" y="441"/>
                    <a:pt x="3168" y="1"/>
                    <a:pt x="2037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5521225" y="4057175"/>
              <a:ext cx="110150" cy="53000"/>
            </a:xfrm>
            <a:custGeom>
              <a:avLst/>
              <a:gdLst/>
              <a:ahLst/>
              <a:cxnLst/>
              <a:rect l="l" t="t" r="r" b="b"/>
              <a:pathLst>
                <a:path w="4406" h="2120" extrusionOk="0">
                  <a:moveTo>
                    <a:pt x="2203" y="1"/>
                  </a:moveTo>
                  <a:cubicBezTo>
                    <a:pt x="976" y="1"/>
                    <a:pt x="0" y="477"/>
                    <a:pt x="0" y="1060"/>
                  </a:cubicBezTo>
                  <a:cubicBezTo>
                    <a:pt x="0" y="1644"/>
                    <a:pt x="1000" y="2120"/>
                    <a:pt x="2203" y="2120"/>
                  </a:cubicBezTo>
                  <a:cubicBezTo>
                    <a:pt x="3405" y="2120"/>
                    <a:pt x="4393" y="1644"/>
                    <a:pt x="4405" y="1060"/>
                  </a:cubicBezTo>
                  <a:cubicBezTo>
                    <a:pt x="4405" y="477"/>
                    <a:pt x="3417" y="1"/>
                    <a:pt x="2203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11"/>
          <p:cNvSpPr/>
          <p:nvPr/>
        </p:nvSpPr>
        <p:spPr>
          <a:xfrm flipH="1">
            <a:off x="-324032" y="2183509"/>
            <a:ext cx="1845060" cy="776490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1"/>
          <p:cNvSpPr/>
          <p:nvPr/>
        </p:nvSpPr>
        <p:spPr>
          <a:xfrm flipH="1">
            <a:off x="7298943" y="721072"/>
            <a:ext cx="1845060" cy="776490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91;p11"/>
          <p:cNvGrpSpPr/>
          <p:nvPr/>
        </p:nvGrpSpPr>
        <p:grpSpPr>
          <a:xfrm>
            <a:off x="-745260" y="4099155"/>
            <a:ext cx="2266280" cy="1068893"/>
            <a:chOff x="3992750" y="3100500"/>
            <a:chExt cx="2894725" cy="1365300"/>
          </a:xfrm>
        </p:grpSpPr>
        <p:sp>
          <p:nvSpPr>
            <p:cNvPr id="92" name="Google Shape;92;p11"/>
            <p:cNvSpPr/>
            <p:nvPr/>
          </p:nvSpPr>
          <p:spPr>
            <a:xfrm>
              <a:off x="3992750" y="3100500"/>
              <a:ext cx="2894725" cy="1351700"/>
            </a:xfrm>
            <a:custGeom>
              <a:avLst/>
              <a:gdLst/>
              <a:ahLst/>
              <a:cxnLst/>
              <a:rect l="l" t="t" r="r" b="b"/>
              <a:pathLst>
                <a:path w="115789" h="54068" extrusionOk="0">
                  <a:moveTo>
                    <a:pt x="44708" y="1"/>
                  </a:moveTo>
                  <a:cubicBezTo>
                    <a:pt x="42863" y="1"/>
                    <a:pt x="40994" y="191"/>
                    <a:pt x="39172" y="549"/>
                  </a:cubicBezTo>
                  <a:cubicBezTo>
                    <a:pt x="36898" y="989"/>
                    <a:pt x="34660" y="1715"/>
                    <a:pt x="32576" y="2716"/>
                  </a:cubicBezTo>
                  <a:cubicBezTo>
                    <a:pt x="30480" y="3728"/>
                    <a:pt x="28540" y="5013"/>
                    <a:pt x="26849" y="6549"/>
                  </a:cubicBezTo>
                  <a:cubicBezTo>
                    <a:pt x="26004" y="7311"/>
                    <a:pt x="25194" y="8181"/>
                    <a:pt x="24468" y="9085"/>
                  </a:cubicBezTo>
                  <a:cubicBezTo>
                    <a:pt x="23527" y="10240"/>
                    <a:pt x="22825" y="11336"/>
                    <a:pt x="22289" y="12407"/>
                  </a:cubicBezTo>
                  <a:cubicBezTo>
                    <a:pt x="21979" y="13038"/>
                    <a:pt x="21694" y="13729"/>
                    <a:pt x="21491" y="14431"/>
                  </a:cubicBezTo>
                  <a:cubicBezTo>
                    <a:pt x="21313" y="15039"/>
                    <a:pt x="21182" y="15693"/>
                    <a:pt x="21086" y="16455"/>
                  </a:cubicBezTo>
                  <a:cubicBezTo>
                    <a:pt x="20955" y="17705"/>
                    <a:pt x="21039" y="19063"/>
                    <a:pt x="21348" y="20468"/>
                  </a:cubicBezTo>
                  <a:cubicBezTo>
                    <a:pt x="21610" y="21587"/>
                    <a:pt x="22027" y="22718"/>
                    <a:pt x="22622" y="23956"/>
                  </a:cubicBezTo>
                  <a:cubicBezTo>
                    <a:pt x="21967" y="23504"/>
                    <a:pt x="21217" y="23135"/>
                    <a:pt x="20420" y="22873"/>
                  </a:cubicBezTo>
                  <a:cubicBezTo>
                    <a:pt x="19384" y="22516"/>
                    <a:pt x="18288" y="22337"/>
                    <a:pt x="17157" y="22313"/>
                  </a:cubicBezTo>
                  <a:lnTo>
                    <a:pt x="17003" y="22313"/>
                  </a:lnTo>
                  <a:cubicBezTo>
                    <a:pt x="14955" y="22313"/>
                    <a:pt x="12823" y="22837"/>
                    <a:pt x="10871" y="23801"/>
                  </a:cubicBezTo>
                  <a:cubicBezTo>
                    <a:pt x="8823" y="24825"/>
                    <a:pt x="7180" y="26278"/>
                    <a:pt x="6144" y="27957"/>
                  </a:cubicBezTo>
                  <a:cubicBezTo>
                    <a:pt x="5120" y="29612"/>
                    <a:pt x="4572" y="31588"/>
                    <a:pt x="4537" y="33684"/>
                  </a:cubicBezTo>
                  <a:cubicBezTo>
                    <a:pt x="4501" y="35577"/>
                    <a:pt x="4918" y="37434"/>
                    <a:pt x="5727" y="39077"/>
                  </a:cubicBezTo>
                  <a:cubicBezTo>
                    <a:pt x="6323" y="40280"/>
                    <a:pt x="7156" y="41363"/>
                    <a:pt x="8144" y="42220"/>
                  </a:cubicBezTo>
                  <a:cubicBezTo>
                    <a:pt x="7882" y="42161"/>
                    <a:pt x="7609" y="42125"/>
                    <a:pt x="7251" y="42125"/>
                  </a:cubicBezTo>
                  <a:cubicBezTo>
                    <a:pt x="7061" y="42125"/>
                    <a:pt x="6906" y="42125"/>
                    <a:pt x="6727" y="42137"/>
                  </a:cubicBezTo>
                  <a:cubicBezTo>
                    <a:pt x="5870" y="42197"/>
                    <a:pt x="5001" y="42423"/>
                    <a:pt x="4203" y="42816"/>
                  </a:cubicBezTo>
                  <a:cubicBezTo>
                    <a:pt x="2691" y="43530"/>
                    <a:pt x="1453" y="44780"/>
                    <a:pt x="739" y="46328"/>
                  </a:cubicBezTo>
                  <a:cubicBezTo>
                    <a:pt x="143" y="47590"/>
                    <a:pt x="0" y="49007"/>
                    <a:pt x="310" y="50293"/>
                  </a:cubicBezTo>
                  <a:cubicBezTo>
                    <a:pt x="477" y="50995"/>
                    <a:pt x="786" y="51650"/>
                    <a:pt x="1239" y="52281"/>
                  </a:cubicBezTo>
                  <a:cubicBezTo>
                    <a:pt x="1679" y="52912"/>
                    <a:pt x="2286" y="53508"/>
                    <a:pt x="3048" y="54031"/>
                  </a:cubicBezTo>
                  <a:cubicBezTo>
                    <a:pt x="3060" y="54043"/>
                    <a:pt x="3096" y="54067"/>
                    <a:pt x="3108" y="54067"/>
                  </a:cubicBezTo>
                  <a:lnTo>
                    <a:pt x="112300" y="54067"/>
                  </a:lnTo>
                  <a:cubicBezTo>
                    <a:pt x="112395" y="53972"/>
                    <a:pt x="112479" y="53900"/>
                    <a:pt x="112574" y="53829"/>
                  </a:cubicBezTo>
                  <a:cubicBezTo>
                    <a:pt x="113265" y="53055"/>
                    <a:pt x="113860" y="52234"/>
                    <a:pt x="114324" y="51364"/>
                  </a:cubicBezTo>
                  <a:cubicBezTo>
                    <a:pt x="114789" y="50531"/>
                    <a:pt x="115134" y="49614"/>
                    <a:pt x="115372" y="48626"/>
                  </a:cubicBezTo>
                  <a:cubicBezTo>
                    <a:pt x="115789" y="46876"/>
                    <a:pt x="115753" y="44923"/>
                    <a:pt x="115265" y="43006"/>
                  </a:cubicBezTo>
                  <a:cubicBezTo>
                    <a:pt x="114812" y="41220"/>
                    <a:pt x="113955" y="39434"/>
                    <a:pt x="112765" y="37815"/>
                  </a:cubicBezTo>
                  <a:cubicBezTo>
                    <a:pt x="111574" y="36208"/>
                    <a:pt x="110098" y="34850"/>
                    <a:pt x="108407" y="33767"/>
                  </a:cubicBezTo>
                  <a:cubicBezTo>
                    <a:pt x="106585" y="32600"/>
                    <a:pt x="104430" y="31814"/>
                    <a:pt x="102180" y="31481"/>
                  </a:cubicBezTo>
                  <a:cubicBezTo>
                    <a:pt x="101477" y="31386"/>
                    <a:pt x="100763" y="31326"/>
                    <a:pt x="100061" y="31326"/>
                  </a:cubicBezTo>
                  <a:cubicBezTo>
                    <a:pt x="99608" y="31326"/>
                    <a:pt x="99132" y="31350"/>
                    <a:pt x="98656" y="31398"/>
                  </a:cubicBezTo>
                  <a:cubicBezTo>
                    <a:pt x="97572" y="31505"/>
                    <a:pt x="96453" y="31755"/>
                    <a:pt x="95346" y="32136"/>
                  </a:cubicBezTo>
                  <a:cubicBezTo>
                    <a:pt x="93679" y="32719"/>
                    <a:pt x="92060" y="33612"/>
                    <a:pt x="90393" y="34874"/>
                  </a:cubicBezTo>
                  <a:cubicBezTo>
                    <a:pt x="90536" y="34731"/>
                    <a:pt x="90643" y="34517"/>
                    <a:pt x="90798" y="34255"/>
                  </a:cubicBezTo>
                  <a:cubicBezTo>
                    <a:pt x="91321" y="33303"/>
                    <a:pt x="91690" y="32183"/>
                    <a:pt x="91869" y="30945"/>
                  </a:cubicBezTo>
                  <a:cubicBezTo>
                    <a:pt x="92048" y="29802"/>
                    <a:pt x="92048" y="28624"/>
                    <a:pt x="91881" y="27457"/>
                  </a:cubicBezTo>
                  <a:cubicBezTo>
                    <a:pt x="91738" y="26397"/>
                    <a:pt x="91440" y="25349"/>
                    <a:pt x="91000" y="24337"/>
                  </a:cubicBezTo>
                  <a:cubicBezTo>
                    <a:pt x="90190" y="22432"/>
                    <a:pt x="88881" y="20682"/>
                    <a:pt x="87130" y="19122"/>
                  </a:cubicBezTo>
                  <a:cubicBezTo>
                    <a:pt x="86333" y="18408"/>
                    <a:pt x="85440" y="17741"/>
                    <a:pt x="84451" y="17146"/>
                  </a:cubicBezTo>
                  <a:cubicBezTo>
                    <a:pt x="83523" y="16586"/>
                    <a:pt x="82535" y="16098"/>
                    <a:pt x="81523" y="15717"/>
                  </a:cubicBezTo>
                  <a:cubicBezTo>
                    <a:pt x="80511" y="15336"/>
                    <a:pt x="79487" y="15050"/>
                    <a:pt x="78439" y="14872"/>
                  </a:cubicBezTo>
                  <a:cubicBezTo>
                    <a:pt x="77724" y="14753"/>
                    <a:pt x="76998" y="14693"/>
                    <a:pt x="76260" y="14693"/>
                  </a:cubicBezTo>
                  <a:cubicBezTo>
                    <a:pt x="75998" y="14693"/>
                    <a:pt x="75748" y="14693"/>
                    <a:pt x="75498" y="14705"/>
                  </a:cubicBezTo>
                  <a:cubicBezTo>
                    <a:pt x="74498" y="14765"/>
                    <a:pt x="73486" y="14943"/>
                    <a:pt x="72462" y="15217"/>
                  </a:cubicBezTo>
                  <a:cubicBezTo>
                    <a:pt x="71474" y="15479"/>
                    <a:pt x="70509" y="15872"/>
                    <a:pt x="69569" y="16372"/>
                  </a:cubicBezTo>
                  <a:cubicBezTo>
                    <a:pt x="68235" y="17086"/>
                    <a:pt x="67068" y="18063"/>
                    <a:pt x="66235" y="19146"/>
                  </a:cubicBezTo>
                  <a:cubicBezTo>
                    <a:pt x="66342" y="18753"/>
                    <a:pt x="66402" y="18325"/>
                    <a:pt x="66437" y="17848"/>
                  </a:cubicBezTo>
                  <a:cubicBezTo>
                    <a:pt x="66521" y="16813"/>
                    <a:pt x="66449" y="15741"/>
                    <a:pt x="66235" y="14622"/>
                  </a:cubicBezTo>
                  <a:cubicBezTo>
                    <a:pt x="65854" y="12657"/>
                    <a:pt x="64949" y="10657"/>
                    <a:pt x="63580" y="8835"/>
                  </a:cubicBezTo>
                  <a:cubicBezTo>
                    <a:pt x="62306" y="7121"/>
                    <a:pt x="60675" y="5573"/>
                    <a:pt x="58734" y="4216"/>
                  </a:cubicBezTo>
                  <a:cubicBezTo>
                    <a:pt x="56924" y="2942"/>
                    <a:pt x="54912" y="1930"/>
                    <a:pt x="52805" y="1215"/>
                  </a:cubicBezTo>
                  <a:cubicBezTo>
                    <a:pt x="51828" y="882"/>
                    <a:pt x="50793" y="620"/>
                    <a:pt x="49685" y="418"/>
                  </a:cubicBezTo>
                  <a:cubicBezTo>
                    <a:pt x="48530" y="227"/>
                    <a:pt x="47352" y="96"/>
                    <a:pt x="46173" y="37"/>
                  </a:cubicBezTo>
                  <a:cubicBezTo>
                    <a:pt x="45649" y="25"/>
                    <a:pt x="45173" y="1"/>
                    <a:pt x="44708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4810400" y="3189200"/>
              <a:ext cx="345900" cy="432525"/>
            </a:xfrm>
            <a:custGeom>
              <a:avLst/>
              <a:gdLst/>
              <a:ahLst/>
              <a:cxnLst/>
              <a:rect l="l" t="t" r="r" b="b"/>
              <a:pathLst>
                <a:path w="13836" h="17301" extrusionOk="0">
                  <a:moveTo>
                    <a:pt x="1358" y="13265"/>
                  </a:moveTo>
                  <a:cubicBezTo>
                    <a:pt x="1358" y="13312"/>
                    <a:pt x="1370" y="13348"/>
                    <a:pt x="1370" y="13395"/>
                  </a:cubicBezTo>
                  <a:cubicBezTo>
                    <a:pt x="1370" y="13336"/>
                    <a:pt x="1370" y="13288"/>
                    <a:pt x="1358" y="13265"/>
                  </a:cubicBezTo>
                  <a:close/>
                  <a:moveTo>
                    <a:pt x="10931" y="1"/>
                  </a:moveTo>
                  <a:cubicBezTo>
                    <a:pt x="10538" y="13"/>
                    <a:pt x="10145" y="49"/>
                    <a:pt x="9752" y="96"/>
                  </a:cubicBezTo>
                  <a:cubicBezTo>
                    <a:pt x="8681" y="191"/>
                    <a:pt x="7645" y="572"/>
                    <a:pt x="6668" y="1013"/>
                  </a:cubicBezTo>
                  <a:cubicBezTo>
                    <a:pt x="5704" y="1465"/>
                    <a:pt x="4811" y="2073"/>
                    <a:pt x="3978" y="2751"/>
                  </a:cubicBezTo>
                  <a:cubicBezTo>
                    <a:pt x="3239" y="3370"/>
                    <a:pt x="2585" y="4085"/>
                    <a:pt x="2049" y="4883"/>
                  </a:cubicBezTo>
                  <a:cubicBezTo>
                    <a:pt x="1632" y="5525"/>
                    <a:pt x="1299" y="6240"/>
                    <a:pt x="1001" y="6954"/>
                  </a:cubicBezTo>
                  <a:cubicBezTo>
                    <a:pt x="680" y="7752"/>
                    <a:pt x="453" y="8573"/>
                    <a:pt x="287" y="9419"/>
                  </a:cubicBezTo>
                  <a:cubicBezTo>
                    <a:pt x="144" y="10240"/>
                    <a:pt x="49" y="11074"/>
                    <a:pt x="25" y="11907"/>
                  </a:cubicBezTo>
                  <a:cubicBezTo>
                    <a:pt x="1" y="12729"/>
                    <a:pt x="96" y="13550"/>
                    <a:pt x="322" y="14336"/>
                  </a:cubicBezTo>
                  <a:cubicBezTo>
                    <a:pt x="477" y="14896"/>
                    <a:pt x="715" y="15420"/>
                    <a:pt x="1049" y="15908"/>
                  </a:cubicBezTo>
                  <a:cubicBezTo>
                    <a:pt x="1406" y="16432"/>
                    <a:pt x="1823" y="16860"/>
                    <a:pt x="2323" y="17217"/>
                  </a:cubicBezTo>
                  <a:cubicBezTo>
                    <a:pt x="2401" y="17274"/>
                    <a:pt x="2493" y="17301"/>
                    <a:pt x="2585" y="17301"/>
                  </a:cubicBezTo>
                  <a:cubicBezTo>
                    <a:pt x="2743" y="17301"/>
                    <a:pt x="2903" y="17222"/>
                    <a:pt x="3001" y="17086"/>
                  </a:cubicBezTo>
                  <a:cubicBezTo>
                    <a:pt x="3144" y="16860"/>
                    <a:pt x="3073" y="16586"/>
                    <a:pt x="2858" y="16420"/>
                  </a:cubicBezTo>
                  <a:cubicBezTo>
                    <a:pt x="2787" y="16360"/>
                    <a:pt x="2704" y="16301"/>
                    <a:pt x="2620" y="16241"/>
                  </a:cubicBezTo>
                  <a:cubicBezTo>
                    <a:pt x="2418" y="16062"/>
                    <a:pt x="2239" y="15848"/>
                    <a:pt x="2073" y="15634"/>
                  </a:cubicBezTo>
                  <a:cubicBezTo>
                    <a:pt x="1906" y="15360"/>
                    <a:pt x="1763" y="15098"/>
                    <a:pt x="1656" y="14800"/>
                  </a:cubicBezTo>
                  <a:cubicBezTo>
                    <a:pt x="1513" y="14336"/>
                    <a:pt x="1418" y="13872"/>
                    <a:pt x="1358" y="13395"/>
                  </a:cubicBezTo>
                  <a:cubicBezTo>
                    <a:pt x="1311" y="12622"/>
                    <a:pt x="1358" y="11848"/>
                    <a:pt x="1477" y="11074"/>
                  </a:cubicBezTo>
                  <a:cubicBezTo>
                    <a:pt x="1596" y="10514"/>
                    <a:pt x="1763" y="9978"/>
                    <a:pt x="1954" y="9443"/>
                  </a:cubicBezTo>
                  <a:cubicBezTo>
                    <a:pt x="2144" y="8883"/>
                    <a:pt x="2370" y="8347"/>
                    <a:pt x="2620" y="7835"/>
                  </a:cubicBezTo>
                  <a:cubicBezTo>
                    <a:pt x="2966" y="7157"/>
                    <a:pt x="3358" y="6526"/>
                    <a:pt x="3835" y="5942"/>
                  </a:cubicBezTo>
                  <a:cubicBezTo>
                    <a:pt x="4335" y="5371"/>
                    <a:pt x="4906" y="4883"/>
                    <a:pt x="5514" y="4442"/>
                  </a:cubicBezTo>
                  <a:cubicBezTo>
                    <a:pt x="6276" y="3942"/>
                    <a:pt x="7073" y="3525"/>
                    <a:pt x="7919" y="3216"/>
                  </a:cubicBezTo>
                  <a:cubicBezTo>
                    <a:pt x="8835" y="2906"/>
                    <a:pt x="9752" y="2680"/>
                    <a:pt x="10705" y="2573"/>
                  </a:cubicBezTo>
                  <a:cubicBezTo>
                    <a:pt x="11098" y="2561"/>
                    <a:pt x="11490" y="2561"/>
                    <a:pt x="11883" y="2561"/>
                  </a:cubicBezTo>
                  <a:lnTo>
                    <a:pt x="12479" y="2561"/>
                  </a:lnTo>
                  <a:cubicBezTo>
                    <a:pt x="12526" y="2573"/>
                    <a:pt x="12562" y="2573"/>
                    <a:pt x="12610" y="2597"/>
                  </a:cubicBezTo>
                  <a:cubicBezTo>
                    <a:pt x="12632" y="2598"/>
                    <a:pt x="12653" y="2598"/>
                    <a:pt x="12675" y="2598"/>
                  </a:cubicBezTo>
                  <a:cubicBezTo>
                    <a:pt x="12863" y="2598"/>
                    <a:pt x="13033" y="2552"/>
                    <a:pt x="13193" y="2477"/>
                  </a:cubicBezTo>
                  <a:cubicBezTo>
                    <a:pt x="13443" y="2335"/>
                    <a:pt x="13657" y="2096"/>
                    <a:pt x="13741" y="1823"/>
                  </a:cubicBezTo>
                  <a:cubicBezTo>
                    <a:pt x="13836" y="1537"/>
                    <a:pt x="13812" y="1204"/>
                    <a:pt x="13669" y="942"/>
                  </a:cubicBezTo>
                  <a:cubicBezTo>
                    <a:pt x="13550" y="703"/>
                    <a:pt x="13300" y="453"/>
                    <a:pt x="13026" y="394"/>
                  </a:cubicBezTo>
                  <a:cubicBezTo>
                    <a:pt x="12800" y="346"/>
                    <a:pt x="12610" y="239"/>
                    <a:pt x="12383" y="180"/>
                  </a:cubicBezTo>
                  <a:cubicBezTo>
                    <a:pt x="12086" y="108"/>
                    <a:pt x="11788" y="61"/>
                    <a:pt x="11490" y="37"/>
                  </a:cubicBezTo>
                  <a:cubicBezTo>
                    <a:pt x="11300" y="13"/>
                    <a:pt x="11121" y="1"/>
                    <a:pt x="10931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5203325" y="3207075"/>
              <a:ext cx="59550" cy="58075"/>
            </a:xfrm>
            <a:custGeom>
              <a:avLst/>
              <a:gdLst/>
              <a:ahLst/>
              <a:cxnLst/>
              <a:rect l="l" t="t" r="r" b="b"/>
              <a:pathLst>
                <a:path w="2382" h="2323" extrusionOk="0">
                  <a:moveTo>
                    <a:pt x="1250" y="0"/>
                  </a:moveTo>
                  <a:cubicBezTo>
                    <a:pt x="619" y="12"/>
                    <a:pt x="60" y="453"/>
                    <a:pt x="36" y="1096"/>
                  </a:cubicBezTo>
                  <a:cubicBezTo>
                    <a:pt x="0" y="1715"/>
                    <a:pt x="500" y="2322"/>
                    <a:pt x="1131" y="2322"/>
                  </a:cubicBezTo>
                  <a:cubicBezTo>
                    <a:pt x="1762" y="2322"/>
                    <a:pt x="2310" y="1893"/>
                    <a:pt x="2358" y="1227"/>
                  </a:cubicBezTo>
                  <a:cubicBezTo>
                    <a:pt x="2381" y="608"/>
                    <a:pt x="1893" y="0"/>
                    <a:pt x="1250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5314950" y="3515150"/>
              <a:ext cx="292600" cy="160775"/>
            </a:xfrm>
            <a:custGeom>
              <a:avLst/>
              <a:gdLst/>
              <a:ahLst/>
              <a:cxnLst/>
              <a:rect l="l" t="t" r="r" b="b"/>
              <a:pathLst>
                <a:path w="11704" h="6431" extrusionOk="0">
                  <a:moveTo>
                    <a:pt x="3691" y="0"/>
                  </a:moveTo>
                  <a:cubicBezTo>
                    <a:pt x="3655" y="36"/>
                    <a:pt x="3596" y="36"/>
                    <a:pt x="3548" y="36"/>
                  </a:cubicBezTo>
                  <a:cubicBezTo>
                    <a:pt x="3000" y="48"/>
                    <a:pt x="2441" y="107"/>
                    <a:pt x="1905" y="227"/>
                  </a:cubicBezTo>
                  <a:cubicBezTo>
                    <a:pt x="1357" y="346"/>
                    <a:pt x="833" y="536"/>
                    <a:pt x="345" y="774"/>
                  </a:cubicBezTo>
                  <a:lnTo>
                    <a:pt x="167" y="869"/>
                  </a:lnTo>
                  <a:cubicBezTo>
                    <a:pt x="36" y="941"/>
                    <a:pt x="0" y="1119"/>
                    <a:pt x="83" y="1239"/>
                  </a:cubicBezTo>
                  <a:cubicBezTo>
                    <a:pt x="136" y="1321"/>
                    <a:pt x="217" y="1356"/>
                    <a:pt x="302" y="1356"/>
                  </a:cubicBezTo>
                  <a:cubicBezTo>
                    <a:pt x="352" y="1356"/>
                    <a:pt x="404" y="1344"/>
                    <a:pt x="452" y="1322"/>
                  </a:cubicBezTo>
                  <a:lnTo>
                    <a:pt x="714" y="1191"/>
                  </a:lnTo>
                  <a:cubicBezTo>
                    <a:pt x="1179" y="989"/>
                    <a:pt x="1667" y="846"/>
                    <a:pt x="2179" y="762"/>
                  </a:cubicBezTo>
                  <a:cubicBezTo>
                    <a:pt x="2484" y="719"/>
                    <a:pt x="2794" y="693"/>
                    <a:pt x="3108" y="693"/>
                  </a:cubicBezTo>
                  <a:cubicBezTo>
                    <a:pt x="3308" y="693"/>
                    <a:pt x="3511" y="703"/>
                    <a:pt x="3715" y="727"/>
                  </a:cubicBezTo>
                  <a:cubicBezTo>
                    <a:pt x="4310" y="810"/>
                    <a:pt x="4882" y="953"/>
                    <a:pt x="5453" y="1167"/>
                  </a:cubicBezTo>
                  <a:cubicBezTo>
                    <a:pt x="5763" y="1286"/>
                    <a:pt x="6060" y="1429"/>
                    <a:pt x="6358" y="1596"/>
                  </a:cubicBezTo>
                  <a:cubicBezTo>
                    <a:pt x="6668" y="1762"/>
                    <a:pt x="6953" y="1965"/>
                    <a:pt x="7239" y="2155"/>
                  </a:cubicBezTo>
                  <a:cubicBezTo>
                    <a:pt x="7846" y="2608"/>
                    <a:pt x="8382" y="3155"/>
                    <a:pt x="8870" y="3739"/>
                  </a:cubicBezTo>
                  <a:cubicBezTo>
                    <a:pt x="9311" y="4275"/>
                    <a:pt x="9668" y="4834"/>
                    <a:pt x="9966" y="5465"/>
                  </a:cubicBezTo>
                  <a:cubicBezTo>
                    <a:pt x="10025" y="5608"/>
                    <a:pt x="10073" y="5763"/>
                    <a:pt x="10144" y="5894"/>
                  </a:cubicBezTo>
                  <a:cubicBezTo>
                    <a:pt x="10216" y="6084"/>
                    <a:pt x="10323" y="6251"/>
                    <a:pt x="10513" y="6346"/>
                  </a:cubicBezTo>
                  <a:cubicBezTo>
                    <a:pt x="10631" y="6401"/>
                    <a:pt x="10758" y="6430"/>
                    <a:pt x="10889" y="6430"/>
                  </a:cubicBezTo>
                  <a:cubicBezTo>
                    <a:pt x="10958" y="6430"/>
                    <a:pt x="11027" y="6422"/>
                    <a:pt x="11097" y="6406"/>
                  </a:cubicBezTo>
                  <a:cubicBezTo>
                    <a:pt x="11490" y="6287"/>
                    <a:pt x="11704" y="5846"/>
                    <a:pt x="11597" y="5453"/>
                  </a:cubicBezTo>
                  <a:cubicBezTo>
                    <a:pt x="11454" y="4870"/>
                    <a:pt x="11192" y="4322"/>
                    <a:pt x="10894" y="3798"/>
                  </a:cubicBezTo>
                  <a:cubicBezTo>
                    <a:pt x="10597" y="3275"/>
                    <a:pt x="10216" y="2810"/>
                    <a:pt x="9799" y="2382"/>
                  </a:cubicBezTo>
                  <a:cubicBezTo>
                    <a:pt x="9382" y="1965"/>
                    <a:pt x="8894" y="1608"/>
                    <a:pt x="8394" y="1298"/>
                  </a:cubicBezTo>
                  <a:cubicBezTo>
                    <a:pt x="8180" y="1167"/>
                    <a:pt x="7941" y="1024"/>
                    <a:pt x="7691" y="905"/>
                  </a:cubicBezTo>
                  <a:cubicBezTo>
                    <a:pt x="7418" y="774"/>
                    <a:pt x="7120" y="655"/>
                    <a:pt x="6822" y="548"/>
                  </a:cubicBezTo>
                  <a:cubicBezTo>
                    <a:pt x="5822" y="179"/>
                    <a:pt x="4763" y="0"/>
                    <a:pt x="3691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4549675" y="4443825"/>
              <a:ext cx="2232725" cy="21975"/>
            </a:xfrm>
            <a:custGeom>
              <a:avLst/>
              <a:gdLst/>
              <a:ahLst/>
              <a:cxnLst/>
              <a:rect l="l" t="t" r="r" b="b"/>
              <a:pathLst>
                <a:path w="89309" h="879" extrusionOk="0">
                  <a:moveTo>
                    <a:pt x="64508" y="1"/>
                  </a:moveTo>
                  <a:cubicBezTo>
                    <a:pt x="62925" y="13"/>
                    <a:pt x="61305" y="13"/>
                    <a:pt x="59686" y="13"/>
                  </a:cubicBezTo>
                  <a:cubicBezTo>
                    <a:pt x="54412" y="36"/>
                    <a:pt x="49125" y="60"/>
                    <a:pt x="43863" y="72"/>
                  </a:cubicBezTo>
                  <a:cubicBezTo>
                    <a:pt x="41315" y="96"/>
                    <a:pt x="38767" y="108"/>
                    <a:pt x="36207" y="108"/>
                  </a:cubicBezTo>
                  <a:cubicBezTo>
                    <a:pt x="33814" y="108"/>
                    <a:pt x="31409" y="108"/>
                    <a:pt x="29004" y="120"/>
                  </a:cubicBezTo>
                  <a:cubicBezTo>
                    <a:pt x="26813" y="120"/>
                    <a:pt x="24610" y="120"/>
                    <a:pt x="22431" y="132"/>
                  </a:cubicBezTo>
                  <a:cubicBezTo>
                    <a:pt x="20145" y="156"/>
                    <a:pt x="17859" y="167"/>
                    <a:pt x="15585" y="191"/>
                  </a:cubicBezTo>
                  <a:cubicBezTo>
                    <a:pt x="10668" y="251"/>
                    <a:pt x="5739" y="239"/>
                    <a:pt x="833" y="286"/>
                  </a:cubicBezTo>
                  <a:cubicBezTo>
                    <a:pt x="607" y="286"/>
                    <a:pt x="369" y="286"/>
                    <a:pt x="155" y="298"/>
                  </a:cubicBezTo>
                  <a:cubicBezTo>
                    <a:pt x="71" y="298"/>
                    <a:pt x="0" y="358"/>
                    <a:pt x="0" y="453"/>
                  </a:cubicBezTo>
                  <a:cubicBezTo>
                    <a:pt x="0" y="525"/>
                    <a:pt x="60" y="596"/>
                    <a:pt x="155" y="596"/>
                  </a:cubicBezTo>
                  <a:cubicBezTo>
                    <a:pt x="5013" y="656"/>
                    <a:pt x="9894" y="656"/>
                    <a:pt x="14776" y="691"/>
                  </a:cubicBezTo>
                  <a:cubicBezTo>
                    <a:pt x="17097" y="703"/>
                    <a:pt x="19431" y="727"/>
                    <a:pt x="21765" y="751"/>
                  </a:cubicBezTo>
                  <a:cubicBezTo>
                    <a:pt x="23979" y="763"/>
                    <a:pt x="26182" y="763"/>
                    <a:pt x="28385" y="763"/>
                  </a:cubicBezTo>
                  <a:cubicBezTo>
                    <a:pt x="30718" y="763"/>
                    <a:pt x="33052" y="775"/>
                    <a:pt x="35397" y="775"/>
                  </a:cubicBezTo>
                  <a:cubicBezTo>
                    <a:pt x="37981" y="775"/>
                    <a:pt x="40577" y="787"/>
                    <a:pt x="43160" y="810"/>
                  </a:cubicBezTo>
                  <a:cubicBezTo>
                    <a:pt x="48387" y="834"/>
                    <a:pt x="53626" y="846"/>
                    <a:pt x="58853" y="870"/>
                  </a:cubicBezTo>
                  <a:cubicBezTo>
                    <a:pt x="60252" y="876"/>
                    <a:pt x="61651" y="879"/>
                    <a:pt x="63047" y="879"/>
                  </a:cubicBezTo>
                  <a:cubicBezTo>
                    <a:pt x="64443" y="879"/>
                    <a:pt x="65836" y="876"/>
                    <a:pt x="67223" y="870"/>
                  </a:cubicBezTo>
                  <a:cubicBezTo>
                    <a:pt x="69604" y="870"/>
                    <a:pt x="72009" y="846"/>
                    <a:pt x="74390" y="834"/>
                  </a:cubicBezTo>
                  <a:cubicBezTo>
                    <a:pt x="76843" y="822"/>
                    <a:pt x="79284" y="787"/>
                    <a:pt x="81736" y="763"/>
                  </a:cubicBezTo>
                  <a:cubicBezTo>
                    <a:pt x="82915" y="751"/>
                    <a:pt x="84070" y="751"/>
                    <a:pt x="85249" y="727"/>
                  </a:cubicBezTo>
                  <a:cubicBezTo>
                    <a:pt x="86297" y="715"/>
                    <a:pt x="87332" y="703"/>
                    <a:pt x="88356" y="691"/>
                  </a:cubicBezTo>
                  <a:lnTo>
                    <a:pt x="89059" y="691"/>
                  </a:lnTo>
                  <a:cubicBezTo>
                    <a:pt x="89190" y="691"/>
                    <a:pt x="89309" y="572"/>
                    <a:pt x="89309" y="429"/>
                  </a:cubicBezTo>
                  <a:cubicBezTo>
                    <a:pt x="89309" y="298"/>
                    <a:pt x="89190" y="179"/>
                    <a:pt x="89059" y="179"/>
                  </a:cubicBezTo>
                  <a:cubicBezTo>
                    <a:pt x="88023" y="179"/>
                    <a:pt x="86975" y="167"/>
                    <a:pt x="85939" y="156"/>
                  </a:cubicBezTo>
                  <a:cubicBezTo>
                    <a:pt x="84761" y="132"/>
                    <a:pt x="83582" y="132"/>
                    <a:pt x="82403" y="120"/>
                  </a:cubicBezTo>
                  <a:cubicBezTo>
                    <a:pt x="79951" y="108"/>
                    <a:pt x="77486" y="60"/>
                    <a:pt x="75021" y="48"/>
                  </a:cubicBezTo>
                  <a:cubicBezTo>
                    <a:pt x="72700" y="25"/>
                    <a:pt x="70366" y="13"/>
                    <a:pt x="68032" y="1"/>
                  </a:cubicBezTo>
                  <a:close/>
                </a:path>
              </a:pathLst>
            </a:custGeom>
            <a:solidFill>
              <a:srgbClr val="B8E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4789275" y="4063125"/>
              <a:ext cx="102125" cy="49150"/>
            </a:xfrm>
            <a:custGeom>
              <a:avLst/>
              <a:gdLst/>
              <a:ahLst/>
              <a:cxnLst/>
              <a:rect l="l" t="t" r="r" b="b"/>
              <a:pathLst>
                <a:path w="4085" h="1966" extrusionOk="0">
                  <a:moveTo>
                    <a:pt x="2037" y="1"/>
                  </a:moveTo>
                  <a:cubicBezTo>
                    <a:pt x="905" y="1"/>
                    <a:pt x="1" y="453"/>
                    <a:pt x="1" y="989"/>
                  </a:cubicBezTo>
                  <a:cubicBezTo>
                    <a:pt x="1" y="1537"/>
                    <a:pt x="905" y="1965"/>
                    <a:pt x="2037" y="1965"/>
                  </a:cubicBezTo>
                  <a:cubicBezTo>
                    <a:pt x="3156" y="1965"/>
                    <a:pt x="4073" y="1525"/>
                    <a:pt x="4084" y="989"/>
                  </a:cubicBezTo>
                  <a:cubicBezTo>
                    <a:pt x="4084" y="441"/>
                    <a:pt x="3168" y="1"/>
                    <a:pt x="2037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5521225" y="4057175"/>
              <a:ext cx="110150" cy="53000"/>
            </a:xfrm>
            <a:custGeom>
              <a:avLst/>
              <a:gdLst/>
              <a:ahLst/>
              <a:cxnLst/>
              <a:rect l="l" t="t" r="r" b="b"/>
              <a:pathLst>
                <a:path w="4406" h="2120" extrusionOk="0">
                  <a:moveTo>
                    <a:pt x="2203" y="1"/>
                  </a:moveTo>
                  <a:cubicBezTo>
                    <a:pt x="976" y="1"/>
                    <a:pt x="0" y="477"/>
                    <a:pt x="0" y="1060"/>
                  </a:cubicBezTo>
                  <a:cubicBezTo>
                    <a:pt x="0" y="1644"/>
                    <a:pt x="1000" y="2120"/>
                    <a:pt x="2203" y="2120"/>
                  </a:cubicBezTo>
                  <a:cubicBezTo>
                    <a:pt x="3405" y="2120"/>
                    <a:pt x="4393" y="1644"/>
                    <a:pt x="4405" y="1060"/>
                  </a:cubicBezTo>
                  <a:cubicBezTo>
                    <a:pt x="4405" y="477"/>
                    <a:pt x="3417" y="1"/>
                    <a:pt x="2203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2147000" y="2217050"/>
            <a:ext cx="1120800" cy="39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subTitle" idx="1"/>
          </p:nvPr>
        </p:nvSpPr>
        <p:spPr>
          <a:xfrm>
            <a:off x="1877400" y="2585540"/>
            <a:ext cx="16599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title" idx="2"/>
          </p:nvPr>
        </p:nvSpPr>
        <p:spPr>
          <a:xfrm>
            <a:off x="3952200" y="2217050"/>
            <a:ext cx="1120800" cy="39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3"/>
          </p:nvPr>
        </p:nvSpPr>
        <p:spPr>
          <a:xfrm>
            <a:off x="3715400" y="1391148"/>
            <a:ext cx="16599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 idx="4"/>
          </p:nvPr>
        </p:nvSpPr>
        <p:spPr>
          <a:xfrm>
            <a:off x="5854325" y="2217050"/>
            <a:ext cx="1120800" cy="39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subTitle" idx="5"/>
          </p:nvPr>
        </p:nvSpPr>
        <p:spPr>
          <a:xfrm>
            <a:off x="5606696" y="2585540"/>
            <a:ext cx="16599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0" y="4873350"/>
            <a:ext cx="9144000" cy="276900"/>
          </a:xfrm>
          <a:prstGeom prst="rect">
            <a:avLst/>
          </a:prstGeom>
          <a:solidFill>
            <a:srgbClr val="FCB0B6"/>
          </a:solidFill>
          <a:ln w="28575" cap="flat" cmpd="sng">
            <a:solidFill>
              <a:srgbClr val="DE8C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149;p16"/>
          <p:cNvGrpSpPr/>
          <p:nvPr/>
        </p:nvGrpSpPr>
        <p:grpSpPr>
          <a:xfrm>
            <a:off x="-745260" y="4099155"/>
            <a:ext cx="2266280" cy="1068893"/>
            <a:chOff x="3992750" y="3100500"/>
            <a:chExt cx="2894725" cy="1365300"/>
          </a:xfrm>
        </p:grpSpPr>
        <p:sp>
          <p:nvSpPr>
            <p:cNvPr id="150" name="Google Shape;150;p16"/>
            <p:cNvSpPr/>
            <p:nvPr/>
          </p:nvSpPr>
          <p:spPr>
            <a:xfrm>
              <a:off x="3992750" y="3100500"/>
              <a:ext cx="2894725" cy="1351700"/>
            </a:xfrm>
            <a:custGeom>
              <a:avLst/>
              <a:gdLst/>
              <a:ahLst/>
              <a:cxnLst/>
              <a:rect l="l" t="t" r="r" b="b"/>
              <a:pathLst>
                <a:path w="115789" h="54068" extrusionOk="0">
                  <a:moveTo>
                    <a:pt x="44708" y="1"/>
                  </a:moveTo>
                  <a:cubicBezTo>
                    <a:pt x="42863" y="1"/>
                    <a:pt x="40994" y="191"/>
                    <a:pt x="39172" y="549"/>
                  </a:cubicBezTo>
                  <a:cubicBezTo>
                    <a:pt x="36898" y="989"/>
                    <a:pt x="34660" y="1715"/>
                    <a:pt x="32576" y="2716"/>
                  </a:cubicBezTo>
                  <a:cubicBezTo>
                    <a:pt x="30480" y="3728"/>
                    <a:pt x="28540" y="5013"/>
                    <a:pt x="26849" y="6549"/>
                  </a:cubicBezTo>
                  <a:cubicBezTo>
                    <a:pt x="26004" y="7311"/>
                    <a:pt x="25194" y="8181"/>
                    <a:pt x="24468" y="9085"/>
                  </a:cubicBezTo>
                  <a:cubicBezTo>
                    <a:pt x="23527" y="10240"/>
                    <a:pt x="22825" y="11336"/>
                    <a:pt x="22289" y="12407"/>
                  </a:cubicBezTo>
                  <a:cubicBezTo>
                    <a:pt x="21979" y="13038"/>
                    <a:pt x="21694" y="13729"/>
                    <a:pt x="21491" y="14431"/>
                  </a:cubicBezTo>
                  <a:cubicBezTo>
                    <a:pt x="21313" y="15039"/>
                    <a:pt x="21182" y="15693"/>
                    <a:pt x="21086" y="16455"/>
                  </a:cubicBezTo>
                  <a:cubicBezTo>
                    <a:pt x="20955" y="17705"/>
                    <a:pt x="21039" y="19063"/>
                    <a:pt x="21348" y="20468"/>
                  </a:cubicBezTo>
                  <a:cubicBezTo>
                    <a:pt x="21610" y="21587"/>
                    <a:pt x="22027" y="22718"/>
                    <a:pt x="22622" y="23956"/>
                  </a:cubicBezTo>
                  <a:cubicBezTo>
                    <a:pt x="21967" y="23504"/>
                    <a:pt x="21217" y="23135"/>
                    <a:pt x="20420" y="22873"/>
                  </a:cubicBezTo>
                  <a:cubicBezTo>
                    <a:pt x="19384" y="22516"/>
                    <a:pt x="18288" y="22337"/>
                    <a:pt x="17157" y="22313"/>
                  </a:cubicBezTo>
                  <a:lnTo>
                    <a:pt x="17003" y="22313"/>
                  </a:lnTo>
                  <a:cubicBezTo>
                    <a:pt x="14955" y="22313"/>
                    <a:pt x="12823" y="22837"/>
                    <a:pt x="10871" y="23801"/>
                  </a:cubicBezTo>
                  <a:cubicBezTo>
                    <a:pt x="8823" y="24825"/>
                    <a:pt x="7180" y="26278"/>
                    <a:pt x="6144" y="27957"/>
                  </a:cubicBezTo>
                  <a:cubicBezTo>
                    <a:pt x="5120" y="29612"/>
                    <a:pt x="4572" y="31588"/>
                    <a:pt x="4537" y="33684"/>
                  </a:cubicBezTo>
                  <a:cubicBezTo>
                    <a:pt x="4501" y="35577"/>
                    <a:pt x="4918" y="37434"/>
                    <a:pt x="5727" y="39077"/>
                  </a:cubicBezTo>
                  <a:cubicBezTo>
                    <a:pt x="6323" y="40280"/>
                    <a:pt x="7156" y="41363"/>
                    <a:pt x="8144" y="42220"/>
                  </a:cubicBezTo>
                  <a:cubicBezTo>
                    <a:pt x="7882" y="42161"/>
                    <a:pt x="7609" y="42125"/>
                    <a:pt x="7251" y="42125"/>
                  </a:cubicBezTo>
                  <a:cubicBezTo>
                    <a:pt x="7061" y="42125"/>
                    <a:pt x="6906" y="42125"/>
                    <a:pt x="6727" y="42137"/>
                  </a:cubicBezTo>
                  <a:cubicBezTo>
                    <a:pt x="5870" y="42197"/>
                    <a:pt x="5001" y="42423"/>
                    <a:pt x="4203" y="42816"/>
                  </a:cubicBezTo>
                  <a:cubicBezTo>
                    <a:pt x="2691" y="43530"/>
                    <a:pt x="1453" y="44780"/>
                    <a:pt x="739" y="46328"/>
                  </a:cubicBezTo>
                  <a:cubicBezTo>
                    <a:pt x="143" y="47590"/>
                    <a:pt x="0" y="49007"/>
                    <a:pt x="310" y="50293"/>
                  </a:cubicBezTo>
                  <a:cubicBezTo>
                    <a:pt x="477" y="50995"/>
                    <a:pt x="786" y="51650"/>
                    <a:pt x="1239" y="52281"/>
                  </a:cubicBezTo>
                  <a:cubicBezTo>
                    <a:pt x="1679" y="52912"/>
                    <a:pt x="2286" y="53508"/>
                    <a:pt x="3048" y="54031"/>
                  </a:cubicBezTo>
                  <a:cubicBezTo>
                    <a:pt x="3060" y="54043"/>
                    <a:pt x="3096" y="54067"/>
                    <a:pt x="3108" y="54067"/>
                  </a:cubicBezTo>
                  <a:lnTo>
                    <a:pt x="112300" y="54067"/>
                  </a:lnTo>
                  <a:cubicBezTo>
                    <a:pt x="112395" y="53972"/>
                    <a:pt x="112479" y="53900"/>
                    <a:pt x="112574" y="53829"/>
                  </a:cubicBezTo>
                  <a:cubicBezTo>
                    <a:pt x="113265" y="53055"/>
                    <a:pt x="113860" y="52234"/>
                    <a:pt x="114324" y="51364"/>
                  </a:cubicBezTo>
                  <a:cubicBezTo>
                    <a:pt x="114789" y="50531"/>
                    <a:pt x="115134" y="49614"/>
                    <a:pt x="115372" y="48626"/>
                  </a:cubicBezTo>
                  <a:cubicBezTo>
                    <a:pt x="115789" y="46876"/>
                    <a:pt x="115753" y="44923"/>
                    <a:pt x="115265" y="43006"/>
                  </a:cubicBezTo>
                  <a:cubicBezTo>
                    <a:pt x="114812" y="41220"/>
                    <a:pt x="113955" y="39434"/>
                    <a:pt x="112765" y="37815"/>
                  </a:cubicBezTo>
                  <a:cubicBezTo>
                    <a:pt x="111574" y="36208"/>
                    <a:pt x="110098" y="34850"/>
                    <a:pt x="108407" y="33767"/>
                  </a:cubicBezTo>
                  <a:cubicBezTo>
                    <a:pt x="106585" y="32600"/>
                    <a:pt x="104430" y="31814"/>
                    <a:pt x="102180" y="31481"/>
                  </a:cubicBezTo>
                  <a:cubicBezTo>
                    <a:pt x="101477" y="31386"/>
                    <a:pt x="100763" y="31326"/>
                    <a:pt x="100061" y="31326"/>
                  </a:cubicBezTo>
                  <a:cubicBezTo>
                    <a:pt x="99608" y="31326"/>
                    <a:pt x="99132" y="31350"/>
                    <a:pt x="98656" y="31398"/>
                  </a:cubicBezTo>
                  <a:cubicBezTo>
                    <a:pt x="97572" y="31505"/>
                    <a:pt x="96453" y="31755"/>
                    <a:pt x="95346" y="32136"/>
                  </a:cubicBezTo>
                  <a:cubicBezTo>
                    <a:pt x="93679" y="32719"/>
                    <a:pt x="92060" y="33612"/>
                    <a:pt x="90393" y="34874"/>
                  </a:cubicBezTo>
                  <a:cubicBezTo>
                    <a:pt x="90536" y="34731"/>
                    <a:pt x="90643" y="34517"/>
                    <a:pt x="90798" y="34255"/>
                  </a:cubicBezTo>
                  <a:cubicBezTo>
                    <a:pt x="91321" y="33303"/>
                    <a:pt x="91690" y="32183"/>
                    <a:pt x="91869" y="30945"/>
                  </a:cubicBezTo>
                  <a:cubicBezTo>
                    <a:pt x="92048" y="29802"/>
                    <a:pt x="92048" y="28624"/>
                    <a:pt x="91881" y="27457"/>
                  </a:cubicBezTo>
                  <a:cubicBezTo>
                    <a:pt x="91738" y="26397"/>
                    <a:pt x="91440" y="25349"/>
                    <a:pt x="91000" y="24337"/>
                  </a:cubicBezTo>
                  <a:cubicBezTo>
                    <a:pt x="90190" y="22432"/>
                    <a:pt x="88881" y="20682"/>
                    <a:pt x="87130" y="19122"/>
                  </a:cubicBezTo>
                  <a:cubicBezTo>
                    <a:pt x="86333" y="18408"/>
                    <a:pt x="85440" y="17741"/>
                    <a:pt x="84451" y="17146"/>
                  </a:cubicBezTo>
                  <a:cubicBezTo>
                    <a:pt x="83523" y="16586"/>
                    <a:pt x="82535" y="16098"/>
                    <a:pt x="81523" y="15717"/>
                  </a:cubicBezTo>
                  <a:cubicBezTo>
                    <a:pt x="80511" y="15336"/>
                    <a:pt x="79487" y="15050"/>
                    <a:pt x="78439" y="14872"/>
                  </a:cubicBezTo>
                  <a:cubicBezTo>
                    <a:pt x="77724" y="14753"/>
                    <a:pt x="76998" y="14693"/>
                    <a:pt x="76260" y="14693"/>
                  </a:cubicBezTo>
                  <a:cubicBezTo>
                    <a:pt x="75998" y="14693"/>
                    <a:pt x="75748" y="14693"/>
                    <a:pt x="75498" y="14705"/>
                  </a:cubicBezTo>
                  <a:cubicBezTo>
                    <a:pt x="74498" y="14765"/>
                    <a:pt x="73486" y="14943"/>
                    <a:pt x="72462" y="15217"/>
                  </a:cubicBezTo>
                  <a:cubicBezTo>
                    <a:pt x="71474" y="15479"/>
                    <a:pt x="70509" y="15872"/>
                    <a:pt x="69569" y="16372"/>
                  </a:cubicBezTo>
                  <a:cubicBezTo>
                    <a:pt x="68235" y="17086"/>
                    <a:pt x="67068" y="18063"/>
                    <a:pt x="66235" y="19146"/>
                  </a:cubicBezTo>
                  <a:cubicBezTo>
                    <a:pt x="66342" y="18753"/>
                    <a:pt x="66402" y="18325"/>
                    <a:pt x="66437" y="17848"/>
                  </a:cubicBezTo>
                  <a:cubicBezTo>
                    <a:pt x="66521" y="16813"/>
                    <a:pt x="66449" y="15741"/>
                    <a:pt x="66235" y="14622"/>
                  </a:cubicBezTo>
                  <a:cubicBezTo>
                    <a:pt x="65854" y="12657"/>
                    <a:pt x="64949" y="10657"/>
                    <a:pt x="63580" y="8835"/>
                  </a:cubicBezTo>
                  <a:cubicBezTo>
                    <a:pt x="62306" y="7121"/>
                    <a:pt x="60675" y="5573"/>
                    <a:pt x="58734" y="4216"/>
                  </a:cubicBezTo>
                  <a:cubicBezTo>
                    <a:pt x="56924" y="2942"/>
                    <a:pt x="54912" y="1930"/>
                    <a:pt x="52805" y="1215"/>
                  </a:cubicBezTo>
                  <a:cubicBezTo>
                    <a:pt x="51828" y="882"/>
                    <a:pt x="50793" y="620"/>
                    <a:pt x="49685" y="418"/>
                  </a:cubicBezTo>
                  <a:cubicBezTo>
                    <a:pt x="48530" y="227"/>
                    <a:pt x="47352" y="96"/>
                    <a:pt x="46173" y="37"/>
                  </a:cubicBezTo>
                  <a:cubicBezTo>
                    <a:pt x="45649" y="25"/>
                    <a:pt x="45173" y="1"/>
                    <a:pt x="44708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4810400" y="3189200"/>
              <a:ext cx="345900" cy="432525"/>
            </a:xfrm>
            <a:custGeom>
              <a:avLst/>
              <a:gdLst/>
              <a:ahLst/>
              <a:cxnLst/>
              <a:rect l="l" t="t" r="r" b="b"/>
              <a:pathLst>
                <a:path w="13836" h="17301" extrusionOk="0">
                  <a:moveTo>
                    <a:pt x="1358" y="13265"/>
                  </a:moveTo>
                  <a:cubicBezTo>
                    <a:pt x="1358" y="13312"/>
                    <a:pt x="1370" y="13348"/>
                    <a:pt x="1370" y="13395"/>
                  </a:cubicBezTo>
                  <a:cubicBezTo>
                    <a:pt x="1370" y="13336"/>
                    <a:pt x="1370" y="13288"/>
                    <a:pt x="1358" y="13265"/>
                  </a:cubicBezTo>
                  <a:close/>
                  <a:moveTo>
                    <a:pt x="10931" y="1"/>
                  </a:moveTo>
                  <a:cubicBezTo>
                    <a:pt x="10538" y="13"/>
                    <a:pt x="10145" y="49"/>
                    <a:pt x="9752" y="96"/>
                  </a:cubicBezTo>
                  <a:cubicBezTo>
                    <a:pt x="8681" y="191"/>
                    <a:pt x="7645" y="572"/>
                    <a:pt x="6668" y="1013"/>
                  </a:cubicBezTo>
                  <a:cubicBezTo>
                    <a:pt x="5704" y="1465"/>
                    <a:pt x="4811" y="2073"/>
                    <a:pt x="3978" y="2751"/>
                  </a:cubicBezTo>
                  <a:cubicBezTo>
                    <a:pt x="3239" y="3370"/>
                    <a:pt x="2585" y="4085"/>
                    <a:pt x="2049" y="4883"/>
                  </a:cubicBezTo>
                  <a:cubicBezTo>
                    <a:pt x="1632" y="5525"/>
                    <a:pt x="1299" y="6240"/>
                    <a:pt x="1001" y="6954"/>
                  </a:cubicBezTo>
                  <a:cubicBezTo>
                    <a:pt x="680" y="7752"/>
                    <a:pt x="453" y="8573"/>
                    <a:pt x="287" y="9419"/>
                  </a:cubicBezTo>
                  <a:cubicBezTo>
                    <a:pt x="144" y="10240"/>
                    <a:pt x="49" y="11074"/>
                    <a:pt x="25" y="11907"/>
                  </a:cubicBezTo>
                  <a:cubicBezTo>
                    <a:pt x="1" y="12729"/>
                    <a:pt x="96" y="13550"/>
                    <a:pt x="322" y="14336"/>
                  </a:cubicBezTo>
                  <a:cubicBezTo>
                    <a:pt x="477" y="14896"/>
                    <a:pt x="715" y="15420"/>
                    <a:pt x="1049" y="15908"/>
                  </a:cubicBezTo>
                  <a:cubicBezTo>
                    <a:pt x="1406" y="16432"/>
                    <a:pt x="1823" y="16860"/>
                    <a:pt x="2323" y="17217"/>
                  </a:cubicBezTo>
                  <a:cubicBezTo>
                    <a:pt x="2401" y="17274"/>
                    <a:pt x="2493" y="17301"/>
                    <a:pt x="2585" y="17301"/>
                  </a:cubicBezTo>
                  <a:cubicBezTo>
                    <a:pt x="2743" y="17301"/>
                    <a:pt x="2903" y="17222"/>
                    <a:pt x="3001" y="17086"/>
                  </a:cubicBezTo>
                  <a:cubicBezTo>
                    <a:pt x="3144" y="16860"/>
                    <a:pt x="3073" y="16586"/>
                    <a:pt x="2858" y="16420"/>
                  </a:cubicBezTo>
                  <a:cubicBezTo>
                    <a:pt x="2787" y="16360"/>
                    <a:pt x="2704" y="16301"/>
                    <a:pt x="2620" y="16241"/>
                  </a:cubicBezTo>
                  <a:cubicBezTo>
                    <a:pt x="2418" y="16062"/>
                    <a:pt x="2239" y="15848"/>
                    <a:pt x="2073" y="15634"/>
                  </a:cubicBezTo>
                  <a:cubicBezTo>
                    <a:pt x="1906" y="15360"/>
                    <a:pt x="1763" y="15098"/>
                    <a:pt x="1656" y="14800"/>
                  </a:cubicBezTo>
                  <a:cubicBezTo>
                    <a:pt x="1513" y="14336"/>
                    <a:pt x="1418" y="13872"/>
                    <a:pt x="1358" y="13395"/>
                  </a:cubicBezTo>
                  <a:cubicBezTo>
                    <a:pt x="1311" y="12622"/>
                    <a:pt x="1358" y="11848"/>
                    <a:pt x="1477" y="11074"/>
                  </a:cubicBezTo>
                  <a:cubicBezTo>
                    <a:pt x="1596" y="10514"/>
                    <a:pt x="1763" y="9978"/>
                    <a:pt x="1954" y="9443"/>
                  </a:cubicBezTo>
                  <a:cubicBezTo>
                    <a:pt x="2144" y="8883"/>
                    <a:pt x="2370" y="8347"/>
                    <a:pt x="2620" y="7835"/>
                  </a:cubicBezTo>
                  <a:cubicBezTo>
                    <a:pt x="2966" y="7157"/>
                    <a:pt x="3358" y="6526"/>
                    <a:pt x="3835" y="5942"/>
                  </a:cubicBezTo>
                  <a:cubicBezTo>
                    <a:pt x="4335" y="5371"/>
                    <a:pt x="4906" y="4883"/>
                    <a:pt x="5514" y="4442"/>
                  </a:cubicBezTo>
                  <a:cubicBezTo>
                    <a:pt x="6276" y="3942"/>
                    <a:pt x="7073" y="3525"/>
                    <a:pt x="7919" y="3216"/>
                  </a:cubicBezTo>
                  <a:cubicBezTo>
                    <a:pt x="8835" y="2906"/>
                    <a:pt x="9752" y="2680"/>
                    <a:pt x="10705" y="2573"/>
                  </a:cubicBezTo>
                  <a:cubicBezTo>
                    <a:pt x="11098" y="2561"/>
                    <a:pt x="11490" y="2561"/>
                    <a:pt x="11883" y="2561"/>
                  </a:cubicBezTo>
                  <a:lnTo>
                    <a:pt x="12479" y="2561"/>
                  </a:lnTo>
                  <a:cubicBezTo>
                    <a:pt x="12526" y="2573"/>
                    <a:pt x="12562" y="2573"/>
                    <a:pt x="12610" y="2597"/>
                  </a:cubicBezTo>
                  <a:cubicBezTo>
                    <a:pt x="12632" y="2598"/>
                    <a:pt x="12653" y="2598"/>
                    <a:pt x="12675" y="2598"/>
                  </a:cubicBezTo>
                  <a:cubicBezTo>
                    <a:pt x="12863" y="2598"/>
                    <a:pt x="13033" y="2552"/>
                    <a:pt x="13193" y="2477"/>
                  </a:cubicBezTo>
                  <a:cubicBezTo>
                    <a:pt x="13443" y="2335"/>
                    <a:pt x="13657" y="2096"/>
                    <a:pt x="13741" y="1823"/>
                  </a:cubicBezTo>
                  <a:cubicBezTo>
                    <a:pt x="13836" y="1537"/>
                    <a:pt x="13812" y="1204"/>
                    <a:pt x="13669" y="942"/>
                  </a:cubicBezTo>
                  <a:cubicBezTo>
                    <a:pt x="13550" y="703"/>
                    <a:pt x="13300" y="453"/>
                    <a:pt x="13026" y="394"/>
                  </a:cubicBezTo>
                  <a:cubicBezTo>
                    <a:pt x="12800" y="346"/>
                    <a:pt x="12610" y="239"/>
                    <a:pt x="12383" y="180"/>
                  </a:cubicBezTo>
                  <a:cubicBezTo>
                    <a:pt x="12086" y="108"/>
                    <a:pt x="11788" y="61"/>
                    <a:pt x="11490" y="37"/>
                  </a:cubicBezTo>
                  <a:cubicBezTo>
                    <a:pt x="11300" y="13"/>
                    <a:pt x="11121" y="1"/>
                    <a:pt x="10931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5203325" y="3207075"/>
              <a:ext cx="59550" cy="58075"/>
            </a:xfrm>
            <a:custGeom>
              <a:avLst/>
              <a:gdLst/>
              <a:ahLst/>
              <a:cxnLst/>
              <a:rect l="l" t="t" r="r" b="b"/>
              <a:pathLst>
                <a:path w="2382" h="2323" extrusionOk="0">
                  <a:moveTo>
                    <a:pt x="1250" y="0"/>
                  </a:moveTo>
                  <a:cubicBezTo>
                    <a:pt x="619" y="12"/>
                    <a:pt x="60" y="453"/>
                    <a:pt x="36" y="1096"/>
                  </a:cubicBezTo>
                  <a:cubicBezTo>
                    <a:pt x="0" y="1715"/>
                    <a:pt x="500" y="2322"/>
                    <a:pt x="1131" y="2322"/>
                  </a:cubicBezTo>
                  <a:cubicBezTo>
                    <a:pt x="1762" y="2322"/>
                    <a:pt x="2310" y="1893"/>
                    <a:pt x="2358" y="1227"/>
                  </a:cubicBezTo>
                  <a:cubicBezTo>
                    <a:pt x="2381" y="608"/>
                    <a:pt x="1893" y="0"/>
                    <a:pt x="1250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5314950" y="3515150"/>
              <a:ext cx="292600" cy="160775"/>
            </a:xfrm>
            <a:custGeom>
              <a:avLst/>
              <a:gdLst/>
              <a:ahLst/>
              <a:cxnLst/>
              <a:rect l="l" t="t" r="r" b="b"/>
              <a:pathLst>
                <a:path w="11704" h="6431" extrusionOk="0">
                  <a:moveTo>
                    <a:pt x="3691" y="0"/>
                  </a:moveTo>
                  <a:cubicBezTo>
                    <a:pt x="3655" y="36"/>
                    <a:pt x="3596" y="36"/>
                    <a:pt x="3548" y="36"/>
                  </a:cubicBezTo>
                  <a:cubicBezTo>
                    <a:pt x="3000" y="48"/>
                    <a:pt x="2441" y="107"/>
                    <a:pt x="1905" y="227"/>
                  </a:cubicBezTo>
                  <a:cubicBezTo>
                    <a:pt x="1357" y="346"/>
                    <a:pt x="833" y="536"/>
                    <a:pt x="345" y="774"/>
                  </a:cubicBezTo>
                  <a:lnTo>
                    <a:pt x="167" y="869"/>
                  </a:lnTo>
                  <a:cubicBezTo>
                    <a:pt x="36" y="941"/>
                    <a:pt x="0" y="1119"/>
                    <a:pt x="83" y="1239"/>
                  </a:cubicBezTo>
                  <a:cubicBezTo>
                    <a:pt x="136" y="1321"/>
                    <a:pt x="217" y="1356"/>
                    <a:pt x="302" y="1356"/>
                  </a:cubicBezTo>
                  <a:cubicBezTo>
                    <a:pt x="352" y="1356"/>
                    <a:pt x="404" y="1344"/>
                    <a:pt x="452" y="1322"/>
                  </a:cubicBezTo>
                  <a:lnTo>
                    <a:pt x="714" y="1191"/>
                  </a:lnTo>
                  <a:cubicBezTo>
                    <a:pt x="1179" y="989"/>
                    <a:pt x="1667" y="846"/>
                    <a:pt x="2179" y="762"/>
                  </a:cubicBezTo>
                  <a:cubicBezTo>
                    <a:pt x="2484" y="719"/>
                    <a:pt x="2794" y="693"/>
                    <a:pt x="3108" y="693"/>
                  </a:cubicBezTo>
                  <a:cubicBezTo>
                    <a:pt x="3308" y="693"/>
                    <a:pt x="3511" y="703"/>
                    <a:pt x="3715" y="727"/>
                  </a:cubicBezTo>
                  <a:cubicBezTo>
                    <a:pt x="4310" y="810"/>
                    <a:pt x="4882" y="953"/>
                    <a:pt x="5453" y="1167"/>
                  </a:cubicBezTo>
                  <a:cubicBezTo>
                    <a:pt x="5763" y="1286"/>
                    <a:pt x="6060" y="1429"/>
                    <a:pt x="6358" y="1596"/>
                  </a:cubicBezTo>
                  <a:cubicBezTo>
                    <a:pt x="6668" y="1762"/>
                    <a:pt x="6953" y="1965"/>
                    <a:pt x="7239" y="2155"/>
                  </a:cubicBezTo>
                  <a:cubicBezTo>
                    <a:pt x="7846" y="2608"/>
                    <a:pt x="8382" y="3155"/>
                    <a:pt x="8870" y="3739"/>
                  </a:cubicBezTo>
                  <a:cubicBezTo>
                    <a:pt x="9311" y="4275"/>
                    <a:pt x="9668" y="4834"/>
                    <a:pt x="9966" y="5465"/>
                  </a:cubicBezTo>
                  <a:cubicBezTo>
                    <a:pt x="10025" y="5608"/>
                    <a:pt x="10073" y="5763"/>
                    <a:pt x="10144" y="5894"/>
                  </a:cubicBezTo>
                  <a:cubicBezTo>
                    <a:pt x="10216" y="6084"/>
                    <a:pt x="10323" y="6251"/>
                    <a:pt x="10513" y="6346"/>
                  </a:cubicBezTo>
                  <a:cubicBezTo>
                    <a:pt x="10631" y="6401"/>
                    <a:pt x="10758" y="6430"/>
                    <a:pt x="10889" y="6430"/>
                  </a:cubicBezTo>
                  <a:cubicBezTo>
                    <a:pt x="10958" y="6430"/>
                    <a:pt x="11027" y="6422"/>
                    <a:pt x="11097" y="6406"/>
                  </a:cubicBezTo>
                  <a:cubicBezTo>
                    <a:pt x="11490" y="6287"/>
                    <a:pt x="11704" y="5846"/>
                    <a:pt x="11597" y="5453"/>
                  </a:cubicBezTo>
                  <a:cubicBezTo>
                    <a:pt x="11454" y="4870"/>
                    <a:pt x="11192" y="4322"/>
                    <a:pt x="10894" y="3798"/>
                  </a:cubicBezTo>
                  <a:cubicBezTo>
                    <a:pt x="10597" y="3275"/>
                    <a:pt x="10216" y="2810"/>
                    <a:pt x="9799" y="2382"/>
                  </a:cubicBezTo>
                  <a:cubicBezTo>
                    <a:pt x="9382" y="1965"/>
                    <a:pt x="8894" y="1608"/>
                    <a:pt x="8394" y="1298"/>
                  </a:cubicBezTo>
                  <a:cubicBezTo>
                    <a:pt x="8180" y="1167"/>
                    <a:pt x="7941" y="1024"/>
                    <a:pt x="7691" y="905"/>
                  </a:cubicBezTo>
                  <a:cubicBezTo>
                    <a:pt x="7418" y="774"/>
                    <a:pt x="7120" y="655"/>
                    <a:pt x="6822" y="548"/>
                  </a:cubicBezTo>
                  <a:cubicBezTo>
                    <a:pt x="5822" y="179"/>
                    <a:pt x="4763" y="0"/>
                    <a:pt x="3691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4549675" y="4443825"/>
              <a:ext cx="2232725" cy="21975"/>
            </a:xfrm>
            <a:custGeom>
              <a:avLst/>
              <a:gdLst/>
              <a:ahLst/>
              <a:cxnLst/>
              <a:rect l="l" t="t" r="r" b="b"/>
              <a:pathLst>
                <a:path w="89309" h="879" extrusionOk="0">
                  <a:moveTo>
                    <a:pt x="64508" y="1"/>
                  </a:moveTo>
                  <a:cubicBezTo>
                    <a:pt x="62925" y="13"/>
                    <a:pt x="61305" y="13"/>
                    <a:pt x="59686" y="13"/>
                  </a:cubicBezTo>
                  <a:cubicBezTo>
                    <a:pt x="54412" y="36"/>
                    <a:pt x="49125" y="60"/>
                    <a:pt x="43863" y="72"/>
                  </a:cubicBezTo>
                  <a:cubicBezTo>
                    <a:pt x="41315" y="96"/>
                    <a:pt x="38767" y="108"/>
                    <a:pt x="36207" y="108"/>
                  </a:cubicBezTo>
                  <a:cubicBezTo>
                    <a:pt x="33814" y="108"/>
                    <a:pt x="31409" y="108"/>
                    <a:pt x="29004" y="120"/>
                  </a:cubicBezTo>
                  <a:cubicBezTo>
                    <a:pt x="26813" y="120"/>
                    <a:pt x="24610" y="120"/>
                    <a:pt x="22431" y="132"/>
                  </a:cubicBezTo>
                  <a:cubicBezTo>
                    <a:pt x="20145" y="156"/>
                    <a:pt x="17859" y="167"/>
                    <a:pt x="15585" y="191"/>
                  </a:cubicBezTo>
                  <a:cubicBezTo>
                    <a:pt x="10668" y="251"/>
                    <a:pt x="5739" y="239"/>
                    <a:pt x="833" y="286"/>
                  </a:cubicBezTo>
                  <a:cubicBezTo>
                    <a:pt x="607" y="286"/>
                    <a:pt x="369" y="286"/>
                    <a:pt x="155" y="298"/>
                  </a:cubicBezTo>
                  <a:cubicBezTo>
                    <a:pt x="71" y="298"/>
                    <a:pt x="0" y="358"/>
                    <a:pt x="0" y="453"/>
                  </a:cubicBezTo>
                  <a:cubicBezTo>
                    <a:pt x="0" y="525"/>
                    <a:pt x="60" y="596"/>
                    <a:pt x="155" y="596"/>
                  </a:cubicBezTo>
                  <a:cubicBezTo>
                    <a:pt x="5013" y="656"/>
                    <a:pt x="9894" y="656"/>
                    <a:pt x="14776" y="691"/>
                  </a:cubicBezTo>
                  <a:cubicBezTo>
                    <a:pt x="17097" y="703"/>
                    <a:pt x="19431" y="727"/>
                    <a:pt x="21765" y="751"/>
                  </a:cubicBezTo>
                  <a:cubicBezTo>
                    <a:pt x="23979" y="763"/>
                    <a:pt x="26182" y="763"/>
                    <a:pt x="28385" y="763"/>
                  </a:cubicBezTo>
                  <a:cubicBezTo>
                    <a:pt x="30718" y="763"/>
                    <a:pt x="33052" y="775"/>
                    <a:pt x="35397" y="775"/>
                  </a:cubicBezTo>
                  <a:cubicBezTo>
                    <a:pt x="37981" y="775"/>
                    <a:pt x="40577" y="787"/>
                    <a:pt x="43160" y="810"/>
                  </a:cubicBezTo>
                  <a:cubicBezTo>
                    <a:pt x="48387" y="834"/>
                    <a:pt x="53626" y="846"/>
                    <a:pt x="58853" y="870"/>
                  </a:cubicBezTo>
                  <a:cubicBezTo>
                    <a:pt x="60252" y="876"/>
                    <a:pt x="61651" y="879"/>
                    <a:pt x="63047" y="879"/>
                  </a:cubicBezTo>
                  <a:cubicBezTo>
                    <a:pt x="64443" y="879"/>
                    <a:pt x="65836" y="876"/>
                    <a:pt x="67223" y="870"/>
                  </a:cubicBezTo>
                  <a:cubicBezTo>
                    <a:pt x="69604" y="870"/>
                    <a:pt x="72009" y="846"/>
                    <a:pt x="74390" y="834"/>
                  </a:cubicBezTo>
                  <a:cubicBezTo>
                    <a:pt x="76843" y="822"/>
                    <a:pt x="79284" y="787"/>
                    <a:pt x="81736" y="763"/>
                  </a:cubicBezTo>
                  <a:cubicBezTo>
                    <a:pt x="82915" y="751"/>
                    <a:pt x="84070" y="751"/>
                    <a:pt x="85249" y="727"/>
                  </a:cubicBezTo>
                  <a:cubicBezTo>
                    <a:pt x="86297" y="715"/>
                    <a:pt x="87332" y="703"/>
                    <a:pt x="88356" y="691"/>
                  </a:cubicBezTo>
                  <a:lnTo>
                    <a:pt x="89059" y="691"/>
                  </a:lnTo>
                  <a:cubicBezTo>
                    <a:pt x="89190" y="691"/>
                    <a:pt x="89309" y="572"/>
                    <a:pt x="89309" y="429"/>
                  </a:cubicBezTo>
                  <a:cubicBezTo>
                    <a:pt x="89309" y="298"/>
                    <a:pt x="89190" y="179"/>
                    <a:pt x="89059" y="179"/>
                  </a:cubicBezTo>
                  <a:cubicBezTo>
                    <a:pt x="88023" y="179"/>
                    <a:pt x="86975" y="167"/>
                    <a:pt x="85939" y="156"/>
                  </a:cubicBezTo>
                  <a:cubicBezTo>
                    <a:pt x="84761" y="132"/>
                    <a:pt x="83582" y="132"/>
                    <a:pt x="82403" y="120"/>
                  </a:cubicBezTo>
                  <a:cubicBezTo>
                    <a:pt x="79951" y="108"/>
                    <a:pt x="77486" y="60"/>
                    <a:pt x="75021" y="48"/>
                  </a:cubicBezTo>
                  <a:cubicBezTo>
                    <a:pt x="72700" y="25"/>
                    <a:pt x="70366" y="13"/>
                    <a:pt x="68032" y="1"/>
                  </a:cubicBezTo>
                  <a:close/>
                </a:path>
              </a:pathLst>
            </a:custGeom>
            <a:solidFill>
              <a:srgbClr val="B8E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4789275" y="4063125"/>
              <a:ext cx="102125" cy="49150"/>
            </a:xfrm>
            <a:custGeom>
              <a:avLst/>
              <a:gdLst/>
              <a:ahLst/>
              <a:cxnLst/>
              <a:rect l="l" t="t" r="r" b="b"/>
              <a:pathLst>
                <a:path w="4085" h="1966" extrusionOk="0">
                  <a:moveTo>
                    <a:pt x="2037" y="1"/>
                  </a:moveTo>
                  <a:cubicBezTo>
                    <a:pt x="905" y="1"/>
                    <a:pt x="1" y="453"/>
                    <a:pt x="1" y="989"/>
                  </a:cubicBezTo>
                  <a:cubicBezTo>
                    <a:pt x="1" y="1537"/>
                    <a:pt x="905" y="1965"/>
                    <a:pt x="2037" y="1965"/>
                  </a:cubicBezTo>
                  <a:cubicBezTo>
                    <a:pt x="3156" y="1965"/>
                    <a:pt x="4073" y="1525"/>
                    <a:pt x="4084" y="989"/>
                  </a:cubicBezTo>
                  <a:cubicBezTo>
                    <a:pt x="4084" y="441"/>
                    <a:pt x="3168" y="1"/>
                    <a:pt x="2037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5521225" y="4057175"/>
              <a:ext cx="110150" cy="53000"/>
            </a:xfrm>
            <a:custGeom>
              <a:avLst/>
              <a:gdLst/>
              <a:ahLst/>
              <a:cxnLst/>
              <a:rect l="l" t="t" r="r" b="b"/>
              <a:pathLst>
                <a:path w="4406" h="2120" extrusionOk="0">
                  <a:moveTo>
                    <a:pt x="2203" y="1"/>
                  </a:moveTo>
                  <a:cubicBezTo>
                    <a:pt x="976" y="1"/>
                    <a:pt x="0" y="477"/>
                    <a:pt x="0" y="1060"/>
                  </a:cubicBezTo>
                  <a:cubicBezTo>
                    <a:pt x="0" y="1644"/>
                    <a:pt x="1000" y="2120"/>
                    <a:pt x="2203" y="2120"/>
                  </a:cubicBezTo>
                  <a:cubicBezTo>
                    <a:pt x="3405" y="2120"/>
                    <a:pt x="4393" y="1644"/>
                    <a:pt x="4405" y="1060"/>
                  </a:cubicBezTo>
                  <a:cubicBezTo>
                    <a:pt x="4405" y="477"/>
                    <a:pt x="3417" y="1"/>
                    <a:pt x="2203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16"/>
          <p:cNvGrpSpPr/>
          <p:nvPr/>
        </p:nvGrpSpPr>
        <p:grpSpPr>
          <a:xfrm flipH="1">
            <a:off x="7622965" y="4099155"/>
            <a:ext cx="2266280" cy="1068893"/>
            <a:chOff x="3992750" y="3100500"/>
            <a:chExt cx="2894725" cy="1365300"/>
          </a:xfrm>
        </p:grpSpPr>
        <p:sp>
          <p:nvSpPr>
            <p:cNvPr id="158" name="Google Shape;158;p16"/>
            <p:cNvSpPr/>
            <p:nvPr/>
          </p:nvSpPr>
          <p:spPr>
            <a:xfrm>
              <a:off x="3992750" y="3100500"/>
              <a:ext cx="2894725" cy="1351700"/>
            </a:xfrm>
            <a:custGeom>
              <a:avLst/>
              <a:gdLst/>
              <a:ahLst/>
              <a:cxnLst/>
              <a:rect l="l" t="t" r="r" b="b"/>
              <a:pathLst>
                <a:path w="115789" h="54068" extrusionOk="0">
                  <a:moveTo>
                    <a:pt x="44708" y="1"/>
                  </a:moveTo>
                  <a:cubicBezTo>
                    <a:pt x="42863" y="1"/>
                    <a:pt x="40994" y="191"/>
                    <a:pt x="39172" y="549"/>
                  </a:cubicBezTo>
                  <a:cubicBezTo>
                    <a:pt x="36898" y="989"/>
                    <a:pt x="34660" y="1715"/>
                    <a:pt x="32576" y="2716"/>
                  </a:cubicBezTo>
                  <a:cubicBezTo>
                    <a:pt x="30480" y="3728"/>
                    <a:pt x="28540" y="5013"/>
                    <a:pt x="26849" y="6549"/>
                  </a:cubicBezTo>
                  <a:cubicBezTo>
                    <a:pt x="26004" y="7311"/>
                    <a:pt x="25194" y="8181"/>
                    <a:pt x="24468" y="9085"/>
                  </a:cubicBezTo>
                  <a:cubicBezTo>
                    <a:pt x="23527" y="10240"/>
                    <a:pt x="22825" y="11336"/>
                    <a:pt x="22289" y="12407"/>
                  </a:cubicBezTo>
                  <a:cubicBezTo>
                    <a:pt x="21979" y="13038"/>
                    <a:pt x="21694" y="13729"/>
                    <a:pt x="21491" y="14431"/>
                  </a:cubicBezTo>
                  <a:cubicBezTo>
                    <a:pt x="21313" y="15039"/>
                    <a:pt x="21182" y="15693"/>
                    <a:pt x="21086" y="16455"/>
                  </a:cubicBezTo>
                  <a:cubicBezTo>
                    <a:pt x="20955" y="17705"/>
                    <a:pt x="21039" y="19063"/>
                    <a:pt x="21348" y="20468"/>
                  </a:cubicBezTo>
                  <a:cubicBezTo>
                    <a:pt x="21610" y="21587"/>
                    <a:pt x="22027" y="22718"/>
                    <a:pt x="22622" y="23956"/>
                  </a:cubicBezTo>
                  <a:cubicBezTo>
                    <a:pt x="21967" y="23504"/>
                    <a:pt x="21217" y="23135"/>
                    <a:pt x="20420" y="22873"/>
                  </a:cubicBezTo>
                  <a:cubicBezTo>
                    <a:pt x="19384" y="22516"/>
                    <a:pt x="18288" y="22337"/>
                    <a:pt x="17157" y="22313"/>
                  </a:cubicBezTo>
                  <a:lnTo>
                    <a:pt x="17003" y="22313"/>
                  </a:lnTo>
                  <a:cubicBezTo>
                    <a:pt x="14955" y="22313"/>
                    <a:pt x="12823" y="22837"/>
                    <a:pt x="10871" y="23801"/>
                  </a:cubicBezTo>
                  <a:cubicBezTo>
                    <a:pt x="8823" y="24825"/>
                    <a:pt x="7180" y="26278"/>
                    <a:pt x="6144" y="27957"/>
                  </a:cubicBezTo>
                  <a:cubicBezTo>
                    <a:pt x="5120" y="29612"/>
                    <a:pt x="4572" y="31588"/>
                    <a:pt x="4537" y="33684"/>
                  </a:cubicBezTo>
                  <a:cubicBezTo>
                    <a:pt x="4501" y="35577"/>
                    <a:pt x="4918" y="37434"/>
                    <a:pt x="5727" y="39077"/>
                  </a:cubicBezTo>
                  <a:cubicBezTo>
                    <a:pt x="6323" y="40280"/>
                    <a:pt x="7156" y="41363"/>
                    <a:pt x="8144" y="42220"/>
                  </a:cubicBezTo>
                  <a:cubicBezTo>
                    <a:pt x="7882" y="42161"/>
                    <a:pt x="7609" y="42125"/>
                    <a:pt x="7251" y="42125"/>
                  </a:cubicBezTo>
                  <a:cubicBezTo>
                    <a:pt x="7061" y="42125"/>
                    <a:pt x="6906" y="42125"/>
                    <a:pt x="6727" y="42137"/>
                  </a:cubicBezTo>
                  <a:cubicBezTo>
                    <a:pt x="5870" y="42197"/>
                    <a:pt x="5001" y="42423"/>
                    <a:pt x="4203" y="42816"/>
                  </a:cubicBezTo>
                  <a:cubicBezTo>
                    <a:pt x="2691" y="43530"/>
                    <a:pt x="1453" y="44780"/>
                    <a:pt x="739" y="46328"/>
                  </a:cubicBezTo>
                  <a:cubicBezTo>
                    <a:pt x="143" y="47590"/>
                    <a:pt x="0" y="49007"/>
                    <a:pt x="310" y="50293"/>
                  </a:cubicBezTo>
                  <a:cubicBezTo>
                    <a:pt x="477" y="50995"/>
                    <a:pt x="786" y="51650"/>
                    <a:pt x="1239" y="52281"/>
                  </a:cubicBezTo>
                  <a:cubicBezTo>
                    <a:pt x="1679" y="52912"/>
                    <a:pt x="2286" y="53508"/>
                    <a:pt x="3048" y="54031"/>
                  </a:cubicBezTo>
                  <a:cubicBezTo>
                    <a:pt x="3060" y="54043"/>
                    <a:pt x="3096" y="54067"/>
                    <a:pt x="3108" y="54067"/>
                  </a:cubicBezTo>
                  <a:lnTo>
                    <a:pt x="112300" y="54067"/>
                  </a:lnTo>
                  <a:cubicBezTo>
                    <a:pt x="112395" y="53972"/>
                    <a:pt x="112479" y="53900"/>
                    <a:pt x="112574" y="53829"/>
                  </a:cubicBezTo>
                  <a:cubicBezTo>
                    <a:pt x="113265" y="53055"/>
                    <a:pt x="113860" y="52234"/>
                    <a:pt x="114324" y="51364"/>
                  </a:cubicBezTo>
                  <a:cubicBezTo>
                    <a:pt x="114789" y="50531"/>
                    <a:pt x="115134" y="49614"/>
                    <a:pt x="115372" y="48626"/>
                  </a:cubicBezTo>
                  <a:cubicBezTo>
                    <a:pt x="115789" y="46876"/>
                    <a:pt x="115753" y="44923"/>
                    <a:pt x="115265" y="43006"/>
                  </a:cubicBezTo>
                  <a:cubicBezTo>
                    <a:pt x="114812" y="41220"/>
                    <a:pt x="113955" y="39434"/>
                    <a:pt x="112765" y="37815"/>
                  </a:cubicBezTo>
                  <a:cubicBezTo>
                    <a:pt x="111574" y="36208"/>
                    <a:pt x="110098" y="34850"/>
                    <a:pt x="108407" y="33767"/>
                  </a:cubicBezTo>
                  <a:cubicBezTo>
                    <a:pt x="106585" y="32600"/>
                    <a:pt x="104430" y="31814"/>
                    <a:pt x="102180" y="31481"/>
                  </a:cubicBezTo>
                  <a:cubicBezTo>
                    <a:pt x="101477" y="31386"/>
                    <a:pt x="100763" y="31326"/>
                    <a:pt x="100061" y="31326"/>
                  </a:cubicBezTo>
                  <a:cubicBezTo>
                    <a:pt x="99608" y="31326"/>
                    <a:pt x="99132" y="31350"/>
                    <a:pt x="98656" y="31398"/>
                  </a:cubicBezTo>
                  <a:cubicBezTo>
                    <a:pt x="97572" y="31505"/>
                    <a:pt x="96453" y="31755"/>
                    <a:pt x="95346" y="32136"/>
                  </a:cubicBezTo>
                  <a:cubicBezTo>
                    <a:pt x="93679" y="32719"/>
                    <a:pt x="92060" y="33612"/>
                    <a:pt x="90393" y="34874"/>
                  </a:cubicBezTo>
                  <a:cubicBezTo>
                    <a:pt x="90536" y="34731"/>
                    <a:pt x="90643" y="34517"/>
                    <a:pt x="90798" y="34255"/>
                  </a:cubicBezTo>
                  <a:cubicBezTo>
                    <a:pt x="91321" y="33303"/>
                    <a:pt x="91690" y="32183"/>
                    <a:pt x="91869" y="30945"/>
                  </a:cubicBezTo>
                  <a:cubicBezTo>
                    <a:pt x="92048" y="29802"/>
                    <a:pt x="92048" y="28624"/>
                    <a:pt x="91881" y="27457"/>
                  </a:cubicBezTo>
                  <a:cubicBezTo>
                    <a:pt x="91738" y="26397"/>
                    <a:pt x="91440" y="25349"/>
                    <a:pt x="91000" y="24337"/>
                  </a:cubicBezTo>
                  <a:cubicBezTo>
                    <a:pt x="90190" y="22432"/>
                    <a:pt x="88881" y="20682"/>
                    <a:pt x="87130" y="19122"/>
                  </a:cubicBezTo>
                  <a:cubicBezTo>
                    <a:pt x="86333" y="18408"/>
                    <a:pt x="85440" y="17741"/>
                    <a:pt x="84451" y="17146"/>
                  </a:cubicBezTo>
                  <a:cubicBezTo>
                    <a:pt x="83523" y="16586"/>
                    <a:pt x="82535" y="16098"/>
                    <a:pt x="81523" y="15717"/>
                  </a:cubicBezTo>
                  <a:cubicBezTo>
                    <a:pt x="80511" y="15336"/>
                    <a:pt x="79487" y="15050"/>
                    <a:pt x="78439" y="14872"/>
                  </a:cubicBezTo>
                  <a:cubicBezTo>
                    <a:pt x="77724" y="14753"/>
                    <a:pt x="76998" y="14693"/>
                    <a:pt x="76260" y="14693"/>
                  </a:cubicBezTo>
                  <a:cubicBezTo>
                    <a:pt x="75998" y="14693"/>
                    <a:pt x="75748" y="14693"/>
                    <a:pt x="75498" y="14705"/>
                  </a:cubicBezTo>
                  <a:cubicBezTo>
                    <a:pt x="74498" y="14765"/>
                    <a:pt x="73486" y="14943"/>
                    <a:pt x="72462" y="15217"/>
                  </a:cubicBezTo>
                  <a:cubicBezTo>
                    <a:pt x="71474" y="15479"/>
                    <a:pt x="70509" y="15872"/>
                    <a:pt x="69569" y="16372"/>
                  </a:cubicBezTo>
                  <a:cubicBezTo>
                    <a:pt x="68235" y="17086"/>
                    <a:pt x="67068" y="18063"/>
                    <a:pt x="66235" y="19146"/>
                  </a:cubicBezTo>
                  <a:cubicBezTo>
                    <a:pt x="66342" y="18753"/>
                    <a:pt x="66402" y="18325"/>
                    <a:pt x="66437" y="17848"/>
                  </a:cubicBezTo>
                  <a:cubicBezTo>
                    <a:pt x="66521" y="16813"/>
                    <a:pt x="66449" y="15741"/>
                    <a:pt x="66235" y="14622"/>
                  </a:cubicBezTo>
                  <a:cubicBezTo>
                    <a:pt x="65854" y="12657"/>
                    <a:pt x="64949" y="10657"/>
                    <a:pt x="63580" y="8835"/>
                  </a:cubicBezTo>
                  <a:cubicBezTo>
                    <a:pt x="62306" y="7121"/>
                    <a:pt x="60675" y="5573"/>
                    <a:pt x="58734" y="4216"/>
                  </a:cubicBezTo>
                  <a:cubicBezTo>
                    <a:pt x="56924" y="2942"/>
                    <a:pt x="54912" y="1930"/>
                    <a:pt x="52805" y="1215"/>
                  </a:cubicBezTo>
                  <a:cubicBezTo>
                    <a:pt x="51828" y="882"/>
                    <a:pt x="50793" y="620"/>
                    <a:pt x="49685" y="418"/>
                  </a:cubicBezTo>
                  <a:cubicBezTo>
                    <a:pt x="48530" y="227"/>
                    <a:pt x="47352" y="96"/>
                    <a:pt x="46173" y="37"/>
                  </a:cubicBezTo>
                  <a:cubicBezTo>
                    <a:pt x="45649" y="25"/>
                    <a:pt x="45173" y="1"/>
                    <a:pt x="44708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4810400" y="3189200"/>
              <a:ext cx="345900" cy="432525"/>
            </a:xfrm>
            <a:custGeom>
              <a:avLst/>
              <a:gdLst/>
              <a:ahLst/>
              <a:cxnLst/>
              <a:rect l="l" t="t" r="r" b="b"/>
              <a:pathLst>
                <a:path w="13836" h="17301" extrusionOk="0">
                  <a:moveTo>
                    <a:pt x="1358" y="13265"/>
                  </a:moveTo>
                  <a:cubicBezTo>
                    <a:pt x="1358" y="13312"/>
                    <a:pt x="1370" y="13348"/>
                    <a:pt x="1370" y="13395"/>
                  </a:cubicBezTo>
                  <a:cubicBezTo>
                    <a:pt x="1370" y="13336"/>
                    <a:pt x="1370" y="13288"/>
                    <a:pt x="1358" y="13265"/>
                  </a:cubicBezTo>
                  <a:close/>
                  <a:moveTo>
                    <a:pt x="10931" y="1"/>
                  </a:moveTo>
                  <a:cubicBezTo>
                    <a:pt x="10538" y="13"/>
                    <a:pt x="10145" y="49"/>
                    <a:pt x="9752" y="96"/>
                  </a:cubicBezTo>
                  <a:cubicBezTo>
                    <a:pt x="8681" y="191"/>
                    <a:pt x="7645" y="572"/>
                    <a:pt x="6668" y="1013"/>
                  </a:cubicBezTo>
                  <a:cubicBezTo>
                    <a:pt x="5704" y="1465"/>
                    <a:pt x="4811" y="2073"/>
                    <a:pt x="3978" y="2751"/>
                  </a:cubicBezTo>
                  <a:cubicBezTo>
                    <a:pt x="3239" y="3370"/>
                    <a:pt x="2585" y="4085"/>
                    <a:pt x="2049" y="4883"/>
                  </a:cubicBezTo>
                  <a:cubicBezTo>
                    <a:pt x="1632" y="5525"/>
                    <a:pt x="1299" y="6240"/>
                    <a:pt x="1001" y="6954"/>
                  </a:cubicBezTo>
                  <a:cubicBezTo>
                    <a:pt x="680" y="7752"/>
                    <a:pt x="453" y="8573"/>
                    <a:pt x="287" y="9419"/>
                  </a:cubicBezTo>
                  <a:cubicBezTo>
                    <a:pt x="144" y="10240"/>
                    <a:pt x="49" y="11074"/>
                    <a:pt x="25" y="11907"/>
                  </a:cubicBezTo>
                  <a:cubicBezTo>
                    <a:pt x="1" y="12729"/>
                    <a:pt x="96" y="13550"/>
                    <a:pt x="322" y="14336"/>
                  </a:cubicBezTo>
                  <a:cubicBezTo>
                    <a:pt x="477" y="14896"/>
                    <a:pt x="715" y="15420"/>
                    <a:pt x="1049" y="15908"/>
                  </a:cubicBezTo>
                  <a:cubicBezTo>
                    <a:pt x="1406" y="16432"/>
                    <a:pt x="1823" y="16860"/>
                    <a:pt x="2323" y="17217"/>
                  </a:cubicBezTo>
                  <a:cubicBezTo>
                    <a:pt x="2401" y="17274"/>
                    <a:pt x="2493" y="17301"/>
                    <a:pt x="2585" y="17301"/>
                  </a:cubicBezTo>
                  <a:cubicBezTo>
                    <a:pt x="2743" y="17301"/>
                    <a:pt x="2903" y="17222"/>
                    <a:pt x="3001" y="17086"/>
                  </a:cubicBezTo>
                  <a:cubicBezTo>
                    <a:pt x="3144" y="16860"/>
                    <a:pt x="3073" y="16586"/>
                    <a:pt x="2858" y="16420"/>
                  </a:cubicBezTo>
                  <a:cubicBezTo>
                    <a:pt x="2787" y="16360"/>
                    <a:pt x="2704" y="16301"/>
                    <a:pt x="2620" y="16241"/>
                  </a:cubicBezTo>
                  <a:cubicBezTo>
                    <a:pt x="2418" y="16062"/>
                    <a:pt x="2239" y="15848"/>
                    <a:pt x="2073" y="15634"/>
                  </a:cubicBezTo>
                  <a:cubicBezTo>
                    <a:pt x="1906" y="15360"/>
                    <a:pt x="1763" y="15098"/>
                    <a:pt x="1656" y="14800"/>
                  </a:cubicBezTo>
                  <a:cubicBezTo>
                    <a:pt x="1513" y="14336"/>
                    <a:pt x="1418" y="13872"/>
                    <a:pt x="1358" y="13395"/>
                  </a:cubicBezTo>
                  <a:cubicBezTo>
                    <a:pt x="1311" y="12622"/>
                    <a:pt x="1358" y="11848"/>
                    <a:pt x="1477" y="11074"/>
                  </a:cubicBezTo>
                  <a:cubicBezTo>
                    <a:pt x="1596" y="10514"/>
                    <a:pt x="1763" y="9978"/>
                    <a:pt x="1954" y="9443"/>
                  </a:cubicBezTo>
                  <a:cubicBezTo>
                    <a:pt x="2144" y="8883"/>
                    <a:pt x="2370" y="8347"/>
                    <a:pt x="2620" y="7835"/>
                  </a:cubicBezTo>
                  <a:cubicBezTo>
                    <a:pt x="2966" y="7157"/>
                    <a:pt x="3358" y="6526"/>
                    <a:pt x="3835" y="5942"/>
                  </a:cubicBezTo>
                  <a:cubicBezTo>
                    <a:pt x="4335" y="5371"/>
                    <a:pt x="4906" y="4883"/>
                    <a:pt x="5514" y="4442"/>
                  </a:cubicBezTo>
                  <a:cubicBezTo>
                    <a:pt x="6276" y="3942"/>
                    <a:pt x="7073" y="3525"/>
                    <a:pt x="7919" y="3216"/>
                  </a:cubicBezTo>
                  <a:cubicBezTo>
                    <a:pt x="8835" y="2906"/>
                    <a:pt x="9752" y="2680"/>
                    <a:pt x="10705" y="2573"/>
                  </a:cubicBezTo>
                  <a:cubicBezTo>
                    <a:pt x="11098" y="2561"/>
                    <a:pt x="11490" y="2561"/>
                    <a:pt x="11883" y="2561"/>
                  </a:cubicBezTo>
                  <a:lnTo>
                    <a:pt x="12479" y="2561"/>
                  </a:lnTo>
                  <a:cubicBezTo>
                    <a:pt x="12526" y="2573"/>
                    <a:pt x="12562" y="2573"/>
                    <a:pt x="12610" y="2597"/>
                  </a:cubicBezTo>
                  <a:cubicBezTo>
                    <a:pt x="12632" y="2598"/>
                    <a:pt x="12653" y="2598"/>
                    <a:pt x="12675" y="2598"/>
                  </a:cubicBezTo>
                  <a:cubicBezTo>
                    <a:pt x="12863" y="2598"/>
                    <a:pt x="13033" y="2552"/>
                    <a:pt x="13193" y="2477"/>
                  </a:cubicBezTo>
                  <a:cubicBezTo>
                    <a:pt x="13443" y="2335"/>
                    <a:pt x="13657" y="2096"/>
                    <a:pt x="13741" y="1823"/>
                  </a:cubicBezTo>
                  <a:cubicBezTo>
                    <a:pt x="13836" y="1537"/>
                    <a:pt x="13812" y="1204"/>
                    <a:pt x="13669" y="942"/>
                  </a:cubicBezTo>
                  <a:cubicBezTo>
                    <a:pt x="13550" y="703"/>
                    <a:pt x="13300" y="453"/>
                    <a:pt x="13026" y="394"/>
                  </a:cubicBezTo>
                  <a:cubicBezTo>
                    <a:pt x="12800" y="346"/>
                    <a:pt x="12610" y="239"/>
                    <a:pt x="12383" y="180"/>
                  </a:cubicBezTo>
                  <a:cubicBezTo>
                    <a:pt x="12086" y="108"/>
                    <a:pt x="11788" y="61"/>
                    <a:pt x="11490" y="37"/>
                  </a:cubicBezTo>
                  <a:cubicBezTo>
                    <a:pt x="11300" y="13"/>
                    <a:pt x="11121" y="1"/>
                    <a:pt x="10931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5203325" y="3207075"/>
              <a:ext cx="59550" cy="58075"/>
            </a:xfrm>
            <a:custGeom>
              <a:avLst/>
              <a:gdLst/>
              <a:ahLst/>
              <a:cxnLst/>
              <a:rect l="l" t="t" r="r" b="b"/>
              <a:pathLst>
                <a:path w="2382" h="2323" extrusionOk="0">
                  <a:moveTo>
                    <a:pt x="1250" y="0"/>
                  </a:moveTo>
                  <a:cubicBezTo>
                    <a:pt x="619" y="12"/>
                    <a:pt x="60" y="453"/>
                    <a:pt x="36" y="1096"/>
                  </a:cubicBezTo>
                  <a:cubicBezTo>
                    <a:pt x="0" y="1715"/>
                    <a:pt x="500" y="2322"/>
                    <a:pt x="1131" y="2322"/>
                  </a:cubicBezTo>
                  <a:cubicBezTo>
                    <a:pt x="1762" y="2322"/>
                    <a:pt x="2310" y="1893"/>
                    <a:pt x="2358" y="1227"/>
                  </a:cubicBezTo>
                  <a:cubicBezTo>
                    <a:pt x="2381" y="608"/>
                    <a:pt x="1893" y="0"/>
                    <a:pt x="1250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5314950" y="3515150"/>
              <a:ext cx="292600" cy="160775"/>
            </a:xfrm>
            <a:custGeom>
              <a:avLst/>
              <a:gdLst/>
              <a:ahLst/>
              <a:cxnLst/>
              <a:rect l="l" t="t" r="r" b="b"/>
              <a:pathLst>
                <a:path w="11704" h="6431" extrusionOk="0">
                  <a:moveTo>
                    <a:pt x="3691" y="0"/>
                  </a:moveTo>
                  <a:cubicBezTo>
                    <a:pt x="3655" y="36"/>
                    <a:pt x="3596" y="36"/>
                    <a:pt x="3548" y="36"/>
                  </a:cubicBezTo>
                  <a:cubicBezTo>
                    <a:pt x="3000" y="48"/>
                    <a:pt x="2441" y="107"/>
                    <a:pt x="1905" y="227"/>
                  </a:cubicBezTo>
                  <a:cubicBezTo>
                    <a:pt x="1357" y="346"/>
                    <a:pt x="833" y="536"/>
                    <a:pt x="345" y="774"/>
                  </a:cubicBezTo>
                  <a:lnTo>
                    <a:pt x="167" y="869"/>
                  </a:lnTo>
                  <a:cubicBezTo>
                    <a:pt x="36" y="941"/>
                    <a:pt x="0" y="1119"/>
                    <a:pt x="83" y="1239"/>
                  </a:cubicBezTo>
                  <a:cubicBezTo>
                    <a:pt x="136" y="1321"/>
                    <a:pt x="217" y="1356"/>
                    <a:pt x="302" y="1356"/>
                  </a:cubicBezTo>
                  <a:cubicBezTo>
                    <a:pt x="352" y="1356"/>
                    <a:pt x="404" y="1344"/>
                    <a:pt x="452" y="1322"/>
                  </a:cubicBezTo>
                  <a:lnTo>
                    <a:pt x="714" y="1191"/>
                  </a:lnTo>
                  <a:cubicBezTo>
                    <a:pt x="1179" y="989"/>
                    <a:pt x="1667" y="846"/>
                    <a:pt x="2179" y="762"/>
                  </a:cubicBezTo>
                  <a:cubicBezTo>
                    <a:pt x="2484" y="719"/>
                    <a:pt x="2794" y="693"/>
                    <a:pt x="3108" y="693"/>
                  </a:cubicBezTo>
                  <a:cubicBezTo>
                    <a:pt x="3308" y="693"/>
                    <a:pt x="3511" y="703"/>
                    <a:pt x="3715" y="727"/>
                  </a:cubicBezTo>
                  <a:cubicBezTo>
                    <a:pt x="4310" y="810"/>
                    <a:pt x="4882" y="953"/>
                    <a:pt x="5453" y="1167"/>
                  </a:cubicBezTo>
                  <a:cubicBezTo>
                    <a:pt x="5763" y="1286"/>
                    <a:pt x="6060" y="1429"/>
                    <a:pt x="6358" y="1596"/>
                  </a:cubicBezTo>
                  <a:cubicBezTo>
                    <a:pt x="6668" y="1762"/>
                    <a:pt x="6953" y="1965"/>
                    <a:pt x="7239" y="2155"/>
                  </a:cubicBezTo>
                  <a:cubicBezTo>
                    <a:pt x="7846" y="2608"/>
                    <a:pt x="8382" y="3155"/>
                    <a:pt x="8870" y="3739"/>
                  </a:cubicBezTo>
                  <a:cubicBezTo>
                    <a:pt x="9311" y="4275"/>
                    <a:pt x="9668" y="4834"/>
                    <a:pt x="9966" y="5465"/>
                  </a:cubicBezTo>
                  <a:cubicBezTo>
                    <a:pt x="10025" y="5608"/>
                    <a:pt x="10073" y="5763"/>
                    <a:pt x="10144" y="5894"/>
                  </a:cubicBezTo>
                  <a:cubicBezTo>
                    <a:pt x="10216" y="6084"/>
                    <a:pt x="10323" y="6251"/>
                    <a:pt x="10513" y="6346"/>
                  </a:cubicBezTo>
                  <a:cubicBezTo>
                    <a:pt x="10631" y="6401"/>
                    <a:pt x="10758" y="6430"/>
                    <a:pt x="10889" y="6430"/>
                  </a:cubicBezTo>
                  <a:cubicBezTo>
                    <a:pt x="10958" y="6430"/>
                    <a:pt x="11027" y="6422"/>
                    <a:pt x="11097" y="6406"/>
                  </a:cubicBezTo>
                  <a:cubicBezTo>
                    <a:pt x="11490" y="6287"/>
                    <a:pt x="11704" y="5846"/>
                    <a:pt x="11597" y="5453"/>
                  </a:cubicBezTo>
                  <a:cubicBezTo>
                    <a:pt x="11454" y="4870"/>
                    <a:pt x="11192" y="4322"/>
                    <a:pt x="10894" y="3798"/>
                  </a:cubicBezTo>
                  <a:cubicBezTo>
                    <a:pt x="10597" y="3275"/>
                    <a:pt x="10216" y="2810"/>
                    <a:pt x="9799" y="2382"/>
                  </a:cubicBezTo>
                  <a:cubicBezTo>
                    <a:pt x="9382" y="1965"/>
                    <a:pt x="8894" y="1608"/>
                    <a:pt x="8394" y="1298"/>
                  </a:cubicBezTo>
                  <a:cubicBezTo>
                    <a:pt x="8180" y="1167"/>
                    <a:pt x="7941" y="1024"/>
                    <a:pt x="7691" y="905"/>
                  </a:cubicBezTo>
                  <a:cubicBezTo>
                    <a:pt x="7418" y="774"/>
                    <a:pt x="7120" y="655"/>
                    <a:pt x="6822" y="548"/>
                  </a:cubicBezTo>
                  <a:cubicBezTo>
                    <a:pt x="5822" y="179"/>
                    <a:pt x="4763" y="0"/>
                    <a:pt x="3691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4549675" y="4443825"/>
              <a:ext cx="2232725" cy="21975"/>
            </a:xfrm>
            <a:custGeom>
              <a:avLst/>
              <a:gdLst/>
              <a:ahLst/>
              <a:cxnLst/>
              <a:rect l="l" t="t" r="r" b="b"/>
              <a:pathLst>
                <a:path w="89309" h="879" extrusionOk="0">
                  <a:moveTo>
                    <a:pt x="64508" y="1"/>
                  </a:moveTo>
                  <a:cubicBezTo>
                    <a:pt x="62925" y="13"/>
                    <a:pt x="61305" y="13"/>
                    <a:pt x="59686" y="13"/>
                  </a:cubicBezTo>
                  <a:cubicBezTo>
                    <a:pt x="54412" y="36"/>
                    <a:pt x="49125" y="60"/>
                    <a:pt x="43863" y="72"/>
                  </a:cubicBezTo>
                  <a:cubicBezTo>
                    <a:pt x="41315" y="96"/>
                    <a:pt x="38767" y="108"/>
                    <a:pt x="36207" y="108"/>
                  </a:cubicBezTo>
                  <a:cubicBezTo>
                    <a:pt x="33814" y="108"/>
                    <a:pt x="31409" y="108"/>
                    <a:pt x="29004" y="120"/>
                  </a:cubicBezTo>
                  <a:cubicBezTo>
                    <a:pt x="26813" y="120"/>
                    <a:pt x="24610" y="120"/>
                    <a:pt x="22431" y="132"/>
                  </a:cubicBezTo>
                  <a:cubicBezTo>
                    <a:pt x="20145" y="156"/>
                    <a:pt x="17859" y="167"/>
                    <a:pt x="15585" y="191"/>
                  </a:cubicBezTo>
                  <a:cubicBezTo>
                    <a:pt x="10668" y="251"/>
                    <a:pt x="5739" y="239"/>
                    <a:pt x="833" y="286"/>
                  </a:cubicBezTo>
                  <a:cubicBezTo>
                    <a:pt x="607" y="286"/>
                    <a:pt x="369" y="286"/>
                    <a:pt x="155" y="298"/>
                  </a:cubicBezTo>
                  <a:cubicBezTo>
                    <a:pt x="71" y="298"/>
                    <a:pt x="0" y="358"/>
                    <a:pt x="0" y="453"/>
                  </a:cubicBezTo>
                  <a:cubicBezTo>
                    <a:pt x="0" y="525"/>
                    <a:pt x="60" y="596"/>
                    <a:pt x="155" y="596"/>
                  </a:cubicBezTo>
                  <a:cubicBezTo>
                    <a:pt x="5013" y="656"/>
                    <a:pt x="9894" y="656"/>
                    <a:pt x="14776" y="691"/>
                  </a:cubicBezTo>
                  <a:cubicBezTo>
                    <a:pt x="17097" y="703"/>
                    <a:pt x="19431" y="727"/>
                    <a:pt x="21765" y="751"/>
                  </a:cubicBezTo>
                  <a:cubicBezTo>
                    <a:pt x="23979" y="763"/>
                    <a:pt x="26182" y="763"/>
                    <a:pt x="28385" y="763"/>
                  </a:cubicBezTo>
                  <a:cubicBezTo>
                    <a:pt x="30718" y="763"/>
                    <a:pt x="33052" y="775"/>
                    <a:pt x="35397" y="775"/>
                  </a:cubicBezTo>
                  <a:cubicBezTo>
                    <a:pt x="37981" y="775"/>
                    <a:pt x="40577" y="787"/>
                    <a:pt x="43160" y="810"/>
                  </a:cubicBezTo>
                  <a:cubicBezTo>
                    <a:pt x="48387" y="834"/>
                    <a:pt x="53626" y="846"/>
                    <a:pt x="58853" y="870"/>
                  </a:cubicBezTo>
                  <a:cubicBezTo>
                    <a:pt x="60252" y="876"/>
                    <a:pt x="61651" y="879"/>
                    <a:pt x="63047" y="879"/>
                  </a:cubicBezTo>
                  <a:cubicBezTo>
                    <a:pt x="64443" y="879"/>
                    <a:pt x="65836" y="876"/>
                    <a:pt x="67223" y="870"/>
                  </a:cubicBezTo>
                  <a:cubicBezTo>
                    <a:pt x="69604" y="870"/>
                    <a:pt x="72009" y="846"/>
                    <a:pt x="74390" y="834"/>
                  </a:cubicBezTo>
                  <a:cubicBezTo>
                    <a:pt x="76843" y="822"/>
                    <a:pt x="79284" y="787"/>
                    <a:pt x="81736" y="763"/>
                  </a:cubicBezTo>
                  <a:cubicBezTo>
                    <a:pt x="82915" y="751"/>
                    <a:pt x="84070" y="751"/>
                    <a:pt x="85249" y="727"/>
                  </a:cubicBezTo>
                  <a:cubicBezTo>
                    <a:pt x="86297" y="715"/>
                    <a:pt x="87332" y="703"/>
                    <a:pt x="88356" y="691"/>
                  </a:cubicBezTo>
                  <a:lnTo>
                    <a:pt x="89059" y="691"/>
                  </a:lnTo>
                  <a:cubicBezTo>
                    <a:pt x="89190" y="691"/>
                    <a:pt x="89309" y="572"/>
                    <a:pt x="89309" y="429"/>
                  </a:cubicBezTo>
                  <a:cubicBezTo>
                    <a:pt x="89309" y="298"/>
                    <a:pt x="89190" y="179"/>
                    <a:pt x="89059" y="179"/>
                  </a:cubicBezTo>
                  <a:cubicBezTo>
                    <a:pt x="88023" y="179"/>
                    <a:pt x="86975" y="167"/>
                    <a:pt x="85939" y="156"/>
                  </a:cubicBezTo>
                  <a:cubicBezTo>
                    <a:pt x="84761" y="132"/>
                    <a:pt x="83582" y="132"/>
                    <a:pt x="82403" y="120"/>
                  </a:cubicBezTo>
                  <a:cubicBezTo>
                    <a:pt x="79951" y="108"/>
                    <a:pt x="77486" y="60"/>
                    <a:pt x="75021" y="48"/>
                  </a:cubicBezTo>
                  <a:cubicBezTo>
                    <a:pt x="72700" y="25"/>
                    <a:pt x="70366" y="13"/>
                    <a:pt x="68032" y="1"/>
                  </a:cubicBezTo>
                  <a:close/>
                </a:path>
              </a:pathLst>
            </a:custGeom>
            <a:solidFill>
              <a:srgbClr val="B8E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4789275" y="4063125"/>
              <a:ext cx="102125" cy="49150"/>
            </a:xfrm>
            <a:custGeom>
              <a:avLst/>
              <a:gdLst/>
              <a:ahLst/>
              <a:cxnLst/>
              <a:rect l="l" t="t" r="r" b="b"/>
              <a:pathLst>
                <a:path w="4085" h="1966" extrusionOk="0">
                  <a:moveTo>
                    <a:pt x="2037" y="1"/>
                  </a:moveTo>
                  <a:cubicBezTo>
                    <a:pt x="905" y="1"/>
                    <a:pt x="1" y="453"/>
                    <a:pt x="1" y="989"/>
                  </a:cubicBezTo>
                  <a:cubicBezTo>
                    <a:pt x="1" y="1537"/>
                    <a:pt x="905" y="1965"/>
                    <a:pt x="2037" y="1965"/>
                  </a:cubicBezTo>
                  <a:cubicBezTo>
                    <a:pt x="3156" y="1965"/>
                    <a:pt x="4073" y="1525"/>
                    <a:pt x="4084" y="989"/>
                  </a:cubicBezTo>
                  <a:cubicBezTo>
                    <a:pt x="4084" y="441"/>
                    <a:pt x="3168" y="1"/>
                    <a:pt x="2037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5521225" y="4057175"/>
              <a:ext cx="110150" cy="53000"/>
            </a:xfrm>
            <a:custGeom>
              <a:avLst/>
              <a:gdLst/>
              <a:ahLst/>
              <a:cxnLst/>
              <a:rect l="l" t="t" r="r" b="b"/>
              <a:pathLst>
                <a:path w="4406" h="2120" extrusionOk="0">
                  <a:moveTo>
                    <a:pt x="2203" y="1"/>
                  </a:moveTo>
                  <a:cubicBezTo>
                    <a:pt x="976" y="1"/>
                    <a:pt x="0" y="477"/>
                    <a:pt x="0" y="1060"/>
                  </a:cubicBezTo>
                  <a:cubicBezTo>
                    <a:pt x="0" y="1644"/>
                    <a:pt x="1000" y="2120"/>
                    <a:pt x="2203" y="2120"/>
                  </a:cubicBezTo>
                  <a:cubicBezTo>
                    <a:pt x="3405" y="2120"/>
                    <a:pt x="4393" y="1644"/>
                    <a:pt x="4405" y="1060"/>
                  </a:cubicBezTo>
                  <a:cubicBezTo>
                    <a:pt x="4405" y="477"/>
                    <a:pt x="3417" y="1"/>
                    <a:pt x="2203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16"/>
          <p:cNvSpPr/>
          <p:nvPr/>
        </p:nvSpPr>
        <p:spPr>
          <a:xfrm flipH="1">
            <a:off x="-367903" y="2331457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"/>
          <p:cNvSpPr/>
          <p:nvPr/>
        </p:nvSpPr>
        <p:spPr>
          <a:xfrm flipH="1">
            <a:off x="797897" y="-99018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6"/>
          <p:cNvSpPr/>
          <p:nvPr/>
        </p:nvSpPr>
        <p:spPr>
          <a:xfrm flipH="1">
            <a:off x="8110322" y="1451407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>
            <a:spLocks noGrp="1"/>
          </p:cNvSpPr>
          <p:nvPr>
            <p:ph type="title"/>
          </p:nvPr>
        </p:nvSpPr>
        <p:spPr>
          <a:xfrm>
            <a:off x="719975" y="1653784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1"/>
          </p:nvPr>
        </p:nvSpPr>
        <p:spPr>
          <a:xfrm>
            <a:off x="719975" y="21598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title" idx="2"/>
          </p:nvPr>
        </p:nvSpPr>
        <p:spPr>
          <a:xfrm>
            <a:off x="3419246" y="1653784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ubTitle" idx="3"/>
          </p:nvPr>
        </p:nvSpPr>
        <p:spPr>
          <a:xfrm>
            <a:off x="3419244" y="21598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title" idx="4"/>
          </p:nvPr>
        </p:nvSpPr>
        <p:spPr>
          <a:xfrm>
            <a:off x="719975" y="3074375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subTitle" idx="5"/>
          </p:nvPr>
        </p:nvSpPr>
        <p:spPr>
          <a:xfrm>
            <a:off x="719975" y="35764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title" idx="6"/>
          </p:nvPr>
        </p:nvSpPr>
        <p:spPr>
          <a:xfrm>
            <a:off x="3419246" y="3074375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7"/>
          </p:nvPr>
        </p:nvSpPr>
        <p:spPr>
          <a:xfrm>
            <a:off x="3419248" y="35764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title" idx="8"/>
          </p:nvPr>
        </p:nvSpPr>
        <p:spPr>
          <a:xfrm>
            <a:off x="6118524" y="1653784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9"/>
          </p:nvPr>
        </p:nvSpPr>
        <p:spPr>
          <a:xfrm>
            <a:off x="6118520" y="21598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title" idx="13"/>
          </p:nvPr>
        </p:nvSpPr>
        <p:spPr>
          <a:xfrm>
            <a:off x="6118524" y="3074375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14"/>
          </p:nvPr>
        </p:nvSpPr>
        <p:spPr>
          <a:xfrm>
            <a:off x="6118520" y="35764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0" y="4873350"/>
            <a:ext cx="9144000" cy="2769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8110322" y="400403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944522" y="-251418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-367903" y="1017732"/>
            <a:ext cx="1300471" cy="547301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 flipH="1">
            <a:off x="-324032" y="2183509"/>
            <a:ext cx="1845060" cy="776490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2"/>
          <p:cNvSpPr/>
          <p:nvPr/>
        </p:nvSpPr>
        <p:spPr>
          <a:xfrm flipH="1">
            <a:off x="7219418" y="151259"/>
            <a:ext cx="1845060" cy="776490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/>
          <p:nvPr/>
        </p:nvSpPr>
        <p:spPr>
          <a:xfrm flipH="1">
            <a:off x="-324032" y="2183509"/>
            <a:ext cx="1845060" cy="776490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3"/>
          <p:cNvSpPr/>
          <p:nvPr/>
        </p:nvSpPr>
        <p:spPr>
          <a:xfrm flipH="1">
            <a:off x="7219418" y="151259"/>
            <a:ext cx="1845060" cy="776490"/>
          </a:xfrm>
          <a:custGeom>
            <a:avLst/>
            <a:gdLst/>
            <a:ahLst/>
            <a:cxnLst/>
            <a:rect l="l" t="t" r="r" b="b"/>
            <a:pathLst>
              <a:path w="95500" h="40191" extrusionOk="0">
                <a:moveTo>
                  <a:pt x="66409" y="0"/>
                </a:moveTo>
                <a:cubicBezTo>
                  <a:pt x="64164" y="0"/>
                  <a:pt x="62227" y="461"/>
                  <a:pt x="60750" y="819"/>
                </a:cubicBezTo>
                <a:cubicBezTo>
                  <a:pt x="57256" y="1639"/>
                  <a:pt x="53979" y="3205"/>
                  <a:pt x="51087" y="5350"/>
                </a:cubicBezTo>
                <a:cubicBezTo>
                  <a:pt x="49273" y="6711"/>
                  <a:pt x="47083" y="7415"/>
                  <a:pt x="44862" y="7415"/>
                </a:cubicBezTo>
                <a:cubicBezTo>
                  <a:pt x="43898" y="7415"/>
                  <a:pt x="42927" y="7282"/>
                  <a:pt x="41978" y="7012"/>
                </a:cubicBezTo>
                <a:cubicBezTo>
                  <a:pt x="41118" y="6741"/>
                  <a:pt x="40228" y="6609"/>
                  <a:pt x="39341" y="6609"/>
                </a:cubicBezTo>
                <a:cubicBezTo>
                  <a:pt x="38415" y="6609"/>
                  <a:pt x="37491" y="6753"/>
                  <a:pt x="36604" y="7037"/>
                </a:cubicBezTo>
                <a:cubicBezTo>
                  <a:pt x="32821" y="8241"/>
                  <a:pt x="32869" y="11398"/>
                  <a:pt x="28532" y="13615"/>
                </a:cubicBezTo>
                <a:cubicBezTo>
                  <a:pt x="27472" y="14164"/>
                  <a:pt x="26466" y="14368"/>
                  <a:pt x="25481" y="14368"/>
                </a:cubicBezTo>
                <a:cubicBezTo>
                  <a:pt x="22594" y="14368"/>
                  <a:pt x="19890" y="12608"/>
                  <a:pt x="16542" y="12608"/>
                </a:cubicBezTo>
                <a:cubicBezTo>
                  <a:pt x="15817" y="12608"/>
                  <a:pt x="15061" y="12691"/>
                  <a:pt x="14266" y="12892"/>
                </a:cubicBezTo>
                <a:cubicBezTo>
                  <a:pt x="7013" y="14724"/>
                  <a:pt x="0" y="23881"/>
                  <a:pt x="3663" y="30098"/>
                </a:cubicBezTo>
                <a:cubicBezTo>
                  <a:pt x="7207" y="36139"/>
                  <a:pt x="12262" y="37898"/>
                  <a:pt x="16946" y="37898"/>
                </a:cubicBezTo>
                <a:cubicBezTo>
                  <a:pt x="23472" y="37898"/>
                  <a:pt x="29279" y="34484"/>
                  <a:pt x="29279" y="34484"/>
                </a:cubicBezTo>
                <a:cubicBezTo>
                  <a:pt x="29279" y="34484"/>
                  <a:pt x="32749" y="37809"/>
                  <a:pt x="36604" y="39231"/>
                </a:cubicBezTo>
                <a:cubicBezTo>
                  <a:pt x="37149" y="39445"/>
                  <a:pt x="39162" y="40191"/>
                  <a:pt x="41678" y="40191"/>
                </a:cubicBezTo>
                <a:cubicBezTo>
                  <a:pt x="42836" y="40191"/>
                  <a:pt x="44100" y="40033"/>
                  <a:pt x="45376" y="39592"/>
                </a:cubicBezTo>
                <a:cubicBezTo>
                  <a:pt x="48846" y="38412"/>
                  <a:pt x="49063" y="36291"/>
                  <a:pt x="51979" y="35930"/>
                </a:cubicBezTo>
                <a:cubicBezTo>
                  <a:pt x="52194" y="35904"/>
                  <a:pt x="52394" y="35892"/>
                  <a:pt x="52584" y="35892"/>
                </a:cubicBezTo>
                <a:cubicBezTo>
                  <a:pt x="54373" y="35892"/>
                  <a:pt x="55224" y="36970"/>
                  <a:pt x="58557" y="38146"/>
                </a:cubicBezTo>
                <a:cubicBezTo>
                  <a:pt x="60333" y="38760"/>
                  <a:pt x="63483" y="39860"/>
                  <a:pt x="66709" y="39860"/>
                </a:cubicBezTo>
                <a:cubicBezTo>
                  <a:pt x="68298" y="39860"/>
                  <a:pt x="69906" y="39593"/>
                  <a:pt x="71377" y="38869"/>
                </a:cubicBezTo>
                <a:cubicBezTo>
                  <a:pt x="74341" y="37399"/>
                  <a:pt x="73884" y="35423"/>
                  <a:pt x="76848" y="34484"/>
                </a:cubicBezTo>
                <a:cubicBezTo>
                  <a:pt x="77541" y="34260"/>
                  <a:pt x="78153" y="34177"/>
                  <a:pt x="78733" y="34177"/>
                </a:cubicBezTo>
                <a:cubicBezTo>
                  <a:pt x="80408" y="34177"/>
                  <a:pt x="81811" y="34871"/>
                  <a:pt x="84135" y="34871"/>
                </a:cubicBezTo>
                <a:cubicBezTo>
                  <a:pt x="84386" y="34871"/>
                  <a:pt x="84647" y="34863"/>
                  <a:pt x="84920" y="34845"/>
                </a:cubicBezTo>
                <a:lnTo>
                  <a:pt x="85089" y="34845"/>
                </a:lnTo>
                <a:cubicBezTo>
                  <a:pt x="89427" y="34484"/>
                  <a:pt x="93089" y="31423"/>
                  <a:pt x="94222" y="27206"/>
                </a:cubicBezTo>
                <a:cubicBezTo>
                  <a:pt x="95499" y="22507"/>
                  <a:pt x="94848" y="20242"/>
                  <a:pt x="93692" y="19109"/>
                </a:cubicBezTo>
                <a:cubicBezTo>
                  <a:pt x="91595" y="17037"/>
                  <a:pt x="88246" y="19109"/>
                  <a:pt x="84896" y="16555"/>
                </a:cubicBezTo>
                <a:cubicBezTo>
                  <a:pt x="82245" y="14507"/>
                  <a:pt x="83354" y="12386"/>
                  <a:pt x="80510" y="8121"/>
                </a:cubicBezTo>
                <a:cubicBezTo>
                  <a:pt x="79763" y="7012"/>
                  <a:pt x="76775" y="2651"/>
                  <a:pt x="71377" y="819"/>
                </a:cubicBezTo>
                <a:cubicBezTo>
                  <a:pt x="69610" y="214"/>
                  <a:pt x="67938" y="0"/>
                  <a:pt x="66409" y="0"/>
                </a:cubicBezTo>
                <a:close/>
              </a:path>
            </a:pathLst>
          </a:custGeom>
          <a:solidFill>
            <a:srgbClr val="FFFFFF">
              <a:alpha val="17320"/>
            </a:srgbClr>
          </a:solidFill>
          <a:ln w="28575" cap="flat" cmpd="sng">
            <a:solidFill>
              <a:srgbClr val="0E1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0" y="4873350"/>
            <a:ext cx="9144000" cy="276900"/>
          </a:xfrm>
          <a:prstGeom prst="rect">
            <a:avLst/>
          </a:prstGeom>
          <a:solidFill>
            <a:srgbClr val="FCB0B6"/>
          </a:solidFill>
          <a:ln w="28575" cap="flat" cmpd="sng">
            <a:solidFill>
              <a:srgbClr val="DE8C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" name="Google Shape;243;p23"/>
          <p:cNvGrpSpPr/>
          <p:nvPr/>
        </p:nvGrpSpPr>
        <p:grpSpPr>
          <a:xfrm flipH="1">
            <a:off x="7622965" y="4099155"/>
            <a:ext cx="2266280" cy="1068893"/>
            <a:chOff x="3992750" y="3100500"/>
            <a:chExt cx="2894725" cy="1365300"/>
          </a:xfrm>
        </p:grpSpPr>
        <p:sp>
          <p:nvSpPr>
            <p:cNvPr id="244" name="Google Shape;244;p23"/>
            <p:cNvSpPr/>
            <p:nvPr/>
          </p:nvSpPr>
          <p:spPr>
            <a:xfrm>
              <a:off x="3992750" y="3100500"/>
              <a:ext cx="2894725" cy="1351700"/>
            </a:xfrm>
            <a:custGeom>
              <a:avLst/>
              <a:gdLst/>
              <a:ahLst/>
              <a:cxnLst/>
              <a:rect l="l" t="t" r="r" b="b"/>
              <a:pathLst>
                <a:path w="115789" h="54068" extrusionOk="0">
                  <a:moveTo>
                    <a:pt x="44708" y="1"/>
                  </a:moveTo>
                  <a:cubicBezTo>
                    <a:pt x="42863" y="1"/>
                    <a:pt x="40994" y="191"/>
                    <a:pt x="39172" y="549"/>
                  </a:cubicBezTo>
                  <a:cubicBezTo>
                    <a:pt x="36898" y="989"/>
                    <a:pt x="34660" y="1715"/>
                    <a:pt x="32576" y="2716"/>
                  </a:cubicBezTo>
                  <a:cubicBezTo>
                    <a:pt x="30480" y="3728"/>
                    <a:pt x="28540" y="5013"/>
                    <a:pt x="26849" y="6549"/>
                  </a:cubicBezTo>
                  <a:cubicBezTo>
                    <a:pt x="26004" y="7311"/>
                    <a:pt x="25194" y="8181"/>
                    <a:pt x="24468" y="9085"/>
                  </a:cubicBezTo>
                  <a:cubicBezTo>
                    <a:pt x="23527" y="10240"/>
                    <a:pt x="22825" y="11336"/>
                    <a:pt x="22289" y="12407"/>
                  </a:cubicBezTo>
                  <a:cubicBezTo>
                    <a:pt x="21979" y="13038"/>
                    <a:pt x="21694" y="13729"/>
                    <a:pt x="21491" y="14431"/>
                  </a:cubicBezTo>
                  <a:cubicBezTo>
                    <a:pt x="21313" y="15039"/>
                    <a:pt x="21182" y="15693"/>
                    <a:pt x="21086" y="16455"/>
                  </a:cubicBezTo>
                  <a:cubicBezTo>
                    <a:pt x="20955" y="17705"/>
                    <a:pt x="21039" y="19063"/>
                    <a:pt x="21348" y="20468"/>
                  </a:cubicBezTo>
                  <a:cubicBezTo>
                    <a:pt x="21610" y="21587"/>
                    <a:pt x="22027" y="22718"/>
                    <a:pt x="22622" y="23956"/>
                  </a:cubicBezTo>
                  <a:cubicBezTo>
                    <a:pt x="21967" y="23504"/>
                    <a:pt x="21217" y="23135"/>
                    <a:pt x="20420" y="22873"/>
                  </a:cubicBezTo>
                  <a:cubicBezTo>
                    <a:pt x="19384" y="22516"/>
                    <a:pt x="18288" y="22337"/>
                    <a:pt x="17157" y="22313"/>
                  </a:cubicBezTo>
                  <a:lnTo>
                    <a:pt x="17003" y="22313"/>
                  </a:lnTo>
                  <a:cubicBezTo>
                    <a:pt x="14955" y="22313"/>
                    <a:pt x="12823" y="22837"/>
                    <a:pt x="10871" y="23801"/>
                  </a:cubicBezTo>
                  <a:cubicBezTo>
                    <a:pt x="8823" y="24825"/>
                    <a:pt x="7180" y="26278"/>
                    <a:pt x="6144" y="27957"/>
                  </a:cubicBezTo>
                  <a:cubicBezTo>
                    <a:pt x="5120" y="29612"/>
                    <a:pt x="4572" y="31588"/>
                    <a:pt x="4537" y="33684"/>
                  </a:cubicBezTo>
                  <a:cubicBezTo>
                    <a:pt x="4501" y="35577"/>
                    <a:pt x="4918" y="37434"/>
                    <a:pt x="5727" y="39077"/>
                  </a:cubicBezTo>
                  <a:cubicBezTo>
                    <a:pt x="6323" y="40280"/>
                    <a:pt x="7156" y="41363"/>
                    <a:pt x="8144" y="42220"/>
                  </a:cubicBezTo>
                  <a:cubicBezTo>
                    <a:pt x="7882" y="42161"/>
                    <a:pt x="7609" y="42125"/>
                    <a:pt x="7251" y="42125"/>
                  </a:cubicBezTo>
                  <a:cubicBezTo>
                    <a:pt x="7061" y="42125"/>
                    <a:pt x="6906" y="42125"/>
                    <a:pt x="6727" y="42137"/>
                  </a:cubicBezTo>
                  <a:cubicBezTo>
                    <a:pt x="5870" y="42197"/>
                    <a:pt x="5001" y="42423"/>
                    <a:pt x="4203" y="42816"/>
                  </a:cubicBezTo>
                  <a:cubicBezTo>
                    <a:pt x="2691" y="43530"/>
                    <a:pt x="1453" y="44780"/>
                    <a:pt x="739" y="46328"/>
                  </a:cubicBezTo>
                  <a:cubicBezTo>
                    <a:pt x="143" y="47590"/>
                    <a:pt x="0" y="49007"/>
                    <a:pt x="310" y="50293"/>
                  </a:cubicBezTo>
                  <a:cubicBezTo>
                    <a:pt x="477" y="50995"/>
                    <a:pt x="786" y="51650"/>
                    <a:pt x="1239" y="52281"/>
                  </a:cubicBezTo>
                  <a:cubicBezTo>
                    <a:pt x="1679" y="52912"/>
                    <a:pt x="2286" y="53508"/>
                    <a:pt x="3048" y="54031"/>
                  </a:cubicBezTo>
                  <a:cubicBezTo>
                    <a:pt x="3060" y="54043"/>
                    <a:pt x="3096" y="54067"/>
                    <a:pt x="3108" y="54067"/>
                  </a:cubicBezTo>
                  <a:lnTo>
                    <a:pt x="112300" y="54067"/>
                  </a:lnTo>
                  <a:cubicBezTo>
                    <a:pt x="112395" y="53972"/>
                    <a:pt x="112479" y="53900"/>
                    <a:pt x="112574" y="53829"/>
                  </a:cubicBezTo>
                  <a:cubicBezTo>
                    <a:pt x="113265" y="53055"/>
                    <a:pt x="113860" y="52234"/>
                    <a:pt x="114324" y="51364"/>
                  </a:cubicBezTo>
                  <a:cubicBezTo>
                    <a:pt x="114789" y="50531"/>
                    <a:pt x="115134" y="49614"/>
                    <a:pt x="115372" y="48626"/>
                  </a:cubicBezTo>
                  <a:cubicBezTo>
                    <a:pt x="115789" y="46876"/>
                    <a:pt x="115753" y="44923"/>
                    <a:pt x="115265" y="43006"/>
                  </a:cubicBezTo>
                  <a:cubicBezTo>
                    <a:pt x="114812" y="41220"/>
                    <a:pt x="113955" y="39434"/>
                    <a:pt x="112765" y="37815"/>
                  </a:cubicBezTo>
                  <a:cubicBezTo>
                    <a:pt x="111574" y="36208"/>
                    <a:pt x="110098" y="34850"/>
                    <a:pt x="108407" y="33767"/>
                  </a:cubicBezTo>
                  <a:cubicBezTo>
                    <a:pt x="106585" y="32600"/>
                    <a:pt x="104430" y="31814"/>
                    <a:pt x="102180" y="31481"/>
                  </a:cubicBezTo>
                  <a:cubicBezTo>
                    <a:pt x="101477" y="31386"/>
                    <a:pt x="100763" y="31326"/>
                    <a:pt x="100061" y="31326"/>
                  </a:cubicBezTo>
                  <a:cubicBezTo>
                    <a:pt x="99608" y="31326"/>
                    <a:pt x="99132" y="31350"/>
                    <a:pt x="98656" y="31398"/>
                  </a:cubicBezTo>
                  <a:cubicBezTo>
                    <a:pt x="97572" y="31505"/>
                    <a:pt x="96453" y="31755"/>
                    <a:pt x="95346" y="32136"/>
                  </a:cubicBezTo>
                  <a:cubicBezTo>
                    <a:pt x="93679" y="32719"/>
                    <a:pt x="92060" y="33612"/>
                    <a:pt x="90393" y="34874"/>
                  </a:cubicBezTo>
                  <a:cubicBezTo>
                    <a:pt x="90536" y="34731"/>
                    <a:pt x="90643" y="34517"/>
                    <a:pt x="90798" y="34255"/>
                  </a:cubicBezTo>
                  <a:cubicBezTo>
                    <a:pt x="91321" y="33303"/>
                    <a:pt x="91690" y="32183"/>
                    <a:pt x="91869" y="30945"/>
                  </a:cubicBezTo>
                  <a:cubicBezTo>
                    <a:pt x="92048" y="29802"/>
                    <a:pt x="92048" y="28624"/>
                    <a:pt x="91881" y="27457"/>
                  </a:cubicBezTo>
                  <a:cubicBezTo>
                    <a:pt x="91738" y="26397"/>
                    <a:pt x="91440" y="25349"/>
                    <a:pt x="91000" y="24337"/>
                  </a:cubicBezTo>
                  <a:cubicBezTo>
                    <a:pt x="90190" y="22432"/>
                    <a:pt x="88881" y="20682"/>
                    <a:pt x="87130" y="19122"/>
                  </a:cubicBezTo>
                  <a:cubicBezTo>
                    <a:pt x="86333" y="18408"/>
                    <a:pt x="85440" y="17741"/>
                    <a:pt x="84451" y="17146"/>
                  </a:cubicBezTo>
                  <a:cubicBezTo>
                    <a:pt x="83523" y="16586"/>
                    <a:pt x="82535" y="16098"/>
                    <a:pt x="81523" y="15717"/>
                  </a:cubicBezTo>
                  <a:cubicBezTo>
                    <a:pt x="80511" y="15336"/>
                    <a:pt x="79487" y="15050"/>
                    <a:pt x="78439" y="14872"/>
                  </a:cubicBezTo>
                  <a:cubicBezTo>
                    <a:pt x="77724" y="14753"/>
                    <a:pt x="76998" y="14693"/>
                    <a:pt x="76260" y="14693"/>
                  </a:cubicBezTo>
                  <a:cubicBezTo>
                    <a:pt x="75998" y="14693"/>
                    <a:pt x="75748" y="14693"/>
                    <a:pt x="75498" y="14705"/>
                  </a:cubicBezTo>
                  <a:cubicBezTo>
                    <a:pt x="74498" y="14765"/>
                    <a:pt x="73486" y="14943"/>
                    <a:pt x="72462" y="15217"/>
                  </a:cubicBezTo>
                  <a:cubicBezTo>
                    <a:pt x="71474" y="15479"/>
                    <a:pt x="70509" y="15872"/>
                    <a:pt x="69569" y="16372"/>
                  </a:cubicBezTo>
                  <a:cubicBezTo>
                    <a:pt x="68235" y="17086"/>
                    <a:pt x="67068" y="18063"/>
                    <a:pt x="66235" y="19146"/>
                  </a:cubicBezTo>
                  <a:cubicBezTo>
                    <a:pt x="66342" y="18753"/>
                    <a:pt x="66402" y="18325"/>
                    <a:pt x="66437" y="17848"/>
                  </a:cubicBezTo>
                  <a:cubicBezTo>
                    <a:pt x="66521" y="16813"/>
                    <a:pt x="66449" y="15741"/>
                    <a:pt x="66235" y="14622"/>
                  </a:cubicBezTo>
                  <a:cubicBezTo>
                    <a:pt x="65854" y="12657"/>
                    <a:pt x="64949" y="10657"/>
                    <a:pt x="63580" y="8835"/>
                  </a:cubicBezTo>
                  <a:cubicBezTo>
                    <a:pt x="62306" y="7121"/>
                    <a:pt x="60675" y="5573"/>
                    <a:pt x="58734" y="4216"/>
                  </a:cubicBezTo>
                  <a:cubicBezTo>
                    <a:pt x="56924" y="2942"/>
                    <a:pt x="54912" y="1930"/>
                    <a:pt x="52805" y="1215"/>
                  </a:cubicBezTo>
                  <a:cubicBezTo>
                    <a:pt x="51828" y="882"/>
                    <a:pt x="50793" y="620"/>
                    <a:pt x="49685" y="418"/>
                  </a:cubicBezTo>
                  <a:cubicBezTo>
                    <a:pt x="48530" y="227"/>
                    <a:pt x="47352" y="96"/>
                    <a:pt x="46173" y="37"/>
                  </a:cubicBezTo>
                  <a:cubicBezTo>
                    <a:pt x="45649" y="25"/>
                    <a:pt x="45173" y="1"/>
                    <a:pt x="44708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4810400" y="3189200"/>
              <a:ext cx="345900" cy="432525"/>
            </a:xfrm>
            <a:custGeom>
              <a:avLst/>
              <a:gdLst/>
              <a:ahLst/>
              <a:cxnLst/>
              <a:rect l="l" t="t" r="r" b="b"/>
              <a:pathLst>
                <a:path w="13836" h="17301" extrusionOk="0">
                  <a:moveTo>
                    <a:pt x="1358" y="13265"/>
                  </a:moveTo>
                  <a:cubicBezTo>
                    <a:pt x="1358" y="13312"/>
                    <a:pt x="1370" y="13348"/>
                    <a:pt x="1370" y="13395"/>
                  </a:cubicBezTo>
                  <a:cubicBezTo>
                    <a:pt x="1370" y="13336"/>
                    <a:pt x="1370" y="13288"/>
                    <a:pt x="1358" y="13265"/>
                  </a:cubicBezTo>
                  <a:close/>
                  <a:moveTo>
                    <a:pt x="10931" y="1"/>
                  </a:moveTo>
                  <a:cubicBezTo>
                    <a:pt x="10538" y="13"/>
                    <a:pt x="10145" y="49"/>
                    <a:pt x="9752" y="96"/>
                  </a:cubicBezTo>
                  <a:cubicBezTo>
                    <a:pt x="8681" y="191"/>
                    <a:pt x="7645" y="572"/>
                    <a:pt x="6668" y="1013"/>
                  </a:cubicBezTo>
                  <a:cubicBezTo>
                    <a:pt x="5704" y="1465"/>
                    <a:pt x="4811" y="2073"/>
                    <a:pt x="3978" y="2751"/>
                  </a:cubicBezTo>
                  <a:cubicBezTo>
                    <a:pt x="3239" y="3370"/>
                    <a:pt x="2585" y="4085"/>
                    <a:pt x="2049" y="4883"/>
                  </a:cubicBezTo>
                  <a:cubicBezTo>
                    <a:pt x="1632" y="5525"/>
                    <a:pt x="1299" y="6240"/>
                    <a:pt x="1001" y="6954"/>
                  </a:cubicBezTo>
                  <a:cubicBezTo>
                    <a:pt x="680" y="7752"/>
                    <a:pt x="453" y="8573"/>
                    <a:pt x="287" y="9419"/>
                  </a:cubicBezTo>
                  <a:cubicBezTo>
                    <a:pt x="144" y="10240"/>
                    <a:pt x="49" y="11074"/>
                    <a:pt x="25" y="11907"/>
                  </a:cubicBezTo>
                  <a:cubicBezTo>
                    <a:pt x="1" y="12729"/>
                    <a:pt x="96" y="13550"/>
                    <a:pt x="322" y="14336"/>
                  </a:cubicBezTo>
                  <a:cubicBezTo>
                    <a:pt x="477" y="14896"/>
                    <a:pt x="715" y="15420"/>
                    <a:pt x="1049" y="15908"/>
                  </a:cubicBezTo>
                  <a:cubicBezTo>
                    <a:pt x="1406" y="16432"/>
                    <a:pt x="1823" y="16860"/>
                    <a:pt x="2323" y="17217"/>
                  </a:cubicBezTo>
                  <a:cubicBezTo>
                    <a:pt x="2401" y="17274"/>
                    <a:pt x="2493" y="17301"/>
                    <a:pt x="2585" y="17301"/>
                  </a:cubicBezTo>
                  <a:cubicBezTo>
                    <a:pt x="2743" y="17301"/>
                    <a:pt x="2903" y="17222"/>
                    <a:pt x="3001" y="17086"/>
                  </a:cubicBezTo>
                  <a:cubicBezTo>
                    <a:pt x="3144" y="16860"/>
                    <a:pt x="3073" y="16586"/>
                    <a:pt x="2858" y="16420"/>
                  </a:cubicBezTo>
                  <a:cubicBezTo>
                    <a:pt x="2787" y="16360"/>
                    <a:pt x="2704" y="16301"/>
                    <a:pt x="2620" y="16241"/>
                  </a:cubicBezTo>
                  <a:cubicBezTo>
                    <a:pt x="2418" y="16062"/>
                    <a:pt x="2239" y="15848"/>
                    <a:pt x="2073" y="15634"/>
                  </a:cubicBezTo>
                  <a:cubicBezTo>
                    <a:pt x="1906" y="15360"/>
                    <a:pt x="1763" y="15098"/>
                    <a:pt x="1656" y="14800"/>
                  </a:cubicBezTo>
                  <a:cubicBezTo>
                    <a:pt x="1513" y="14336"/>
                    <a:pt x="1418" y="13872"/>
                    <a:pt x="1358" y="13395"/>
                  </a:cubicBezTo>
                  <a:cubicBezTo>
                    <a:pt x="1311" y="12622"/>
                    <a:pt x="1358" y="11848"/>
                    <a:pt x="1477" y="11074"/>
                  </a:cubicBezTo>
                  <a:cubicBezTo>
                    <a:pt x="1596" y="10514"/>
                    <a:pt x="1763" y="9978"/>
                    <a:pt x="1954" y="9443"/>
                  </a:cubicBezTo>
                  <a:cubicBezTo>
                    <a:pt x="2144" y="8883"/>
                    <a:pt x="2370" y="8347"/>
                    <a:pt x="2620" y="7835"/>
                  </a:cubicBezTo>
                  <a:cubicBezTo>
                    <a:pt x="2966" y="7157"/>
                    <a:pt x="3358" y="6526"/>
                    <a:pt x="3835" y="5942"/>
                  </a:cubicBezTo>
                  <a:cubicBezTo>
                    <a:pt x="4335" y="5371"/>
                    <a:pt x="4906" y="4883"/>
                    <a:pt x="5514" y="4442"/>
                  </a:cubicBezTo>
                  <a:cubicBezTo>
                    <a:pt x="6276" y="3942"/>
                    <a:pt x="7073" y="3525"/>
                    <a:pt x="7919" y="3216"/>
                  </a:cubicBezTo>
                  <a:cubicBezTo>
                    <a:pt x="8835" y="2906"/>
                    <a:pt x="9752" y="2680"/>
                    <a:pt x="10705" y="2573"/>
                  </a:cubicBezTo>
                  <a:cubicBezTo>
                    <a:pt x="11098" y="2561"/>
                    <a:pt x="11490" y="2561"/>
                    <a:pt x="11883" y="2561"/>
                  </a:cubicBezTo>
                  <a:lnTo>
                    <a:pt x="12479" y="2561"/>
                  </a:lnTo>
                  <a:cubicBezTo>
                    <a:pt x="12526" y="2573"/>
                    <a:pt x="12562" y="2573"/>
                    <a:pt x="12610" y="2597"/>
                  </a:cubicBezTo>
                  <a:cubicBezTo>
                    <a:pt x="12632" y="2598"/>
                    <a:pt x="12653" y="2598"/>
                    <a:pt x="12675" y="2598"/>
                  </a:cubicBezTo>
                  <a:cubicBezTo>
                    <a:pt x="12863" y="2598"/>
                    <a:pt x="13033" y="2552"/>
                    <a:pt x="13193" y="2477"/>
                  </a:cubicBezTo>
                  <a:cubicBezTo>
                    <a:pt x="13443" y="2335"/>
                    <a:pt x="13657" y="2096"/>
                    <a:pt x="13741" y="1823"/>
                  </a:cubicBezTo>
                  <a:cubicBezTo>
                    <a:pt x="13836" y="1537"/>
                    <a:pt x="13812" y="1204"/>
                    <a:pt x="13669" y="942"/>
                  </a:cubicBezTo>
                  <a:cubicBezTo>
                    <a:pt x="13550" y="703"/>
                    <a:pt x="13300" y="453"/>
                    <a:pt x="13026" y="394"/>
                  </a:cubicBezTo>
                  <a:cubicBezTo>
                    <a:pt x="12800" y="346"/>
                    <a:pt x="12610" y="239"/>
                    <a:pt x="12383" y="180"/>
                  </a:cubicBezTo>
                  <a:cubicBezTo>
                    <a:pt x="12086" y="108"/>
                    <a:pt x="11788" y="61"/>
                    <a:pt x="11490" y="37"/>
                  </a:cubicBezTo>
                  <a:cubicBezTo>
                    <a:pt x="11300" y="13"/>
                    <a:pt x="11121" y="1"/>
                    <a:pt x="10931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5203325" y="3207075"/>
              <a:ext cx="59550" cy="58075"/>
            </a:xfrm>
            <a:custGeom>
              <a:avLst/>
              <a:gdLst/>
              <a:ahLst/>
              <a:cxnLst/>
              <a:rect l="l" t="t" r="r" b="b"/>
              <a:pathLst>
                <a:path w="2382" h="2323" extrusionOk="0">
                  <a:moveTo>
                    <a:pt x="1250" y="0"/>
                  </a:moveTo>
                  <a:cubicBezTo>
                    <a:pt x="619" y="12"/>
                    <a:pt x="60" y="453"/>
                    <a:pt x="36" y="1096"/>
                  </a:cubicBezTo>
                  <a:cubicBezTo>
                    <a:pt x="0" y="1715"/>
                    <a:pt x="500" y="2322"/>
                    <a:pt x="1131" y="2322"/>
                  </a:cubicBezTo>
                  <a:cubicBezTo>
                    <a:pt x="1762" y="2322"/>
                    <a:pt x="2310" y="1893"/>
                    <a:pt x="2358" y="1227"/>
                  </a:cubicBezTo>
                  <a:cubicBezTo>
                    <a:pt x="2381" y="608"/>
                    <a:pt x="1893" y="0"/>
                    <a:pt x="1250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5314950" y="3515150"/>
              <a:ext cx="292600" cy="160775"/>
            </a:xfrm>
            <a:custGeom>
              <a:avLst/>
              <a:gdLst/>
              <a:ahLst/>
              <a:cxnLst/>
              <a:rect l="l" t="t" r="r" b="b"/>
              <a:pathLst>
                <a:path w="11704" h="6431" extrusionOk="0">
                  <a:moveTo>
                    <a:pt x="3691" y="0"/>
                  </a:moveTo>
                  <a:cubicBezTo>
                    <a:pt x="3655" y="36"/>
                    <a:pt x="3596" y="36"/>
                    <a:pt x="3548" y="36"/>
                  </a:cubicBezTo>
                  <a:cubicBezTo>
                    <a:pt x="3000" y="48"/>
                    <a:pt x="2441" y="107"/>
                    <a:pt x="1905" y="227"/>
                  </a:cubicBezTo>
                  <a:cubicBezTo>
                    <a:pt x="1357" y="346"/>
                    <a:pt x="833" y="536"/>
                    <a:pt x="345" y="774"/>
                  </a:cubicBezTo>
                  <a:lnTo>
                    <a:pt x="167" y="869"/>
                  </a:lnTo>
                  <a:cubicBezTo>
                    <a:pt x="36" y="941"/>
                    <a:pt x="0" y="1119"/>
                    <a:pt x="83" y="1239"/>
                  </a:cubicBezTo>
                  <a:cubicBezTo>
                    <a:pt x="136" y="1321"/>
                    <a:pt x="217" y="1356"/>
                    <a:pt x="302" y="1356"/>
                  </a:cubicBezTo>
                  <a:cubicBezTo>
                    <a:pt x="352" y="1356"/>
                    <a:pt x="404" y="1344"/>
                    <a:pt x="452" y="1322"/>
                  </a:cubicBezTo>
                  <a:lnTo>
                    <a:pt x="714" y="1191"/>
                  </a:lnTo>
                  <a:cubicBezTo>
                    <a:pt x="1179" y="989"/>
                    <a:pt x="1667" y="846"/>
                    <a:pt x="2179" y="762"/>
                  </a:cubicBezTo>
                  <a:cubicBezTo>
                    <a:pt x="2484" y="719"/>
                    <a:pt x="2794" y="693"/>
                    <a:pt x="3108" y="693"/>
                  </a:cubicBezTo>
                  <a:cubicBezTo>
                    <a:pt x="3308" y="693"/>
                    <a:pt x="3511" y="703"/>
                    <a:pt x="3715" y="727"/>
                  </a:cubicBezTo>
                  <a:cubicBezTo>
                    <a:pt x="4310" y="810"/>
                    <a:pt x="4882" y="953"/>
                    <a:pt x="5453" y="1167"/>
                  </a:cubicBezTo>
                  <a:cubicBezTo>
                    <a:pt x="5763" y="1286"/>
                    <a:pt x="6060" y="1429"/>
                    <a:pt x="6358" y="1596"/>
                  </a:cubicBezTo>
                  <a:cubicBezTo>
                    <a:pt x="6668" y="1762"/>
                    <a:pt x="6953" y="1965"/>
                    <a:pt x="7239" y="2155"/>
                  </a:cubicBezTo>
                  <a:cubicBezTo>
                    <a:pt x="7846" y="2608"/>
                    <a:pt x="8382" y="3155"/>
                    <a:pt x="8870" y="3739"/>
                  </a:cubicBezTo>
                  <a:cubicBezTo>
                    <a:pt x="9311" y="4275"/>
                    <a:pt x="9668" y="4834"/>
                    <a:pt x="9966" y="5465"/>
                  </a:cubicBezTo>
                  <a:cubicBezTo>
                    <a:pt x="10025" y="5608"/>
                    <a:pt x="10073" y="5763"/>
                    <a:pt x="10144" y="5894"/>
                  </a:cubicBezTo>
                  <a:cubicBezTo>
                    <a:pt x="10216" y="6084"/>
                    <a:pt x="10323" y="6251"/>
                    <a:pt x="10513" y="6346"/>
                  </a:cubicBezTo>
                  <a:cubicBezTo>
                    <a:pt x="10631" y="6401"/>
                    <a:pt x="10758" y="6430"/>
                    <a:pt x="10889" y="6430"/>
                  </a:cubicBezTo>
                  <a:cubicBezTo>
                    <a:pt x="10958" y="6430"/>
                    <a:pt x="11027" y="6422"/>
                    <a:pt x="11097" y="6406"/>
                  </a:cubicBezTo>
                  <a:cubicBezTo>
                    <a:pt x="11490" y="6287"/>
                    <a:pt x="11704" y="5846"/>
                    <a:pt x="11597" y="5453"/>
                  </a:cubicBezTo>
                  <a:cubicBezTo>
                    <a:pt x="11454" y="4870"/>
                    <a:pt x="11192" y="4322"/>
                    <a:pt x="10894" y="3798"/>
                  </a:cubicBezTo>
                  <a:cubicBezTo>
                    <a:pt x="10597" y="3275"/>
                    <a:pt x="10216" y="2810"/>
                    <a:pt x="9799" y="2382"/>
                  </a:cubicBezTo>
                  <a:cubicBezTo>
                    <a:pt x="9382" y="1965"/>
                    <a:pt x="8894" y="1608"/>
                    <a:pt x="8394" y="1298"/>
                  </a:cubicBezTo>
                  <a:cubicBezTo>
                    <a:pt x="8180" y="1167"/>
                    <a:pt x="7941" y="1024"/>
                    <a:pt x="7691" y="905"/>
                  </a:cubicBezTo>
                  <a:cubicBezTo>
                    <a:pt x="7418" y="774"/>
                    <a:pt x="7120" y="655"/>
                    <a:pt x="6822" y="548"/>
                  </a:cubicBezTo>
                  <a:cubicBezTo>
                    <a:pt x="5822" y="179"/>
                    <a:pt x="4763" y="0"/>
                    <a:pt x="3691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4549675" y="4443825"/>
              <a:ext cx="2232725" cy="21975"/>
            </a:xfrm>
            <a:custGeom>
              <a:avLst/>
              <a:gdLst/>
              <a:ahLst/>
              <a:cxnLst/>
              <a:rect l="l" t="t" r="r" b="b"/>
              <a:pathLst>
                <a:path w="89309" h="879" extrusionOk="0">
                  <a:moveTo>
                    <a:pt x="64508" y="1"/>
                  </a:moveTo>
                  <a:cubicBezTo>
                    <a:pt x="62925" y="13"/>
                    <a:pt x="61305" y="13"/>
                    <a:pt x="59686" y="13"/>
                  </a:cubicBezTo>
                  <a:cubicBezTo>
                    <a:pt x="54412" y="36"/>
                    <a:pt x="49125" y="60"/>
                    <a:pt x="43863" y="72"/>
                  </a:cubicBezTo>
                  <a:cubicBezTo>
                    <a:pt x="41315" y="96"/>
                    <a:pt x="38767" y="108"/>
                    <a:pt x="36207" y="108"/>
                  </a:cubicBezTo>
                  <a:cubicBezTo>
                    <a:pt x="33814" y="108"/>
                    <a:pt x="31409" y="108"/>
                    <a:pt x="29004" y="120"/>
                  </a:cubicBezTo>
                  <a:cubicBezTo>
                    <a:pt x="26813" y="120"/>
                    <a:pt x="24610" y="120"/>
                    <a:pt x="22431" y="132"/>
                  </a:cubicBezTo>
                  <a:cubicBezTo>
                    <a:pt x="20145" y="156"/>
                    <a:pt x="17859" y="167"/>
                    <a:pt x="15585" y="191"/>
                  </a:cubicBezTo>
                  <a:cubicBezTo>
                    <a:pt x="10668" y="251"/>
                    <a:pt x="5739" y="239"/>
                    <a:pt x="833" y="286"/>
                  </a:cubicBezTo>
                  <a:cubicBezTo>
                    <a:pt x="607" y="286"/>
                    <a:pt x="369" y="286"/>
                    <a:pt x="155" y="298"/>
                  </a:cubicBezTo>
                  <a:cubicBezTo>
                    <a:pt x="71" y="298"/>
                    <a:pt x="0" y="358"/>
                    <a:pt x="0" y="453"/>
                  </a:cubicBezTo>
                  <a:cubicBezTo>
                    <a:pt x="0" y="525"/>
                    <a:pt x="60" y="596"/>
                    <a:pt x="155" y="596"/>
                  </a:cubicBezTo>
                  <a:cubicBezTo>
                    <a:pt x="5013" y="656"/>
                    <a:pt x="9894" y="656"/>
                    <a:pt x="14776" y="691"/>
                  </a:cubicBezTo>
                  <a:cubicBezTo>
                    <a:pt x="17097" y="703"/>
                    <a:pt x="19431" y="727"/>
                    <a:pt x="21765" y="751"/>
                  </a:cubicBezTo>
                  <a:cubicBezTo>
                    <a:pt x="23979" y="763"/>
                    <a:pt x="26182" y="763"/>
                    <a:pt x="28385" y="763"/>
                  </a:cubicBezTo>
                  <a:cubicBezTo>
                    <a:pt x="30718" y="763"/>
                    <a:pt x="33052" y="775"/>
                    <a:pt x="35397" y="775"/>
                  </a:cubicBezTo>
                  <a:cubicBezTo>
                    <a:pt x="37981" y="775"/>
                    <a:pt x="40577" y="787"/>
                    <a:pt x="43160" y="810"/>
                  </a:cubicBezTo>
                  <a:cubicBezTo>
                    <a:pt x="48387" y="834"/>
                    <a:pt x="53626" y="846"/>
                    <a:pt x="58853" y="870"/>
                  </a:cubicBezTo>
                  <a:cubicBezTo>
                    <a:pt x="60252" y="876"/>
                    <a:pt x="61651" y="879"/>
                    <a:pt x="63047" y="879"/>
                  </a:cubicBezTo>
                  <a:cubicBezTo>
                    <a:pt x="64443" y="879"/>
                    <a:pt x="65836" y="876"/>
                    <a:pt x="67223" y="870"/>
                  </a:cubicBezTo>
                  <a:cubicBezTo>
                    <a:pt x="69604" y="870"/>
                    <a:pt x="72009" y="846"/>
                    <a:pt x="74390" y="834"/>
                  </a:cubicBezTo>
                  <a:cubicBezTo>
                    <a:pt x="76843" y="822"/>
                    <a:pt x="79284" y="787"/>
                    <a:pt x="81736" y="763"/>
                  </a:cubicBezTo>
                  <a:cubicBezTo>
                    <a:pt x="82915" y="751"/>
                    <a:pt x="84070" y="751"/>
                    <a:pt x="85249" y="727"/>
                  </a:cubicBezTo>
                  <a:cubicBezTo>
                    <a:pt x="86297" y="715"/>
                    <a:pt x="87332" y="703"/>
                    <a:pt x="88356" y="691"/>
                  </a:cubicBezTo>
                  <a:lnTo>
                    <a:pt x="89059" y="691"/>
                  </a:lnTo>
                  <a:cubicBezTo>
                    <a:pt x="89190" y="691"/>
                    <a:pt x="89309" y="572"/>
                    <a:pt x="89309" y="429"/>
                  </a:cubicBezTo>
                  <a:cubicBezTo>
                    <a:pt x="89309" y="298"/>
                    <a:pt x="89190" y="179"/>
                    <a:pt x="89059" y="179"/>
                  </a:cubicBezTo>
                  <a:cubicBezTo>
                    <a:pt x="88023" y="179"/>
                    <a:pt x="86975" y="167"/>
                    <a:pt x="85939" y="156"/>
                  </a:cubicBezTo>
                  <a:cubicBezTo>
                    <a:pt x="84761" y="132"/>
                    <a:pt x="83582" y="132"/>
                    <a:pt x="82403" y="120"/>
                  </a:cubicBezTo>
                  <a:cubicBezTo>
                    <a:pt x="79951" y="108"/>
                    <a:pt x="77486" y="60"/>
                    <a:pt x="75021" y="48"/>
                  </a:cubicBezTo>
                  <a:cubicBezTo>
                    <a:pt x="72700" y="25"/>
                    <a:pt x="70366" y="13"/>
                    <a:pt x="68032" y="1"/>
                  </a:cubicBezTo>
                  <a:close/>
                </a:path>
              </a:pathLst>
            </a:custGeom>
            <a:solidFill>
              <a:srgbClr val="B8E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4789275" y="4063125"/>
              <a:ext cx="102125" cy="49150"/>
            </a:xfrm>
            <a:custGeom>
              <a:avLst/>
              <a:gdLst/>
              <a:ahLst/>
              <a:cxnLst/>
              <a:rect l="l" t="t" r="r" b="b"/>
              <a:pathLst>
                <a:path w="4085" h="1966" extrusionOk="0">
                  <a:moveTo>
                    <a:pt x="2037" y="1"/>
                  </a:moveTo>
                  <a:cubicBezTo>
                    <a:pt x="905" y="1"/>
                    <a:pt x="1" y="453"/>
                    <a:pt x="1" y="989"/>
                  </a:cubicBezTo>
                  <a:cubicBezTo>
                    <a:pt x="1" y="1537"/>
                    <a:pt x="905" y="1965"/>
                    <a:pt x="2037" y="1965"/>
                  </a:cubicBezTo>
                  <a:cubicBezTo>
                    <a:pt x="3156" y="1965"/>
                    <a:pt x="4073" y="1525"/>
                    <a:pt x="4084" y="989"/>
                  </a:cubicBezTo>
                  <a:cubicBezTo>
                    <a:pt x="4084" y="441"/>
                    <a:pt x="3168" y="1"/>
                    <a:pt x="2037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5521225" y="4057175"/>
              <a:ext cx="110150" cy="53000"/>
            </a:xfrm>
            <a:custGeom>
              <a:avLst/>
              <a:gdLst/>
              <a:ahLst/>
              <a:cxnLst/>
              <a:rect l="l" t="t" r="r" b="b"/>
              <a:pathLst>
                <a:path w="4406" h="2120" extrusionOk="0">
                  <a:moveTo>
                    <a:pt x="2203" y="1"/>
                  </a:moveTo>
                  <a:cubicBezTo>
                    <a:pt x="976" y="1"/>
                    <a:pt x="0" y="477"/>
                    <a:pt x="0" y="1060"/>
                  </a:cubicBezTo>
                  <a:cubicBezTo>
                    <a:pt x="0" y="1644"/>
                    <a:pt x="1000" y="2120"/>
                    <a:pt x="2203" y="2120"/>
                  </a:cubicBezTo>
                  <a:cubicBezTo>
                    <a:pt x="3405" y="2120"/>
                    <a:pt x="4393" y="1644"/>
                    <a:pt x="4405" y="1060"/>
                  </a:cubicBezTo>
                  <a:cubicBezTo>
                    <a:pt x="4405" y="477"/>
                    <a:pt x="3417" y="1"/>
                    <a:pt x="2203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" name="Google Shape;251;p23"/>
          <p:cNvGrpSpPr/>
          <p:nvPr/>
        </p:nvGrpSpPr>
        <p:grpSpPr>
          <a:xfrm>
            <a:off x="-745260" y="4099155"/>
            <a:ext cx="2266280" cy="1068893"/>
            <a:chOff x="3992750" y="3100500"/>
            <a:chExt cx="2894725" cy="1365300"/>
          </a:xfrm>
        </p:grpSpPr>
        <p:sp>
          <p:nvSpPr>
            <p:cNvPr id="252" name="Google Shape;252;p23"/>
            <p:cNvSpPr/>
            <p:nvPr/>
          </p:nvSpPr>
          <p:spPr>
            <a:xfrm>
              <a:off x="3992750" y="3100500"/>
              <a:ext cx="2894725" cy="1351700"/>
            </a:xfrm>
            <a:custGeom>
              <a:avLst/>
              <a:gdLst/>
              <a:ahLst/>
              <a:cxnLst/>
              <a:rect l="l" t="t" r="r" b="b"/>
              <a:pathLst>
                <a:path w="115789" h="54068" extrusionOk="0">
                  <a:moveTo>
                    <a:pt x="44708" y="1"/>
                  </a:moveTo>
                  <a:cubicBezTo>
                    <a:pt x="42863" y="1"/>
                    <a:pt x="40994" y="191"/>
                    <a:pt x="39172" y="549"/>
                  </a:cubicBezTo>
                  <a:cubicBezTo>
                    <a:pt x="36898" y="989"/>
                    <a:pt x="34660" y="1715"/>
                    <a:pt x="32576" y="2716"/>
                  </a:cubicBezTo>
                  <a:cubicBezTo>
                    <a:pt x="30480" y="3728"/>
                    <a:pt x="28540" y="5013"/>
                    <a:pt x="26849" y="6549"/>
                  </a:cubicBezTo>
                  <a:cubicBezTo>
                    <a:pt x="26004" y="7311"/>
                    <a:pt x="25194" y="8181"/>
                    <a:pt x="24468" y="9085"/>
                  </a:cubicBezTo>
                  <a:cubicBezTo>
                    <a:pt x="23527" y="10240"/>
                    <a:pt x="22825" y="11336"/>
                    <a:pt x="22289" y="12407"/>
                  </a:cubicBezTo>
                  <a:cubicBezTo>
                    <a:pt x="21979" y="13038"/>
                    <a:pt x="21694" y="13729"/>
                    <a:pt x="21491" y="14431"/>
                  </a:cubicBezTo>
                  <a:cubicBezTo>
                    <a:pt x="21313" y="15039"/>
                    <a:pt x="21182" y="15693"/>
                    <a:pt x="21086" y="16455"/>
                  </a:cubicBezTo>
                  <a:cubicBezTo>
                    <a:pt x="20955" y="17705"/>
                    <a:pt x="21039" y="19063"/>
                    <a:pt x="21348" y="20468"/>
                  </a:cubicBezTo>
                  <a:cubicBezTo>
                    <a:pt x="21610" y="21587"/>
                    <a:pt x="22027" y="22718"/>
                    <a:pt x="22622" y="23956"/>
                  </a:cubicBezTo>
                  <a:cubicBezTo>
                    <a:pt x="21967" y="23504"/>
                    <a:pt x="21217" y="23135"/>
                    <a:pt x="20420" y="22873"/>
                  </a:cubicBezTo>
                  <a:cubicBezTo>
                    <a:pt x="19384" y="22516"/>
                    <a:pt x="18288" y="22337"/>
                    <a:pt x="17157" y="22313"/>
                  </a:cubicBezTo>
                  <a:lnTo>
                    <a:pt x="17003" y="22313"/>
                  </a:lnTo>
                  <a:cubicBezTo>
                    <a:pt x="14955" y="22313"/>
                    <a:pt x="12823" y="22837"/>
                    <a:pt x="10871" y="23801"/>
                  </a:cubicBezTo>
                  <a:cubicBezTo>
                    <a:pt x="8823" y="24825"/>
                    <a:pt x="7180" y="26278"/>
                    <a:pt x="6144" y="27957"/>
                  </a:cubicBezTo>
                  <a:cubicBezTo>
                    <a:pt x="5120" y="29612"/>
                    <a:pt x="4572" y="31588"/>
                    <a:pt x="4537" y="33684"/>
                  </a:cubicBezTo>
                  <a:cubicBezTo>
                    <a:pt x="4501" y="35577"/>
                    <a:pt x="4918" y="37434"/>
                    <a:pt x="5727" y="39077"/>
                  </a:cubicBezTo>
                  <a:cubicBezTo>
                    <a:pt x="6323" y="40280"/>
                    <a:pt x="7156" y="41363"/>
                    <a:pt x="8144" y="42220"/>
                  </a:cubicBezTo>
                  <a:cubicBezTo>
                    <a:pt x="7882" y="42161"/>
                    <a:pt x="7609" y="42125"/>
                    <a:pt x="7251" y="42125"/>
                  </a:cubicBezTo>
                  <a:cubicBezTo>
                    <a:pt x="7061" y="42125"/>
                    <a:pt x="6906" y="42125"/>
                    <a:pt x="6727" y="42137"/>
                  </a:cubicBezTo>
                  <a:cubicBezTo>
                    <a:pt x="5870" y="42197"/>
                    <a:pt x="5001" y="42423"/>
                    <a:pt x="4203" y="42816"/>
                  </a:cubicBezTo>
                  <a:cubicBezTo>
                    <a:pt x="2691" y="43530"/>
                    <a:pt x="1453" y="44780"/>
                    <a:pt x="739" y="46328"/>
                  </a:cubicBezTo>
                  <a:cubicBezTo>
                    <a:pt x="143" y="47590"/>
                    <a:pt x="0" y="49007"/>
                    <a:pt x="310" y="50293"/>
                  </a:cubicBezTo>
                  <a:cubicBezTo>
                    <a:pt x="477" y="50995"/>
                    <a:pt x="786" y="51650"/>
                    <a:pt x="1239" y="52281"/>
                  </a:cubicBezTo>
                  <a:cubicBezTo>
                    <a:pt x="1679" y="52912"/>
                    <a:pt x="2286" y="53508"/>
                    <a:pt x="3048" y="54031"/>
                  </a:cubicBezTo>
                  <a:cubicBezTo>
                    <a:pt x="3060" y="54043"/>
                    <a:pt x="3096" y="54067"/>
                    <a:pt x="3108" y="54067"/>
                  </a:cubicBezTo>
                  <a:lnTo>
                    <a:pt x="112300" y="54067"/>
                  </a:lnTo>
                  <a:cubicBezTo>
                    <a:pt x="112395" y="53972"/>
                    <a:pt x="112479" y="53900"/>
                    <a:pt x="112574" y="53829"/>
                  </a:cubicBezTo>
                  <a:cubicBezTo>
                    <a:pt x="113265" y="53055"/>
                    <a:pt x="113860" y="52234"/>
                    <a:pt x="114324" y="51364"/>
                  </a:cubicBezTo>
                  <a:cubicBezTo>
                    <a:pt x="114789" y="50531"/>
                    <a:pt x="115134" y="49614"/>
                    <a:pt x="115372" y="48626"/>
                  </a:cubicBezTo>
                  <a:cubicBezTo>
                    <a:pt x="115789" y="46876"/>
                    <a:pt x="115753" y="44923"/>
                    <a:pt x="115265" y="43006"/>
                  </a:cubicBezTo>
                  <a:cubicBezTo>
                    <a:pt x="114812" y="41220"/>
                    <a:pt x="113955" y="39434"/>
                    <a:pt x="112765" y="37815"/>
                  </a:cubicBezTo>
                  <a:cubicBezTo>
                    <a:pt x="111574" y="36208"/>
                    <a:pt x="110098" y="34850"/>
                    <a:pt x="108407" y="33767"/>
                  </a:cubicBezTo>
                  <a:cubicBezTo>
                    <a:pt x="106585" y="32600"/>
                    <a:pt x="104430" y="31814"/>
                    <a:pt x="102180" y="31481"/>
                  </a:cubicBezTo>
                  <a:cubicBezTo>
                    <a:pt x="101477" y="31386"/>
                    <a:pt x="100763" y="31326"/>
                    <a:pt x="100061" y="31326"/>
                  </a:cubicBezTo>
                  <a:cubicBezTo>
                    <a:pt x="99608" y="31326"/>
                    <a:pt x="99132" y="31350"/>
                    <a:pt x="98656" y="31398"/>
                  </a:cubicBezTo>
                  <a:cubicBezTo>
                    <a:pt x="97572" y="31505"/>
                    <a:pt x="96453" y="31755"/>
                    <a:pt x="95346" y="32136"/>
                  </a:cubicBezTo>
                  <a:cubicBezTo>
                    <a:pt x="93679" y="32719"/>
                    <a:pt x="92060" y="33612"/>
                    <a:pt x="90393" y="34874"/>
                  </a:cubicBezTo>
                  <a:cubicBezTo>
                    <a:pt x="90536" y="34731"/>
                    <a:pt x="90643" y="34517"/>
                    <a:pt x="90798" y="34255"/>
                  </a:cubicBezTo>
                  <a:cubicBezTo>
                    <a:pt x="91321" y="33303"/>
                    <a:pt x="91690" y="32183"/>
                    <a:pt x="91869" y="30945"/>
                  </a:cubicBezTo>
                  <a:cubicBezTo>
                    <a:pt x="92048" y="29802"/>
                    <a:pt x="92048" y="28624"/>
                    <a:pt x="91881" y="27457"/>
                  </a:cubicBezTo>
                  <a:cubicBezTo>
                    <a:pt x="91738" y="26397"/>
                    <a:pt x="91440" y="25349"/>
                    <a:pt x="91000" y="24337"/>
                  </a:cubicBezTo>
                  <a:cubicBezTo>
                    <a:pt x="90190" y="22432"/>
                    <a:pt x="88881" y="20682"/>
                    <a:pt x="87130" y="19122"/>
                  </a:cubicBezTo>
                  <a:cubicBezTo>
                    <a:pt x="86333" y="18408"/>
                    <a:pt x="85440" y="17741"/>
                    <a:pt x="84451" y="17146"/>
                  </a:cubicBezTo>
                  <a:cubicBezTo>
                    <a:pt x="83523" y="16586"/>
                    <a:pt x="82535" y="16098"/>
                    <a:pt x="81523" y="15717"/>
                  </a:cubicBezTo>
                  <a:cubicBezTo>
                    <a:pt x="80511" y="15336"/>
                    <a:pt x="79487" y="15050"/>
                    <a:pt x="78439" y="14872"/>
                  </a:cubicBezTo>
                  <a:cubicBezTo>
                    <a:pt x="77724" y="14753"/>
                    <a:pt x="76998" y="14693"/>
                    <a:pt x="76260" y="14693"/>
                  </a:cubicBezTo>
                  <a:cubicBezTo>
                    <a:pt x="75998" y="14693"/>
                    <a:pt x="75748" y="14693"/>
                    <a:pt x="75498" y="14705"/>
                  </a:cubicBezTo>
                  <a:cubicBezTo>
                    <a:pt x="74498" y="14765"/>
                    <a:pt x="73486" y="14943"/>
                    <a:pt x="72462" y="15217"/>
                  </a:cubicBezTo>
                  <a:cubicBezTo>
                    <a:pt x="71474" y="15479"/>
                    <a:pt x="70509" y="15872"/>
                    <a:pt x="69569" y="16372"/>
                  </a:cubicBezTo>
                  <a:cubicBezTo>
                    <a:pt x="68235" y="17086"/>
                    <a:pt x="67068" y="18063"/>
                    <a:pt x="66235" y="19146"/>
                  </a:cubicBezTo>
                  <a:cubicBezTo>
                    <a:pt x="66342" y="18753"/>
                    <a:pt x="66402" y="18325"/>
                    <a:pt x="66437" y="17848"/>
                  </a:cubicBezTo>
                  <a:cubicBezTo>
                    <a:pt x="66521" y="16813"/>
                    <a:pt x="66449" y="15741"/>
                    <a:pt x="66235" y="14622"/>
                  </a:cubicBezTo>
                  <a:cubicBezTo>
                    <a:pt x="65854" y="12657"/>
                    <a:pt x="64949" y="10657"/>
                    <a:pt x="63580" y="8835"/>
                  </a:cubicBezTo>
                  <a:cubicBezTo>
                    <a:pt x="62306" y="7121"/>
                    <a:pt x="60675" y="5573"/>
                    <a:pt x="58734" y="4216"/>
                  </a:cubicBezTo>
                  <a:cubicBezTo>
                    <a:pt x="56924" y="2942"/>
                    <a:pt x="54912" y="1930"/>
                    <a:pt x="52805" y="1215"/>
                  </a:cubicBezTo>
                  <a:cubicBezTo>
                    <a:pt x="51828" y="882"/>
                    <a:pt x="50793" y="620"/>
                    <a:pt x="49685" y="418"/>
                  </a:cubicBezTo>
                  <a:cubicBezTo>
                    <a:pt x="48530" y="227"/>
                    <a:pt x="47352" y="96"/>
                    <a:pt x="46173" y="37"/>
                  </a:cubicBezTo>
                  <a:cubicBezTo>
                    <a:pt x="45649" y="25"/>
                    <a:pt x="45173" y="1"/>
                    <a:pt x="44708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4810400" y="3189200"/>
              <a:ext cx="345900" cy="432525"/>
            </a:xfrm>
            <a:custGeom>
              <a:avLst/>
              <a:gdLst/>
              <a:ahLst/>
              <a:cxnLst/>
              <a:rect l="l" t="t" r="r" b="b"/>
              <a:pathLst>
                <a:path w="13836" h="17301" extrusionOk="0">
                  <a:moveTo>
                    <a:pt x="1358" y="13265"/>
                  </a:moveTo>
                  <a:cubicBezTo>
                    <a:pt x="1358" y="13312"/>
                    <a:pt x="1370" y="13348"/>
                    <a:pt x="1370" y="13395"/>
                  </a:cubicBezTo>
                  <a:cubicBezTo>
                    <a:pt x="1370" y="13336"/>
                    <a:pt x="1370" y="13288"/>
                    <a:pt x="1358" y="13265"/>
                  </a:cubicBezTo>
                  <a:close/>
                  <a:moveTo>
                    <a:pt x="10931" y="1"/>
                  </a:moveTo>
                  <a:cubicBezTo>
                    <a:pt x="10538" y="13"/>
                    <a:pt x="10145" y="49"/>
                    <a:pt x="9752" y="96"/>
                  </a:cubicBezTo>
                  <a:cubicBezTo>
                    <a:pt x="8681" y="191"/>
                    <a:pt x="7645" y="572"/>
                    <a:pt x="6668" y="1013"/>
                  </a:cubicBezTo>
                  <a:cubicBezTo>
                    <a:pt x="5704" y="1465"/>
                    <a:pt x="4811" y="2073"/>
                    <a:pt x="3978" y="2751"/>
                  </a:cubicBezTo>
                  <a:cubicBezTo>
                    <a:pt x="3239" y="3370"/>
                    <a:pt x="2585" y="4085"/>
                    <a:pt x="2049" y="4883"/>
                  </a:cubicBezTo>
                  <a:cubicBezTo>
                    <a:pt x="1632" y="5525"/>
                    <a:pt x="1299" y="6240"/>
                    <a:pt x="1001" y="6954"/>
                  </a:cubicBezTo>
                  <a:cubicBezTo>
                    <a:pt x="680" y="7752"/>
                    <a:pt x="453" y="8573"/>
                    <a:pt x="287" y="9419"/>
                  </a:cubicBezTo>
                  <a:cubicBezTo>
                    <a:pt x="144" y="10240"/>
                    <a:pt x="49" y="11074"/>
                    <a:pt x="25" y="11907"/>
                  </a:cubicBezTo>
                  <a:cubicBezTo>
                    <a:pt x="1" y="12729"/>
                    <a:pt x="96" y="13550"/>
                    <a:pt x="322" y="14336"/>
                  </a:cubicBezTo>
                  <a:cubicBezTo>
                    <a:pt x="477" y="14896"/>
                    <a:pt x="715" y="15420"/>
                    <a:pt x="1049" y="15908"/>
                  </a:cubicBezTo>
                  <a:cubicBezTo>
                    <a:pt x="1406" y="16432"/>
                    <a:pt x="1823" y="16860"/>
                    <a:pt x="2323" y="17217"/>
                  </a:cubicBezTo>
                  <a:cubicBezTo>
                    <a:pt x="2401" y="17274"/>
                    <a:pt x="2493" y="17301"/>
                    <a:pt x="2585" y="17301"/>
                  </a:cubicBezTo>
                  <a:cubicBezTo>
                    <a:pt x="2743" y="17301"/>
                    <a:pt x="2903" y="17222"/>
                    <a:pt x="3001" y="17086"/>
                  </a:cubicBezTo>
                  <a:cubicBezTo>
                    <a:pt x="3144" y="16860"/>
                    <a:pt x="3073" y="16586"/>
                    <a:pt x="2858" y="16420"/>
                  </a:cubicBezTo>
                  <a:cubicBezTo>
                    <a:pt x="2787" y="16360"/>
                    <a:pt x="2704" y="16301"/>
                    <a:pt x="2620" y="16241"/>
                  </a:cubicBezTo>
                  <a:cubicBezTo>
                    <a:pt x="2418" y="16062"/>
                    <a:pt x="2239" y="15848"/>
                    <a:pt x="2073" y="15634"/>
                  </a:cubicBezTo>
                  <a:cubicBezTo>
                    <a:pt x="1906" y="15360"/>
                    <a:pt x="1763" y="15098"/>
                    <a:pt x="1656" y="14800"/>
                  </a:cubicBezTo>
                  <a:cubicBezTo>
                    <a:pt x="1513" y="14336"/>
                    <a:pt x="1418" y="13872"/>
                    <a:pt x="1358" y="13395"/>
                  </a:cubicBezTo>
                  <a:cubicBezTo>
                    <a:pt x="1311" y="12622"/>
                    <a:pt x="1358" y="11848"/>
                    <a:pt x="1477" y="11074"/>
                  </a:cubicBezTo>
                  <a:cubicBezTo>
                    <a:pt x="1596" y="10514"/>
                    <a:pt x="1763" y="9978"/>
                    <a:pt x="1954" y="9443"/>
                  </a:cubicBezTo>
                  <a:cubicBezTo>
                    <a:pt x="2144" y="8883"/>
                    <a:pt x="2370" y="8347"/>
                    <a:pt x="2620" y="7835"/>
                  </a:cubicBezTo>
                  <a:cubicBezTo>
                    <a:pt x="2966" y="7157"/>
                    <a:pt x="3358" y="6526"/>
                    <a:pt x="3835" y="5942"/>
                  </a:cubicBezTo>
                  <a:cubicBezTo>
                    <a:pt x="4335" y="5371"/>
                    <a:pt x="4906" y="4883"/>
                    <a:pt x="5514" y="4442"/>
                  </a:cubicBezTo>
                  <a:cubicBezTo>
                    <a:pt x="6276" y="3942"/>
                    <a:pt x="7073" y="3525"/>
                    <a:pt x="7919" y="3216"/>
                  </a:cubicBezTo>
                  <a:cubicBezTo>
                    <a:pt x="8835" y="2906"/>
                    <a:pt x="9752" y="2680"/>
                    <a:pt x="10705" y="2573"/>
                  </a:cubicBezTo>
                  <a:cubicBezTo>
                    <a:pt x="11098" y="2561"/>
                    <a:pt x="11490" y="2561"/>
                    <a:pt x="11883" y="2561"/>
                  </a:cubicBezTo>
                  <a:lnTo>
                    <a:pt x="12479" y="2561"/>
                  </a:lnTo>
                  <a:cubicBezTo>
                    <a:pt x="12526" y="2573"/>
                    <a:pt x="12562" y="2573"/>
                    <a:pt x="12610" y="2597"/>
                  </a:cubicBezTo>
                  <a:cubicBezTo>
                    <a:pt x="12632" y="2598"/>
                    <a:pt x="12653" y="2598"/>
                    <a:pt x="12675" y="2598"/>
                  </a:cubicBezTo>
                  <a:cubicBezTo>
                    <a:pt x="12863" y="2598"/>
                    <a:pt x="13033" y="2552"/>
                    <a:pt x="13193" y="2477"/>
                  </a:cubicBezTo>
                  <a:cubicBezTo>
                    <a:pt x="13443" y="2335"/>
                    <a:pt x="13657" y="2096"/>
                    <a:pt x="13741" y="1823"/>
                  </a:cubicBezTo>
                  <a:cubicBezTo>
                    <a:pt x="13836" y="1537"/>
                    <a:pt x="13812" y="1204"/>
                    <a:pt x="13669" y="942"/>
                  </a:cubicBezTo>
                  <a:cubicBezTo>
                    <a:pt x="13550" y="703"/>
                    <a:pt x="13300" y="453"/>
                    <a:pt x="13026" y="394"/>
                  </a:cubicBezTo>
                  <a:cubicBezTo>
                    <a:pt x="12800" y="346"/>
                    <a:pt x="12610" y="239"/>
                    <a:pt x="12383" y="180"/>
                  </a:cubicBezTo>
                  <a:cubicBezTo>
                    <a:pt x="12086" y="108"/>
                    <a:pt x="11788" y="61"/>
                    <a:pt x="11490" y="37"/>
                  </a:cubicBezTo>
                  <a:cubicBezTo>
                    <a:pt x="11300" y="13"/>
                    <a:pt x="11121" y="1"/>
                    <a:pt x="10931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5203325" y="3207075"/>
              <a:ext cx="59550" cy="58075"/>
            </a:xfrm>
            <a:custGeom>
              <a:avLst/>
              <a:gdLst/>
              <a:ahLst/>
              <a:cxnLst/>
              <a:rect l="l" t="t" r="r" b="b"/>
              <a:pathLst>
                <a:path w="2382" h="2323" extrusionOk="0">
                  <a:moveTo>
                    <a:pt x="1250" y="0"/>
                  </a:moveTo>
                  <a:cubicBezTo>
                    <a:pt x="619" y="12"/>
                    <a:pt x="60" y="453"/>
                    <a:pt x="36" y="1096"/>
                  </a:cubicBezTo>
                  <a:cubicBezTo>
                    <a:pt x="0" y="1715"/>
                    <a:pt x="500" y="2322"/>
                    <a:pt x="1131" y="2322"/>
                  </a:cubicBezTo>
                  <a:cubicBezTo>
                    <a:pt x="1762" y="2322"/>
                    <a:pt x="2310" y="1893"/>
                    <a:pt x="2358" y="1227"/>
                  </a:cubicBezTo>
                  <a:cubicBezTo>
                    <a:pt x="2381" y="608"/>
                    <a:pt x="1893" y="0"/>
                    <a:pt x="1250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3"/>
            <p:cNvSpPr/>
            <p:nvPr/>
          </p:nvSpPr>
          <p:spPr>
            <a:xfrm>
              <a:off x="5314950" y="3515150"/>
              <a:ext cx="292600" cy="160775"/>
            </a:xfrm>
            <a:custGeom>
              <a:avLst/>
              <a:gdLst/>
              <a:ahLst/>
              <a:cxnLst/>
              <a:rect l="l" t="t" r="r" b="b"/>
              <a:pathLst>
                <a:path w="11704" h="6431" extrusionOk="0">
                  <a:moveTo>
                    <a:pt x="3691" y="0"/>
                  </a:moveTo>
                  <a:cubicBezTo>
                    <a:pt x="3655" y="36"/>
                    <a:pt x="3596" y="36"/>
                    <a:pt x="3548" y="36"/>
                  </a:cubicBezTo>
                  <a:cubicBezTo>
                    <a:pt x="3000" y="48"/>
                    <a:pt x="2441" y="107"/>
                    <a:pt x="1905" y="227"/>
                  </a:cubicBezTo>
                  <a:cubicBezTo>
                    <a:pt x="1357" y="346"/>
                    <a:pt x="833" y="536"/>
                    <a:pt x="345" y="774"/>
                  </a:cubicBezTo>
                  <a:lnTo>
                    <a:pt x="167" y="869"/>
                  </a:lnTo>
                  <a:cubicBezTo>
                    <a:pt x="36" y="941"/>
                    <a:pt x="0" y="1119"/>
                    <a:pt x="83" y="1239"/>
                  </a:cubicBezTo>
                  <a:cubicBezTo>
                    <a:pt x="136" y="1321"/>
                    <a:pt x="217" y="1356"/>
                    <a:pt x="302" y="1356"/>
                  </a:cubicBezTo>
                  <a:cubicBezTo>
                    <a:pt x="352" y="1356"/>
                    <a:pt x="404" y="1344"/>
                    <a:pt x="452" y="1322"/>
                  </a:cubicBezTo>
                  <a:lnTo>
                    <a:pt x="714" y="1191"/>
                  </a:lnTo>
                  <a:cubicBezTo>
                    <a:pt x="1179" y="989"/>
                    <a:pt x="1667" y="846"/>
                    <a:pt x="2179" y="762"/>
                  </a:cubicBezTo>
                  <a:cubicBezTo>
                    <a:pt x="2484" y="719"/>
                    <a:pt x="2794" y="693"/>
                    <a:pt x="3108" y="693"/>
                  </a:cubicBezTo>
                  <a:cubicBezTo>
                    <a:pt x="3308" y="693"/>
                    <a:pt x="3511" y="703"/>
                    <a:pt x="3715" y="727"/>
                  </a:cubicBezTo>
                  <a:cubicBezTo>
                    <a:pt x="4310" y="810"/>
                    <a:pt x="4882" y="953"/>
                    <a:pt x="5453" y="1167"/>
                  </a:cubicBezTo>
                  <a:cubicBezTo>
                    <a:pt x="5763" y="1286"/>
                    <a:pt x="6060" y="1429"/>
                    <a:pt x="6358" y="1596"/>
                  </a:cubicBezTo>
                  <a:cubicBezTo>
                    <a:pt x="6668" y="1762"/>
                    <a:pt x="6953" y="1965"/>
                    <a:pt x="7239" y="2155"/>
                  </a:cubicBezTo>
                  <a:cubicBezTo>
                    <a:pt x="7846" y="2608"/>
                    <a:pt x="8382" y="3155"/>
                    <a:pt x="8870" y="3739"/>
                  </a:cubicBezTo>
                  <a:cubicBezTo>
                    <a:pt x="9311" y="4275"/>
                    <a:pt x="9668" y="4834"/>
                    <a:pt x="9966" y="5465"/>
                  </a:cubicBezTo>
                  <a:cubicBezTo>
                    <a:pt x="10025" y="5608"/>
                    <a:pt x="10073" y="5763"/>
                    <a:pt x="10144" y="5894"/>
                  </a:cubicBezTo>
                  <a:cubicBezTo>
                    <a:pt x="10216" y="6084"/>
                    <a:pt x="10323" y="6251"/>
                    <a:pt x="10513" y="6346"/>
                  </a:cubicBezTo>
                  <a:cubicBezTo>
                    <a:pt x="10631" y="6401"/>
                    <a:pt x="10758" y="6430"/>
                    <a:pt x="10889" y="6430"/>
                  </a:cubicBezTo>
                  <a:cubicBezTo>
                    <a:pt x="10958" y="6430"/>
                    <a:pt x="11027" y="6422"/>
                    <a:pt x="11097" y="6406"/>
                  </a:cubicBezTo>
                  <a:cubicBezTo>
                    <a:pt x="11490" y="6287"/>
                    <a:pt x="11704" y="5846"/>
                    <a:pt x="11597" y="5453"/>
                  </a:cubicBezTo>
                  <a:cubicBezTo>
                    <a:pt x="11454" y="4870"/>
                    <a:pt x="11192" y="4322"/>
                    <a:pt x="10894" y="3798"/>
                  </a:cubicBezTo>
                  <a:cubicBezTo>
                    <a:pt x="10597" y="3275"/>
                    <a:pt x="10216" y="2810"/>
                    <a:pt x="9799" y="2382"/>
                  </a:cubicBezTo>
                  <a:cubicBezTo>
                    <a:pt x="9382" y="1965"/>
                    <a:pt x="8894" y="1608"/>
                    <a:pt x="8394" y="1298"/>
                  </a:cubicBezTo>
                  <a:cubicBezTo>
                    <a:pt x="8180" y="1167"/>
                    <a:pt x="7941" y="1024"/>
                    <a:pt x="7691" y="905"/>
                  </a:cubicBezTo>
                  <a:cubicBezTo>
                    <a:pt x="7418" y="774"/>
                    <a:pt x="7120" y="655"/>
                    <a:pt x="6822" y="548"/>
                  </a:cubicBezTo>
                  <a:cubicBezTo>
                    <a:pt x="5822" y="179"/>
                    <a:pt x="4763" y="0"/>
                    <a:pt x="3691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3"/>
            <p:cNvSpPr/>
            <p:nvPr/>
          </p:nvSpPr>
          <p:spPr>
            <a:xfrm>
              <a:off x="4549675" y="4443825"/>
              <a:ext cx="2232725" cy="21975"/>
            </a:xfrm>
            <a:custGeom>
              <a:avLst/>
              <a:gdLst/>
              <a:ahLst/>
              <a:cxnLst/>
              <a:rect l="l" t="t" r="r" b="b"/>
              <a:pathLst>
                <a:path w="89309" h="879" extrusionOk="0">
                  <a:moveTo>
                    <a:pt x="64508" y="1"/>
                  </a:moveTo>
                  <a:cubicBezTo>
                    <a:pt x="62925" y="13"/>
                    <a:pt x="61305" y="13"/>
                    <a:pt x="59686" y="13"/>
                  </a:cubicBezTo>
                  <a:cubicBezTo>
                    <a:pt x="54412" y="36"/>
                    <a:pt x="49125" y="60"/>
                    <a:pt x="43863" y="72"/>
                  </a:cubicBezTo>
                  <a:cubicBezTo>
                    <a:pt x="41315" y="96"/>
                    <a:pt x="38767" y="108"/>
                    <a:pt x="36207" y="108"/>
                  </a:cubicBezTo>
                  <a:cubicBezTo>
                    <a:pt x="33814" y="108"/>
                    <a:pt x="31409" y="108"/>
                    <a:pt x="29004" y="120"/>
                  </a:cubicBezTo>
                  <a:cubicBezTo>
                    <a:pt x="26813" y="120"/>
                    <a:pt x="24610" y="120"/>
                    <a:pt x="22431" y="132"/>
                  </a:cubicBezTo>
                  <a:cubicBezTo>
                    <a:pt x="20145" y="156"/>
                    <a:pt x="17859" y="167"/>
                    <a:pt x="15585" y="191"/>
                  </a:cubicBezTo>
                  <a:cubicBezTo>
                    <a:pt x="10668" y="251"/>
                    <a:pt x="5739" y="239"/>
                    <a:pt x="833" y="286"/>
                  </a:cubicBezTo>
                  <a:cubicBezTo>
                    <a:pt x="607" y="286"/>
                    <a:pt x="369" y="286"/>
                    <a:pt x="155" y="298"/>
                  </a:cubicBezTo>
                  <a:cubicBezTo>
                    <a:pt x="71" y="298"/>
                    <a:pt x="0" y="358"/>
                    <a:pt x="0" y="453"/>
                  </a:cubicBezTo>
                  <a:cubicBezTo>
                    <a:pt x="0" y="525"/>
                    <a:pt x="60" y="596"/>
                    <a:pt x="155" y="596"/>
                  </a:cubicBezTo>
                  <a:cubicBezTo>
                    <a:pt x="5013" y="656"/>
                    <a:pt x="9894" y="656"/>
                    <a:pt x="14776" y="691"/>
                  </a:cubicBezTo>
                  <a:cubicBezTo>
                    <a:pt x="17097" y="703"/>
                    <a:pt x="19431" y="727"/>
                    <a:pt x="21765" y="751"/>
                  </a:cubicBezTo>
                  <a:cubicBezTo>
                    <a:pt x="23979" y="763"/>
                    <a:pt x="26182" y="763"/>
                    <a:pt x="28385" y="763"/>
                  </a:cubicBezTo>
                  <a:cubicBezTo>
                    <a:pt x="30718" y="763"/>
                    <a:pt x="33052" y="775"/>
                    <a:pt x="35397" y="775"/>
                  </a:cubicBezTo>
                  <a:cubicBezTo>
                    <a:pt x="37981" y="775"/>
                    <a:pt x="40577" y="787"/>
                    <a:pt x="43160" y="810"/>
                  </a:cubicBezTo>
                  <a:cubicBezTo>
                    <a:pt x="48387" y="834"/>
                    <a:pt x="53626" y="846"/>
                    <a:pt x="58853" y="870"/>
                  </a:cubicBezTo>
                  <a:cubicBezTo>
                    <a:pt x="60252" y="876"/>
                    <a:pt x="61651" y="879"/>
                    <a:pt x="63047" y="879"/>
                  </a:cubicBezTo>
                  <a:cubicBezTo>
                    <a:pt x="64443" y="879"/>
                    <a:pt x="65836" y="876"/>
                    <a:pt x="67223" y="870"/>
                  </a:cubicBezTo>
                  <a:cubicBezTo>
                    <a:pt x="69604" y="870"/>
                    <a:pt x="72009" y="846"/>
                    <a:pt x="74390" y="834"/>
                  </a:cubicBezTo>
                  <a:cubicBezTo>
                    <a:pt x="76843" y="822"/>
                    <a:pt x="79284" y="787"/>
                    <a:pt x="81736" y="763"/>
                  </a:cubicBezTo>
                  <a:cubicBezTo>
                    <a:pt x="82915" y="751"/>
                    <a:pt x="84070" y="751"/>
                    <a:pt x="85249" y="727"/>
                  </a:cubicBezTo>
                  <a:cubicBezTo>
                    <a:pt x="86297" y="715"/>
                    <a:pt x="87332" y="703"/>
                    <a:pt x="88356" y="691"/>
                  </a:cubicBezTo>
                  <a:lnTo>
                    <a:pt x="89059" y="691"/>
                  </a:lnTo>
                  <a:cubicBezTo>
                    <a:pt x="89190" y="691"/>
                    <a:pt x="89309" y="572"/>
                    <a:pt x="89309" y="429"/>
                  </a:cubicBezTo>
                  <a:cubicBezTo>
                    <a:pt x="89309" y="298"/>
                    <a:pt x="89190" y="179"/>
                    <a:pt x="89059" y="179"/>
                  </a:cubicBezTo>
                  <a:cubicBezTo>
                    <a:pt x="88023" y="179"/>
                    <a:pt x="86975" y="167"/>
                    <a:pt x="85939" y="156"/>
                  </a:cubicBezTo>
                  <a:cubicBezTo>
                    <a:pt x="84761" y="132"/>
                    <a:pt x="83582" y="132"/>
                    <a:pt x="82403" y="120"/>
                  </a:cubicBezTo>
                  <a:cubicBezTo>
                    <a:pt x="79951" y="108"/>
                    <a:pt x="77486" y="60"/>
                    <a:pt x="75021" y="48"/>
                  </a:cubicBezTo>
                  <a:cubicBezTo>
                    <a:pt x="72700" y="25"/>
                    <a:pt x="70366" y="13"/>
                    <a:pt x="68032" y="1"/>
                  </a:cubicBezTo>
                  <a:close/>
                </a:path>
              </a:pathLst>
            </a:custGeom>
            <a:solidFill>
              <a:srgbClr val="B8E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3"/>
            <p:cNvSpPr/>
            <p:nvPr/>
          </p:nvSpPr>
          <p:spPr>
            <a:xfrm>
              <a:off x="4789275" y="4063125"/>
              <a:ext cx="102125" cy="49150"/>
            </a:xfrm>
            <a:custGeom>
              <a:avLst/>
              <a:gdLst/>
              <a:ahLst/>
              <a:cxnLst/>
              <a:rect l="l" t="t" r="r" b="b"/>
              <a:pathLst>
                <a:path w="4085" h="1966" extrusionOk="0">
                  <a:moveTo>
                    <a:pt x="2037" y="1"/>
                  </a:moveTo>
                  <a:cubicBezTo>
                    <a:pt x="905" y="1"/>
                    <a:pt x="1" y="453"/>
                    <a:pt x="1" y="989"/>
                  </a:cubicBezTo>
                  <a:cubicBezTo>
                    <a:pt x="1" y="1537"/>
                    <a:pt x="905" y="1965"/>
                    <a:pt x="2037" y="1965"/>
                  </a:cubicBezTo>
                  <a:cubicBezTo>
                    <a:pt x="3156" y="1965"/>
                    <a:pt x="4073" y="1525"/>
                    <a:pt x="4084" y="989"/>
                  </a:cubicBezTo>
                  <a:cubicBezTo>
                    <a:pt x="4084" y="441"/>
                    <a:pt x="3168" y="1"/>
                    <a:pt x="2037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3"/>
            <p:cNvSpPr/>
            <p:nvPr/>
          </p:nvSpPr>
          <p:spPr>
            <a:xfrm>
              <a:off x="5521225" y="4057175"/>
              <a:ext cx="110150" cy="53000"/>
            </a:xfrm>
            <a:custGeom>
              <a:avLst/>
              <a:gdLst/>
              <a:ahLst/>
              <a:cxnLst/>
              <a:rect l="l" t="t" r="r" b="b"/>
              <a:pathLst>
                <a:path w="4406" h="2120" extrusionOk="0">
                  <a:moveTo>
                    <a:pt x="2203" y="1"/>
                  </a:moveTo>
                  <a:cubicBezTo>
                    <a:pt x="976" y="1"/>
                    <a:pt x="0" y="477"/>
                    <a:pt x="0" y="1060"/>
                  </a:cubicBezTo>
                  <a:cubicBezTo>
                    <a:pt x="0" y="1644"/>
                    <a:pt x="1000" y="2120"/>
                    <a:pt x="2203" y="2120"/>
                  </a:cubicBezTo>
                  <a:cubicBezTo>
                    <a:pt x="3405" y="2120"/>
                    <a:pt x="4393" y="1644"/>
                    <a:pt x="4405" y="1060"/>
                  </a:cubicBezTo>
                  <a:cubicBezTo>
                    <a:pt x="4405" y="477"/>
                    <a:pt x="3417" y="1"/>
                    <a:pt x="2203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62" r:id="rId8"/>
    <p:sldLayoutId id="2147483663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7"/>
          <p:cNvGrpSpPr/>
          <p:nvPr/>
        </p:nvGrpSpPr>
        <p:grpSpPr>
          <a:xfrm>
            <a:off x="1435900" y="1278750"/>
            <a:ext cx="3671900" cy="826275"/>
            <a:chOff x="1435900" y="1278750"/>
            <a:chExt cx="3671900" cy="826275"/>
          </a:xfrm>
        </p:grpSpPr>
        <p:sp>
          <p:nvSpPr>
            <p:cNvPr id="270" name="Google Shape;270;p27"/>
            <p:cNvSpPr/>
            <p:nvPr/>
          </p:nvSpPr>
          <p:spPr>
            <a:xfrm>
              <a:off x="1435900" y="1885950"/>
              <a:ext cx="342900" cy="219075"/>
            </a:xfrm>
            <a:custGeom>
              <a:avLst/>
              <a:gdLst/>
              <a:ahLst/>
              <a:cxnLst/>
              <a:rect l="l" t="t" r="r" b="b"/>
              <a:pathLst>
                <a:path w="13716" h="8763" extrusionOk="0">
                  <a:moveTo>
                    <a:pt x="13716" y="8763"/>
                  </a:moveTo>
                  <a:lnTo>
                    <a:pt x="0" y="8763"/>
                  </a:lnTo>
                  <a:lnTo>
                    <a:pt x="571" y="3620"/>
                  </a:lnTo>
                  <a:lnTo>
                    <a:pt x="3715" y="0"/>
                  </a:lnTo>
                  <a:lnTo>
                    <a:pt x="131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2871800" y="1278750"/>
              <a:ext cx="342900" cy="219075"/>
            </a:xfrm>
            <a:custGeom>
              <a:avLst/>
              <a:gdLst/>
              <a:ahLst/>
              <a:cxnLst/>
              <a:rect l="l" t="t" r="r" b="b"/>
              <a:pathLst>
                <a:path w="13716" h="8763" extrusionOk="0">
                  <a:moveTo>
                    <a:pt x="13716" y="8763"/>
                  </a:moveTo>
                  <a:lnTo>
                    <a:pt x="0" y="8763"/>
                  </a:lnTo>
                  <a:lnTo>
                    <a:pt x="571" y="3620"/>
                  </a:lnTo>
                  <a:lnTo>
                    <a:pt x="3715" y="0"/>
                  </a:lnTo>
                  <a:lnTo>
                    <a:pt x="131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3755250" y="1278750"/>
              <a:ext cx="342900" cy="219075"/>
            </a:xfrm>
            <a:custGeom>
              <a:avLst/>
              <a:gdLst/>
              <a:ahLst/>
              <a:cxnLst/>
              <a:rect l="l" t="t" r="r" b="b"/>
              <a:pathLst>
                <a:path w="13716" h="8763" extrusionOk="0">
                  <a:moveTo>
                    <a:pt x="13716" y="8763"/>
                  </a:moveTo>
                  <a:lnTo>
                    <a:pt x="0" y="8763"/>
                  </a:lnTo>
                  <a:lnTo>
                    <a:pt x="571" y="3620"/>
                  </a:lnTo>
                  <a:lnTo>
                    <a:pt x="3715" y="0"/>
                  </a:lnTo>
                  <a:lnTo>
                    <a:pt x="131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4764900" y="1278750"/>
              <a:ext cx="342900" cy="219075"/>
            </a:xfrm>
            <a:custGeom>
              <a:avLst/>
              <a:gdLst/>
              <a:ahLst/>
              <a:cxnLst/>
              <a:rect l="l" t="t" r="r" b="b"/>
              <a:pathLst>
                <a:path w="13716" h="8763" extrusionOk="0">
                  <a:moveTo>
                    <a:pt x="13716" y="8763"/>
                  </a:moveTo>
                  <a:lnTo>
                    <a:pt x="0" y="8763"/>
                  </a:lnTo>
                  <a:lnTo>
                    <a:pt x="571" y="3620"/>
                  </a:lnTo>
                  <a:lnTo>
                    <a:pt x="3715" y="0"/>
                  </a:lnTo>
                  <a:lnTo>
                    <a:pt x="131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4" name="Google Shape;274;p27"/>
          <p:cNvGrpSpPr/>
          <p:nvPr/>
        </p:nvGrpSpPr>
        <p:grpSpPr>
          <a:xfrm flipH="1">
            <a:off x="284" y="2590428"/>
            <a:ext cx="2580834" cy="2559381"/>
            <a:chOff x="-761089" y="594525"/>
            <a:chExt cx="5186563" cy="5143450"/>
          </a:xfrm>
        </p:grpSpPr>
        <p:sp>
          <p:nvSpPr>
            <p:cNvPr id="275" name="Google Shape;275;p27"/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rgbClr val="FCB0B6"/>
            </a:solidFill>
            <a:ln w="28575" cap="flat" cmpd="sng">
              <a:solidFill>
                <a:srgbClr val="DE8C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" name="Google Shape;279;p27"/>
          <p:cNvSpPr txBox="1">
            <a:spLocks noGrp="1"/>
          </p:cNvSpPr>
          <p:nvPr>
            <p:ph type="ctrTitle"/>
          </p:nvPr>
        </p:nvSpPr>
        <p:spPr>
          <a:xfrm>
            <a:off x="828583" y="795588"/>
            <a:ext cx="6580200" cy="19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AI vs Human — Interactive Sentiment Guessing Game</a:t>
            </a:r>
            <a:endParaRPr sz="3200" dirty="0">
              <a:latin typeface="Audiowide"/>
              <a:ea typeface="Audiowide"/>
              <a:cs typeface="Audiowide"/>
              <a:sym typeface="Audiowide"/>
            </a:endParaRPr>
          </a:p>
        </p:txBody>
      </p:sp>
      <p:grpSp>
        <p:nvGrpSpPr>
          <p:cNvPr id="280" name="Google Shape;280;p27"/>
          <p:cNvGrpSpPr/>
          <p:nvPr/>
        </p:nvGrpSpPr>
        <p:grpSpPr>
          <a:xfrm>
            <a:off x="3957561" y="0"/>
            <a:ext cx="5186563" cy="5143450"/>
            <a:chOff x="3957561" y="0"/>
            <a:chExt cx="5186563" cy="5143450"/>
          </a:xfrm>
        </p:grpSpPr>
        <p:sp>
          <p:nvSpPr>
            <p:cNvPr id="281" name="Google Shape;281;p27"/>
            <p:cNvSpPr/>
            <p:nvPr/>
          </p:nvSpPr>
          <p:spPr>
            <a:xfrm>
              <a:off x="7445400" y="0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7915166" y="675121"/>
              <a:ext cx="818691" cy="1580516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7912488" y="669955"/>
              <a:ext cx="645177" cy="1593815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5A8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3957561" y="2087425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" name="Google Shape;285;p27"/>
          <p:cNvSpPr txBox="1">
            <a:spLocks noGrp="1"/>
          </p:cNvSpPr>
          <p:nvPr>
            <p:ph type="subTitle" idx="1"/>
          </p:nvPr>
        </p:nvSpPr>
        <p:spPr>
          <a:xfrm>
            <a:off x="828585" y="454225"/>
            <a:ext cx="4365600" cy="6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>
                <a:latin typeface="Avenir Book" panose="02000503020000020003" pitchFamily="2" charset="0"/>
              </a:rPr>
              <a:t>Presented by - </a:t>
            </a:r>
            <a:r>
              <a:rPr lang="en-US" dirty="0">
                <a:effectLst/>
                <a:latin typeface="Avenir Book" panose="0200050302000002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Mohammed Haroon Palagiri</a:t>
            </a:r>
            <a:endParaRPr lang="en-US" dirty="0">
              <a:effectLst/>
              <a:latin typeface="Avenir Book" panose="02000503020000020003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1729395" y="2124200"/>
            <a:ext cx="756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7"/>
          <p:cNvSpPr/>
          <p:nvPr/>
        </p:nvSpPr>
        <p:spPr>
          <a:xfrm rot="5400000">
            <a:off x="6700611" y="1810962"/>
            <a:ext cx="717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7"/>
          <p:cNvSpPr/>
          <p:nvPr/>
        </p:nvSpPr>
        <p:spPr>
          <a:xfrm rot="5400000">
            <a:off x="867375" y="892073"/>
            <a:ext cx="717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7"/>
          <p:cNvGrpSpPr/>
          <p:nvPr/>
        </p:nvGrpSpPr>
        <p:grpSpPr>
          <a:xfrm flipH="1">
            <a:off x="8251653" y="838377"/>
            <a:ext cx="1175894" cy="1256981"/>
            <a:chOff x="1577875" y="1935775"/>
            <a:chExt cx="917950" cy="981250"/>
          </a:xfrm>
        </p:grpSpPr>
        <p:sp>
          <p:nvSpPr>
            <p:cNvPr id="290" name="Google Shape;290;p27"/>
            <p:cNvSpPr/>
            <p:nvPr/>
          </p:nvSpPr>
          <p:spPr>
            <a:xfrm>
              <a:off x="2078925" y="2678375"/>
              <a:ext cx="276400" cy="222400"/>
            </a:xfrm>
            <a:custGeom>
              <a:avLst/>
              <a:gdLst/>
              <a:ahLst/>
              <a:cxnLst/>
              <a:rect l="l" t="t" r="r" b="b"/>
              <a:pathLst>
                <a:path w="11056" h="8896" extrusionOk="0">
                  <a:moveTo>
                    <a:pt x="8292" y="0"/>
                  </a:moveTo>
                  <a:cubicBezTo>
                    <a:pt x="5366" y="0"/>
                    <a:pt x="1" y="1208"/>
                    <a:pt x="163" y="2253"/>
                  </a:cubicBezTo>
                  <a:lnTo>
                    <a:pt x="860" y="6782"/>
                  </a:lnTo>
                  <a:cubicBezTo>
                    <a:pt x="1069" y="8036"/>
                    <a:pt x="2161" y="8895"/>
                    <a:pt x="3392" y="8895"/>
                  </a:cubicBezTo>
                  <a:cubicBezTo>
                    <a:pt x="3531" y="8895"/>
                    <a:pt x="3717" y="8895"/>
                    <a:pt x="3856" y="8872"/>
                  </a:cubicBezTo>
                  <a:lnTo>
                    <a:pt x="8687" y="8036"/>
                  </a:lnTo>
                  <a:cubicBezTo>
                    <a:pt x="10103" y="7804"/>
                    <a:pt x="11055" y="6457"/>
                    <a:pt x="10777" y="5040"/>
                  </a:cubicBezTo>
                  <a:lnTo>
                    <a:pt x="10103" y="511"/>
                  </a:lnTo>
                  <a:cubicBezTo>
                    <a:pt x="10057" y="140"/>
                    <a:pt x="9337" y="0"/>
                    <a:pt x="82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2071375" y="2672575"/>
              <a:ext cx="289750" cy="234000"/>
            </a:xfrm>
            <a:custGeom>
              <a:avLst/>
              <a:gdLst/>
              <a:ahLst/>
              <a:cxnLst/>
              <a:rect l="l" t="t" r="r" b="b"/>
              <a:pathLst>
                <a:path w="11590" h="9360" extrusionOk="0">
                  <a:moveTo>
                    <a:pt x="8594" y="465"/>
                  </a:moveTo>
                  <a:cubicBezTo>
                    <a:pt x="9662" y="465"/>
                    <a:pt x="10150" y="627"/>
                    <a:pt x="10196" y="813"/>
                  </a:cubicBezTo>
                  <a:cubicBezTo>
                    <a:pt x="10359" y="1905"/>
                    <a:pt x="10893" y="5295"/>
                    <a:pt x="10893" y="5342"/>
                  </a:cubicBezTo>
                  <a:cubicBezTo>
                    <a:pt x="11125" y="6619"/>
                    <a:pt x="10266" y="7827"/>
                    <a:pt x="8965" y="8059"/>
                  </a:cubicBezTo>
                  <a:lnTo>
                    <a:pt x="4112" y="8895"/>
                  </a:lnTo>
                  <a:cubicBezTo>
                    <a:pt x="3972" y="8941"/>
                    <a:pt x="3856" y="8941"/>
                    <a:pt x="3717" y="8941"/>
                  </a:cubicBezTo>
                  <a:cubicBezTo>
                    <a:pt x="2579" y="8941"/>
                    <a:pt x="1603" y="8129"/>
                    <a:pt x="1394" y="6991"/>
                  </a:cubicBezTo>
                  <a:cubicBezTo>
                    <a:pt x="1394" y="6967"/>
                    <a:pt x="860" y="3553"/>
                    <a:pt x="698" y="2462"/>
                  </a:cubicBezTo>
                  <a:cubicBezTo>
                    <a:pt x="628" y="2090"/>
                    <a:pt x="2463" y="1254"/>
                    <a:pt x="5575" y="743"/>
                  </a:cubicBezTo>
                  <a:cubicBezTo>
                    <a:pt x="6875" y="511"/>
                    <a:pt x="7874" y="465"/>
                    <a:pt x="8594" y="465"/>
                  </a:cubicBezTo>
                  <a:close/>
                  <a:moveTo>
                    <a:pt x="8594" y="0"/>
                  </a:moveTo>
                  <a:cubicBezTo>
                    <a:pt x="7525" y="0"/>
                    <a:pt x="6248" y="163"/>
                    <a:pt x="5482" y="279"/>
                  </a:cubicBezTo>
                  <a:cubicBezTo>
                    <a:pt x="4553" y="418"/>
                    <a:pt x="1" y="1254"/>
                    <a:pt x="233" y="2508"/>
                  </a:cubicBezTo>
                  <a:cubicBezTo>
                    <a:pt x="419" y="3623"/>
                    <a:pt x="930" y="7014"/>
                    <a:pt x="930" y="7037"/>
                  </a:cubicBezTo>
                  <a:cubicBezTo>
                    <a:pt x="1162" y="8384"/>
                    <a:pt x="2323" y="9359"/>
                    <a:pt x="3694" y="9359"/>
                  </a:cubicBezTo>
                  <a:cubicBezTo>
                    <a:pt x="3833" y="9359"/>
                    <a:pt x="4019" y="9359"/>
                    <a:pt x="4181" y="9336"/>
                  </a:cubicBezTo>
                  <a:lnTo>
                    <a:pt x="9035" y="8500"/>
                  </a:lnTo>
                  <a:cubicBezTo>
                    <a:pt x="10568" y="8245"/>
                    <a:pt x="11590" y="6782"/>
                    <a:pt x="11311" y="5249"/>
                  </a:cubicBezTo>
                  <a:cubicBezTo>
                    <a:pt x="11311" y="5226"/>
                    <a:pt x="10800" y="1812"/>
                    <a:pt x="10637" y="697"/>
                  </a:cubicBezTo>
                  <a:cubicBezTo>
                    <a:pt x="10568" y="140"/>
                    <a:pt x="9662" y="0"/>
                    <a:pt x="8594" y="0"/>
                  </a:cubicBezTo>
                  <a:close/>
                </a:path>
              </a:pathLst>
            </a:custGeom>
            <a:solidFill>
              <a:srgbClr val="DE7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1736950" y="2667925"/>
              <a:ext cx="300200" cy="243300"/>
            </a:xfrm>
            <a:custGeom>
              <a:avLst/>
              <a:gdLst/>
              <a:ahLst/>
              <a:cxnLst/>
              <a:rect l="l" t="t" r="r" b="b"/>
              <a:pathLst>
                <a:path w="12008" h="9732" extrusionOk="0">
                  <a:moveTo>
                    <a:pt x="2950" y="0"/>
                  </a:moveTo>
                  <a:cubicBezTo>
                    <a:pt x="2486" y="0"/>
                    <a:pt x="2207" y="93"/>
                    <a:pt x="2114" y="326"/>
                  </a:cubicBezTo>
                  <a:cubicBezTo>
                    <a:pt x="1720" y="1394"/>
                    <a:pt x="465" y="4599"/>
                    <a:pt x="465" y="4599"/>
                  </a:cubicBezTo>
                  <a:cubicBezTo>
                    <a:pt x="1" y="5922"/>
                    <a:pt x="674" y="7409"/>
                    <a:pt x="2021" y="7897"/>
                  </a:cubicBezTo>
                  <a:lnTo>
                    <a:pt x="6666" y="9592"/>
                  </a:lnTo>
                  <a:cubicBezTo>
                    <a:pt x="6968" y="9708"/>
                    <a:pt x="7247" y="9731"/>
                    <a:pt x="7549" y="9731"/>
                  </a:cubicBezTo>
                  <a:cubicBezTo>
                    <a:pt x="8594" y="9731"/>
                    <a:pt x="9569" y="9081"/>
                    <a:pt x="9987" y="8036"/>
                  </a:cubicBezTo>
                  <a:cubicBezTo>
                    <a:pt x="9987" y="8036"/>
                    <a:pt x="11241" y="4831"/>
                    <a:pt x="11636" y="3786"/>
                  </a:cubicBezTo>
                  <a:cubicBezTo>
                    <a:pt x="12008" y="2625"/>
                    <a:pt x="5366" y="0"/>
                    <a:pt x="29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1729425" y="2662125"/>
              <a:ext cx="304825" cy="254900"/>
            </a:xfrm>
            <a:custGeom>
              <a:avLst/>
              <a:gdLst/>
              <a:ahLst/>
              <a:cxnLst/>
              <a:rect l="l" t="t" r="r" b="b"/>
              <a:pathLst>
                <a:path w="12193" h="10196" extrusionOk="0">
                  <a:moveTo>
                    <a:pt x="3182" y="465"/>
                  </a:moveTo>
                  <a:lnTo>
                    <a:pt x="3251" y="465"/>
                  </a:lnTo>
                  <a:cubicBezTo>
                    <a:pt x="5295" y="465"/>
                    <a:pt x="10567" y="2439"/>
                    <a:pt x="11566" y="3623"/>
                  </a:cubicBezTo>
                  <a:cubicBezTo>
                    <a:pt x="11658" y="3739"/>
                    <a:pt x="11705" y="3832"/>
                    <a:pt x="11682" y="3902"/>
                  </a:cubicBezTo>
                  <a:cubicBezTo>
                    <a:pt x="11264" y="4970"/>
                    <a:pt x="10056" y="8129"/>
                    <a:pt x="10033" y="8152"/>
                  </a:cubicBezTo>
                  <a:cubicBezTo>
                    <a:pt x="9684" y="9127"/>
                    <a:pt x="8779" y="9708"/>
                    <a:pt x="7826" y="9708"/>
                  </a:cubicBezTo>
                  <a:cubicBezTo>
                    <a:pt x="7548" y="9708"/>
                    <a:pt x="7269" y="9638"/>
                    <a:pt x="7014" y="9545"/>
                  </a:cubicBezTo>
                  <a:lnTo>
                    <a:pt x="2369" y="7873"/>
                  </a:lnTo>
                  <a:cubicBezTo>
                    <a:pt x="1138" y="7409"/>
                    <a:pt x="511" y="6062"/>
                    <a:pt x="975" y="4854"/>
                  </a:cubicBezTo>
                  <a:cubicBezTo>
                    <a:pt x="975" y="4831"/>
                    <a:pt x="2206" y="1626"/>
                    <a:pt x="2624" y="581"/>
                  </a:cubicBezTo>
                  <a:cubicBezTo>
                    <a:pt x="2648" y="534"/>
                    <a:pt x="2764" y="488"/>
                    <a:pt x="2903" y="465"/>
                  </a:cubicBezTo>
                  <a:close/>
                  <a:moveTo>
                    <a:pt x="3228" y="0"/>
                  </a:moveTo>
                  <a:cubicBezTo>
                    <a:pt x="3089" y="0"/>
                    <a:pt x="2949" y="0"/>
                    <a:pt x="2833" y="23"/>
                  </a:cubicBezTo>
                  <a:cubicBezTo>
                    <a:pt x="2508" y="93"/>
                    <a:pt x="2276" y="232"/>
                    <a:pt x="2183" y="441"/>
                  </a:cubicBezTo>
                  <a:cubicBezTo>
                    <a:pt x="1788" y="1510"/>
                    <a:pt x="534" y="4668"/>
                    <a:pt x="534" y="4738"/>
                  </a:cubicBezTo>
                  <a:cubicBezTo>
                    <a:pt x="0" y="6178"/>
                    <a:pt x="766" y="7803"/>
                    <a:pt x="2206" y="8338"/>
                  </a:cubicBezTo>
                  <a:lnTo>
                    <a:pt x="6851" y="10010"/>
                  </a:lnTo>
                  <a:cubicBezTo>
                    <a:pt x="7176" y="10126"/>
                    <a:pt x="7478" y="10195"/>
                    <a:pt x="7826" y="10195"/>
                  </a:cubicBezTo>
                  <a:cubicBezTo>
                    <a:pt x="9011" y="10195"/>
                    <a:pt x="10056" y="9476"/>
                    <a:pt x="10451" y="8338"/>
                  </a:cubicBezTo>
                  <a:cubicBezTo>
                    <a:pt x="10451" y="8314"/>
                    <a:pt x="11705" y="5109"/>
                    <a:pt x="12123" y="4064"/>
                  </a:cubicBezTo>
                  <a:cubicBezTo>
                    <a:pt x="12193" y="3832"/>
                    <a:pt x="12146" y="3600"/>
                    <a:pt x="11937" y="3344"/>
                  </a:cubicBezTo>
                  <a:cubicBezTo>
                    <a:pt x="10869" y="2067"/>
                    <a:pt x="5411" y="0"/>
                    <a:pt x="3228" y="0"/>
                  </a:cubicBezTo>
                  <a:close/>
                </a:path>
              </a:pathLst>
            </a:custGeom>
            <a:solidFill>
              <a:srgbClr val="DE7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1619100" y="1941600"/>
              <a:ext cx="872075" cy="871500"/>
            </a:xfrm>
            <a:custGeom>
              <a:avLst/>
              <a:gdLst/>
              <a:ahLst/>
              <a:cxnLst/>
              <a:rect l="l" t="t" r="r" b="b"/>
              <a:pathLst>
                <a:path w="34883" h="34860" extrusionOk="0">
                  <a:moveTo>
                    <a:pt x="17418" y="0"/>
                  </a:moveTo>
                  <a:cubicBezTo>
                    <a:pt x="7781" y="0"/>
                    <a:pt x="0" y="7803"/>
                    <a:pt x="0" y="17418"/>
                  </a:cubicBezTo>
                  <a:cubicBezTo>
                    <a:pt x="0" y="27056"/>
                    <a:pt x="7827" y="34859"/>
                    <a:pt x="17418" y="34859"/>
                  </a:cubicBezTo>
                  <a:cubicBezTo>
                    <a:pt x="27033" y="34859"/>
                    <a:pt x="34883" y="27056"/>
                    <a:pt x="34883" y="17418"/>
                  </a:cubicBezTo>
                  <a:cubicBezTo>
                    <a:pt x="34883" y="7827"/>
                    <a:pt x="27056" y="0"/>
                    <a:pt x="174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1862375" y="2017075"/>
              <a:ext cx="552750" cy="685125"/>
            </a:xfrm>
            <a:custGeom>
              <a:avLst/>
              <a:gdLst/>
              <a:ahLst/>
              <a:cxnLst/>
              <a:rect l="l" t="t" r="r" b="b"/>
              <a:pathLst>
                <a:path w="22110" h="27405" extrusionOk="0">
                  <a:moveTo>
                    <a:pt x="22109" y="13702"/>
                  </a:moveTo>
                  <a:cubicBezTo>
                    <a:pt x="22109" y="21273"/>
                    <a:pt x="17163" y="27405"/>
                    <a:pt x="11055" y="27405"/>
                  </a:cubicBezTo>
                  <a:cubicBezTo>
                    <a:pt x="4947" y="27405"/>
                    <a:pt x="0" y="21273"/>
                    <a:pt x="0" y="13702"/>
                  </a:cubicBezTo>
                  <a:cubicBezTo>
                    <a:pt x="0" y="6131"/>
                    <a:pt x="4947" y="0"/>
                    <a:pt x="11055" y="0"/>
                  </a:cubicBezTo>
                  <a:cubicBezTo>
                    <a:pt x="17163" y="0"/>
                    <a:pt x="22109" y="6131"/>
                    <a:pt x="22109" y="13702"/>
                  </a:cubicBezTo>
                  <a:close/>
                </a:path>
              </a:pathLst>
            </a:custGeom>
            <a:solidFill>
              <a:schemeClr val="accent5"/>
            </a:solidFill>
            <a:ln w="12200" cap="flat" cmpd="sng">
              <a:solidFill>
                <a:srgbClr val="000000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1577875" y="1935775"/>
              <a:ext cx="917950" cy="883700"/>
            </a:xfrm>
            <a:custGeom>
              <a:avLst/>
              <a:gdLst/>
              <a:ahLst/>
              <a:cxnLst/>
              <a:rect l="l" t="t" r="r" b="b"/>
              <a:pathLst>
                <a:path w="36718" h="35348" extrusionOk="0">
                  <a:moveTo>
                    <a:pt x="19067" y="465"/>
                  </a:moveTo>
                  <a:cubicBezTo>
                    <a:pt x="28589" y="465"/>
                    <a:pt x="36253" y="8153"/>
                    <a:pt x="36276" y="17674"/>
                  </a:cubicBezTo>
                  <a:cubicBezTo>
                    <a:pt x="36276" y="24642"/>
                    <a:pt x="32119" y="30912"/>
                    <a:pt x="25663" y="33560"/>
                  </a:cubicBezTo>
                  <a:cubicBezTo>
                    <a:pt x="23550" y="34419"/>
                    <a:pt x="21297" y="34860"/>
                    <a:pt x="19067" y="34860"/>
                  </a:cubicBezTo>
                  <a:cubicBezTo>
                    <a:pt x="14608" y="34860"/>
                    <a:pt x="10196" y="33118"/>
                    <a:pt x="6898" y="29821"/>
                  </a:cubicBezTo>
                  <a:cubicBezTo>
                    <a:pt x="1975" y="24874"/>
                    <a:pt x="512" y="17512"/>
                    <a:pt x="3182" y="11056"/>
                  </a:cubicBezTo>
                  <a:cubicBezTo>
                    <a:pt x="5830" y="4669"/>
                    <a:pt x="12100" y="465"/>
                    <a:pt x="19067" y="465"/>
                  </a:cubicBezTo>
                  <a:close/>
                  <a:moveTo>
                    <a:pt x="19067" y="1"/>
                  </a:moveTo>
                  <a:cubicBezTo>
                    <a:pt x="14492" y="1"/>
                    <a:pt x="9964" y="1789"/>
                    <a:pt x="6573" y="5157"/>
                  </a:cubicBezTo>
                  <a:cubicBezTo>
                    <a:pt x="1510" y="10219"/>
                    <a:pt x="1" y="17814"/>
                    <a:pt x="2741" y="24433"/>
                  </a:cubicBezTo>
                  <a:cubicBezTo>
                    <a:pt x="5458" y="31028"/>
                    <a:pt x="11914" y="35348"/>
                    <a:pt x="19044" y="35348"/>
                  </a:cubicBezTo>
                  <a:cubicBezTo>
                    <a:pt x="28798" y="35348"/>
                    <a:pt x="36694" y="27428"/>
                    <a:pt x="36718" y="17698"/>
                  </a:cubicBezTo>
                  <a:cubicBezTo>
                    <a:pt x="36718" y="10568"/>
                    <a:pt x="32421" y="4112"/>
                    <a:pt x="25802" y="1371"/>
                  </a:cubicBezTo>
                  <a:cubicBezTo>
                    <a:pt x="23666" y="465"/>
                    <a:pt x="21343" y="1"/>
                    <a:pt x="19067" y="1"/>
                  </a:cubicBezTo>
                  <a:close/>
                </a:path>
              </a:pathLst>
            </a:custGeom>
            <a:solidFill>
              <a:srgbClr val="DE7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2375050" y="2141325"/>
              <a:ext cx="44725" cy="59825"/>
            </a:xfrm>
            <a:custGeom>
              <a:avLst/>
              <a:gdLst/>
              <a:ahLst/>
              <a:cxnLst/>
              <a:rect l="l" t="t" r="r" b="b"/>
              <a:pathLst>
                <a:path w="1789" h="2393" extrusionOk="0">
                  <a:moveTo>
                    <a:pt x="604" y="0"/>
                  </a:moveTo>
                  <a:cubicBezTo>
                    <a:pt x="418" y="0"/>
                    <a:pt x="256" y="70"/>
                    <a:pt x="139" y="302"/>
                  </a:cubicBezTo>
                  <a:cubicBezTo>
                    <a:pt x="0" y="604"/>
                    <a:pt x="534" y="860"/>
                    <a:pt x="952" y="1347"/>
                  </a:cubicBezTo>
                  <a:cubicBezTo>
                    <a:pt x="1184" y="1649"/>
                    <a:pt x="1347" y="1997"/>
                    <a:pt x="1440" y="2369"/>
                  </a:cubicBezTo>
                  <a:cubicBezTo>
                    <a:pt x="1440" y="2392"/>
                    <a:pt x="1463" y="2392"/>
                    <a:pt x="1533" y="2392"/>
                  </a:cubicBezTo>
                  <a:cubicBezTo>
                    <a:pt x="1579" y="2392"/>
                    <a:pt x="1695" y="2346"/>
                    <a:pt x="1695" y="2276"/>
                  </a:cubicBezTo>
                  <a:cubicBezTo>
                    <a:pt x="1765" y="2044"/>
                    <a:pt x="1788" y="1812"/>
                    <a:pt x="1788" y="1579"/>
                  </a:cubicBezTo>
                  <a:cubicBezTo>
                    <a:pt x="1742" y="813"/>
                    <a:pt x="1092" y="0"/>
                    <a:pt x="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1867025" y="2396200"/>
              <a:ext cx="549850" cy="299625"/>
            </a:xfrm>
            <a:custGeom>
              <a:avLst/>
              <a:gdLst/>
              <a:ahLst/>
              <a:cxnLst/>
              <a:rect l="l" t="t" r="r" b="b"/>
              <a:pathLst>
                <a:path w="21994" h="11985" extrusionOk="0">
                  <a:moveTo>
                    <a:pt x="0" y="1"/>
                  </a:moveTo>
                  <a:lnTo>
                    <a:pt x="0" y="1"/>
                  </a:lnTo>
                  <a:cubicBezTo>
                    <a:pt x="23" y="186"/>
                    <a:pt x="23" y="395"/>
                    <a:pt x="47" y="558"/>
                  </a:cubicBezTo>
                  <a:cubicBezTo>
                    <a:pt x="1788" y="1208"/>
                    <a:pt x="5899" y="2509"/>
                    <a:pt x="10939" y="2602"/>
                  </a:cubicBezTo>
                  <a:lnTo>
                    <a:pt x="11519" y="2602"/>
                  </a:lnTo>
                  <a:cubicBezTo>
                    <a:pt x="13424" y="2602"/>
                    <a:pt x="15490" y="2416"/>
                    <a:pt x="17581" y="1951"/>
                  </a:cubicBezTo>
                  <a:lnTo>
                    <a:pt x="17581" y="1951"/>
                  </a:lnTo>
                  <a:cubicBezTo>
                    <a:pt x="17163" y="5853"/>
                    <a:pt x="15862" y="9383"/>
                    <a:pt x="13911" y="11984"/>
                  </a:cubicBezTo>
                  <a:cubicBezTo>
                    <a:pt x="14190" y="11891"/>
                    <a:pt x="14445" y="11775"/>
                    <a:pt x="14701" y="11659"/>
                  </a:cubicBezTo>
                  <a:cubicBezTo>
                    <a:pt x="16512" y="9035"/>
                    <a:pt x="17674" y="5574"/>
                    <a:pt x="18045" y="1835"/>
                  </a:cubicBezTo>
                  <a:cubicBezTo>
                    <a:pt x="19322" y="1510"/>
                    <a:pt x="20623" y="1115"/>
                    <a:pt x="21923" y="558"/>
                  </a:cubicBezTo>
                  <a:cubicBezTo>
                    <a:pt x="21970" y="395"/>
                    <a:pt x="21970" y="186"/>
                    <a:pt x="21993" y="1"/>
                  </a:cubicBezTo>
                  <a:lnTo>
                    <a:pt x="21993" y="1"/>
                  </a:lnTo>
                  <a:cubicBezTo>
                    <a:pt x="20693" y="535"/>
                    <a:pt x="19392" y="976"/>
                    <a:pt x="18068" y="1324"/>
                  </a:cubicBezTo>
                  <a:cubicBezTo>
                    <a:pt x="17929" y="1348"/>
                    <a:pt x="17743" y="1417"/>
                    <a:pt x="17604" y="1440"/>
                  </a:cubicBezTo>
                  <a:cubicBezTo>
                    <a:pt x="15467" y="1928"/>
                    <a:pt x="13354" y="2091"/>
                    <a:pt x="11357" y="2091"/>
                  </a:cubicBezTo>
                  <a:lnTo>
                    <a:pt x="10915" y="2091"/>
                  </a:lnTo>
                  <a:cubicBezTo>
                    <a:pt x="5736" y="2021"/>
                    <a:pt x="1533" y="628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2141650" y="2702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1624325" y="1954375"/>
              <a:ext cx="621275" cy="850600"/>
            </a:xfrm>
            <a:custGeom>
              <a:avLst/>
              <a:gdLst/>
              <a:ahLst/>
              <a:cxnLst/>
              <a:rect l="l" t="t" r="r" b="b"/>
              <a:pathLst>
                <a:path w="24851" h="34024" extrusionOk="0">
                  <a:moveTo>
                    <a:pt x="12820" y="0"/>
                  </a:moveTo>
                  <a:cubicBezTo>
                    <a:pt x="5435" y="2044"/>
                    <a:pt x="0" y="8802"/>
                    <a:pt x="0" y="16814"/>
                  </a:cubicBezTo>
                  <a:cubicBezTo>
                    <a:pt x="0" y="25500"/>
                    <a:pt x="6317" y="32699"/>
                    <a:pt x="14632" y="34023"/>
                  </a:cubicBezTo>
                  <a:cubicBezTo>
                    <a:pt x="20693" y="30981"/>
                    <a:pt x="24850" y="24687"/>
                    <a:pt x="24850" y="17418"/>
                  </a:cubicBezTo>
                  <a:cubicBezTo>
                    <a:pt x="24850" y="9475"/>
                    <a:pt x="19857" y="2671"/>
                    <a:pt x="12820" y="0"/>
                  </a:cubicBezTo>
                  <a:close/>
                </a:path>
              </a:pathLst>
            </a:custGeom>
            <a:solidFill>
              <a:srgbClr val="FCFCFC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1743925" y="2147700"/>
              <a:ext cx="54600" cy="73175"/>
            </a:xfrm>
            <a:custGeom>
              <a:avLst/>
              <a:gdLst/>
              <a:ahLst/>
              <a:cxnLst/>
              <a:rect l="l" t="t" r="r" b="b"/>
              <a:pathLst>
                <a:path w="2184" h="2927" extrusionOk="0">
                  <a:moveTo>
                    <a:pt x="1951" y="372"/>
                  </a:moveTo>
                  <a:cubicBezTo>
                    <a:pt x="1789" y="117"/>
                    <a:pt x="1557" y="1"/>
                    <a:pt x="1324" y="1"/>
                  </a:cubicBezTo>
                  <a:cubicBezTo>
                    <a:pt x="1231" y="1"/>
                    <a:pt x="1139" y="1"/>
                    <a:pt x="1092" y="24"/>
                  </a:cubicBezTo>
                  <a:cubicBezTo>
                    <a:pt x="512" y="233"/>
                    <a:pt x="1" y="1092"/>
                    <a:pt x="47" y="1951"/>
                  </a:cubicBezTo>
                  <a:cubicBezTo>
                    <a:pt x="47" y="2207"/>
                    <a:pt x="117" y="2462"/>
                    <a:pt x="210" y="2695"/>
                  </a:cubicBezTo>
                  <a:cubicBezTo>
                    <a:pt x="303" y="2834"/>
                    <a:pt x="442" y="2927"/>
                    <a:pt x="581" y="2927"/>
                  </a:cubicBezTo>
                  <a:lnTo>
                    <a:pt x="628" y="2927"/>
                  </a:lnTo>
                  <a:cubicBezTo>
                    <a:pt x="767" y="2927"/>
                    <a:pt x="860" y="2811"/>
                    <a:pt x="883" y="2695"/>
                  </a:cubicBezTo>
                  <a:cubicBezTo>
                    <a:pt x="930" y="2346"/>
                    <a:pt x="1046" y="2021"/>
                    <a:pt x="1255" y="1742"/>
                  </a:cubicBezTo>
                  <a:cubicBezTo>
                    <a:pt x="1371" y="1603"/>
                    <a:pt x="1487" y="1441"/>
                    <a:pt x="1626" y="1301"/>
                  </a:cubicBezTo>
                  <a:cubicBezTo>
                    <a:pt x="1905" y="1023"/>
                    <a:pt x="2184" y="697"/>
                    <a:pt x="1951" y="37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1788625" y="2170925"/>
              <a:ext cx="38350" cy="49375"/>
            </a:xfrm>
            <a:custGeom>
              <a:avLst/>
              <a:gdLst/>
              <a:ahLst/>
              <a:cxnLst/>
              <a:rect l="l" t="t" r="r" b="b"/>
              <a:pathLst>
                <a:path w="1534" h="1975" extrusionOk="0">
                  <a:moveTo>
                    <a:pt x="1348" y="256"/>
                  </a:moveTo>
                  <a:cubicBezTo>
                    <a:pt x="1278" y="70"/>
                    <a:pt x="1092" y="1"/>
                    <a:pt x="883" y="1"/>
                  </a:cubicBezTo>
                  <a:cubicBezTo>
                    <a:pt x="837" y="1"/>
                    <a:pt x="767" y="1"/>
                    <a:pt x="721" y="24"/>
                  </a:cubicBezTo>
                  <a:cubicBezTo>
                    <a:pt x="349" y="163"/>
                    <a:pt x="1" y="744"/>
                    <a:pt x="24" y="1278"/>
                  </a:cubicBezTo>
                  <a:cubicBezTo>
                    <a:pt x="24" y="1441"/>
                    <a:pt x="47" y="1626"/>
                    <a:pt x="117" y="1766"/>
                  </a:cubicBezTo>
                  <a:cubicBezTo>
                    <a:pt x="163" y="1882"/>
                    <a:pt x="280" y="1975"/>
                    <a:pt x="419" y="1975"/>
                  </a:cubicBezTo>
                  <a:lnTo>
                    <a:pt x="465" y="1975"/>
                  </a:lnTo>
                  <a:cubicBezTo>
                    <a:pt x="581" y="1975"/>
                    <a:pt x="698" y="1882"/>
                    <a:pt x="721" y="1742"/>
                  </a:cubicBezTo>
                  <a:cubicBezTo>
                    <a:pt x="744" y="1533"/>
                    <a:pt x="814" y="1371"/>
                    <a:pt x="930" y="1185"/>
                  </a:cubicBezTo>
                  <a:cubicBezTo>
                    <a:pt x="1000" y="1092"/>
                    <a:pt x="1069" y="1022"/>
                    <a:pt x="1162" y="930"/>
                  </a:cubicBezTo>
                  <a:cubicBezTo>
                    <a:pt x="1325" y="744"/>
                    <a:pt x="1534" y="512"/>
                    <a:pt x="1348" y="2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1754950" y="2510575"/>
              <a:ext cx="116725" cy="152150"/>
            </a:xfrm>
            <a:custGeom>
              <a:avLst/>
              <a:gdLst/>
              <a:ahLst/>
              <a:cxnLst/>
              <a:rect l="l" t="t" r="r" b="b"/>
              <a:pathLst>
                <a:path w="4669" h="6086" extrusionOk="0">
                  <a:moveTo>
                    <a:pt x="1000" y="70"/>
                  </a:moveTo>
                  <a:cubicBezTo>
                    <a:pt x="1" y="604"/>
                    <a:pt x="1278" y="3647"/>
                    <a:pt x="2997" y="5203"/>
                  </a:cubicBezTo>
                  <a:cubicBezTo>
                    <a:pt x="3392" y="5551"/>
                    <a:pt x="3833" y="5830"/>
                    <a:pt x="4297" y="6062"/>
                  </a:cubicBezTo>
                  <a:cubicBezTo>
                    <a:pt x="4390" y="6085"/>
                    <a:pt x="4437" y="6085"/>
                    <a:pt x="4506" y="6062"/>
                  </a:cubicBezTo>
                  <a:cubicBezTo>
                    <a:pt x="4622" y="6016"/>
                    <a:pt x="4669" y="5830"/>
                    <a:pt x="4553" y="5691"/>
                  </a:cubicBezTo>
                  <a:cubicBezTo>
                    <a:pt x="3926" y="4901"/>
                    <a:pt x="3392" y="4065"/>
                    <a:pt x="2997" y="3159"/>
                  </a:cubicBezTo>
                  <a:cubicBezTo>
                    <a:pt x="2347" y="1650"/>
                    <a:pt x="2137" y="117"/>
                    <a:pt x="1534" y="1"/>
                  </a:cubicBezTo>
                  <a:cubicBezTo>
                    <a:pt x="1348" y="1"/>
                    <a:pt x="1139" y="24"/>
                    <a:pt x="1000" y="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2143375" y="2069900"/>
              <a:ext cx="264200" cy="280450"/>
            </a:xfrm>
            <a:custGeom>
              <a:avLst/>
              <a:gdLst/>
              <a:ahLst/>
              <a:cxnLst/>
              <a:rect l="l" t="t" r="r" b="b"/>
              <a:pathLst>
                <a:path w="10568" h="11218" extrusionOk="0">
                  <a:moveTo>
                    <a:pt x="3647" y="1"/>
                  </a:moveTo>
                  <a:cubicBezTo>
                    <a:pt x="1650" y="1"/>
                    <a:pt x="1" y="1650"/>
                    <a:pt x="1" y="3670"/>
                  </a:cubicBezTo>
                  <a:lnTo>
                    <a:pt x="1" y="7548"/>
                  </a:lnTo>
                  <a:cubicBezTo>
                    <a:pt x="1" y="9546"/>
                    <a:pt x="1650" y="11218"/>
                    <a:pt x="3647" y="11218"/>
                  </a:cubicBezTo>
                  <a:lnTo>
                    <a:pt x="7548" y="11218"/>
                  </a:lnTo>
                  <a:cubicBezTo>
                    <a:pt x="8803" y="11218"/>
                    <a:pt x="9894" y="10568"/>
                    <a:pt x="10568" y="9615"/>
                  </a:cubicBezTo>
                  <a:cubicBezTo>
                    <a:pt x="10498" y="9197"/>
                    <a:pt x="10451" y="8779"/>
                    <a:pt x="10359" y="8361"/>
                  </a:cubicBezTo>
                  <a:cubicBezTo>
                    <a:pt x="9987" y="9569"/>
                    <a:pt x="8849" y="10475"/>
                    <a:pt x="7548" y="10475"/>
                  </a:cubicBezTo>
                  <a:lnTo>
                    <a:pt x="3647" y="10475"/>
                  </a:lnTo>
                  <a:cubicBezTo>
                    <a:pt x="2021" y="10475"/>
                    <a:pt x="721" y="9174"/>
                    <a:pt x="721" y="7548"/>
                  </a:cubicBezTo>
                  <a:lnTo>
                    <a:pt x="721" y="3670"/>
                  </a:lnTo>
                  <a:cubicBezTo>
                    <a:pt x="721" y="2021"/>
                    <a:pt x="2021" y="721"/>
                    <a:pt x="3647" y="721"/>
                  </a:cubicBezTo>
                  <a:lnTo>
                    <a:pt x="6201" y="721"/>
                  </a:lnTo>
                  <a:cubicBezTo>
                    <a:pt x="5923" y="465"/>
                    <a:pt x="5621" y="233"/>
                    <a:pt x="5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" name="Google Shape;305;p27"/>
          <p:cNvGrpSpPr/>
          <p:nvPr/>
        </p:nvGrpSpPr>
        <p:grpSpPr>
          <a:xfrm>
            <a:off x="3631577" y="3368735"/>
            <a:ext cx="1162240" cy="1242519"/>
            <a:chOff x="1057783" y="3179461"/>
            <a:chExt cx="1538576" cy="1644631"/>
          </a:xfrm>
        </p:grpSpPr>
        <p:sp>
          <p:nvSpPr>
            <p:cNvPr id="306" name="Google Shape;306;p27"/>
            <p:cNvSpPr/>
            <p:nvPr/>
          </p:nvSpPr>
          <p:spPr>
            <a:xfrm>
              <a:off x="1898556" y="4424091"/>
              <a:ext cx="463274" cy="372765"/>
            </a:xfrm>
            <a:custGeom>
              <a:avLst/>
              <a:gdLst/>
              <a:ahLst/>
              <a:cxnLst/>
              <a:rect l="l" t="t" r="r" b="b"/>
              <a:pathLst>
                <a:path w="11056" h="8896" extrusionOk="0">
                  <a:moveTo>
                    <a:pt x="8291" y="1"/>
                  </a:moveTo>
                  <a:cubicBezTo>
                    <a:pt x="5365" y="1"/>
                    <a:pt x="1" y="1209"/>
                    <a:pt x="163" y="2254"/>
                  </a:cubicBezTo>
                  <a:lnTo>
                    <a:pt x="860" y="6782"/>
                  </a:lnTo>
                  <a:cubicBezTo>
                    <a:pt x="1069" y="8036"/>
                    <a:pt x="2184" y="8896"/>
                    <a:pt x="3391" y="8896"/>
                  </a:cubicBezTo>
                  <a:cubicBezTo>
                    <a:pt x="3531" y="8896"/>
                    <a:pt x="3716" y="8896"/>
                    <a:pt x="3856" y="8872"/>
                  </a:cubicBezTo>
                  <a:lnTo>
                    <a:pt x="8709" y="8036"/>
                  </a:lnTo>
                  <a:cubicBezTo>
                    <a:pt x="10103" y="7804"/>
                    <a:pt x="11055" y="6457"/>
                    <a:pt x="10800" y="5040"/>
                  </a:cubicBezTo>
                  <a:lnTo>
                    <a:pt x="10103" y="512"/>
                  </a:lnTo>
                  <a:cubicBezTo>
                    <a:pt x="10033" y="140"/>
                    <a:pt x="9313" y="1"/>
                    <a:pt x="82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1885902" y="4412442"/>
              <a:ext cx="485650" cy="393171"/>
            </a:xfrm>
            <a:custGeom>
              <a:avLst/>
              <a:gdLst/>
              <a:ahLst/>
              <a:cxnLst/>
              <a:rect l="l" t="t" r="r" b="b"/>
              <a:pathLst>
                <a:path w="11590" h="9383" extrusionOk="0">
                  <a:moveTo>
                    <a:pt x="8570" y="465"/>
                  </a:moveTo>
                  <a:cubicBezTo>
                    <a:pt x="9639" y="465"/>
                    <a:pt x="10149" y="650"/>
                    <a:pt x="10173" y="813"/>
                  </a:cubicBezTo>
                  <a:cubicBezTo>
                    <a:pt x="10335" y="1928"/>
                    <a:pt x="10869" y="5318"/>
                    <a:pt x="10869" y="5342"/>
                  </a:cubicBezTo>
                  <a:cubicBezTo>
                    <a:pt x="11102" y="6619"/>
                    <a:pt x="10242" y="7850"/>
                    <a:pt x="8942" y="8082"/>
                  </a:cubicBezTo>
                  <a:lnTo>
                    <a:pt x="4088" y="8918"/>
                  </a:lnTo>
                  <a:cubicBezTo>
                    <a:pt x="3949" y="8941"/>
                    <a:pt x="3833" y="8941"/>
                    <a:pt x="3693" y="8941"/>
                  </a:cubicBezTo>
                  <a:cubicBezTo>
                    <a:pt x="2555" y="8941"/>
                    <a:pt x="1580" y="8129"/>
                    <a:pt x="1371" y="6991"/>
                  </a:cubicBezTo>
                  <a:cubicBezTo>
                    <a:pt x="1371" y="6967"/>
                    <a:pt x="860" y="3577"/>
                    <a:pt x="674" y="2462"/>
                  </a:cubicBezTo>
                  <a:cubicBezTo>
                    <a:pt x="628" y="2090"/>
                    <a:pt x="2439" y="1278"/>
                    <a:pt x="5551" y="767"/>
                  </a:cubicBezTo>
                  <a:cubicBezTo>
                    <a:pt x="6852" y="558"/>
                    <a:pt x="7850" y="465"/>
                    <a:pt x="8570" y="465"/>
                  </a:cubicBezTo>
                  <a:close/>
                  <a:moveTo>
                    <a:pt x="8593" y="0"/>
                  </a:moveTo>
                  <a:cubicBezTo>
                    <a:pt x="7525" y="0"/>
                    <a:pt x="6248" y="186"/>
                    <a:pt x="5505" y="302"/>
                  </a:cubicBezTo>
                  <a:cubicBezTo>
                    <a:pt x="4576" y="441"/>
                    <a:pt x="1" y="1278"/>
                    <a:pt x="233" y="2532"/>
                  </a:cubicBezTo>
                  <a:cubicBezTo>
                    <a:pt x="419" y="3646"/>
                    <a:pt x="930" y="7037"/>
                    <a:pt x="930" y="7060"/>
                  </a:cubicBezTo>
                  <a:cubicBezTo>
                    <a:pt x="1162" y="8407"/>
                    <a:pt x="2323" y="9383"/>
                    <a:pt x="3693" y="9383"/>
                  </a:cubicBezTo>
                  <a:cubicBezTo>
                    <a:pt x="3833" y="9383"/>
                    <a:pt x="4018" y="9383"/>
                    <a:pt x="4181" y="9359"/>
                  </a:cubicBezTo>
                  <a:lnTo>
                    <a:pt x="9035" y="8523"/>
                  </a:lnTo>
                  <a:cubicBezTo>
                    <a:pt x="10567" y="8245"/>
                    <a:pt x="11589" y="6805"/>
                    <a:pt x="11334" y="5272"/>
                  </a:cubicBezTo>
                  <a:cubicBezTo>
                    <a:pt x="11334" y="5226"/>
                    <a:pt x="10800" y="1835"/>
                    <a:pt x="10637" y="697"/>
                  </a:cubicBezTo>
                  <a:cubicBezTo>
                    <a:pt x="10544" y="186"/>
                    <a:pt x="9639" y="0"/>
                    <a:pt x="8593" y="0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1324408" y="4406576"/>
              <a:ext cx="505093" cy="407795"/>
            </a:xfrm>
            <a:custGeom>
              <a:avLst/>
              <a:gdLst/>
              <a:ahLst/>
              <a:cxnLst/>
              <a:rect l="l" t="t" r="r" b="b"/>
              <a:pathLst>
                <a:path w="12054" h="9732" extrusionOk="0">
                  <a:moveTo>
                    <a:pt x="2950" y="1"/>
                  </a:moveTo>
                  <a:cubicBezTo>
                    <a:pt x="2485" y="1"/>
                    <a:pt x="2207" y="94"/>
                    <a:pt x="2114" y="326"/>
                  </a:cubicBezTo>
                  <a:cubicBezTo>
                    <a:pt x="1719" y="1394"/>
                    <a:pt x="465" y="4599"/>
                    <a:pt x="465" y="4599"/>
                  </a:cubicBezTo>
                  <a:cubicBezTo>
                    <a:pt x="0" y="5923"/>
                    <a:pt x="674" y="7409"/>
                    <a:pt x="2021" y="7897"/>
                  </a:cubicBezTo>
                  <a:lnTo>
                    <a:pt x="6666" y="9592"/>
                  </a:lnTo>
                  <a:cubicBezTo>
                    <a:pt x="6968" y="9708"/>
                    <a:pt x="7246" y="9732"/>
                    <a:pt x="7548" y="9732"/>
                  </a:cubicBezTo>
                  <a:cubicBezTo>
                    <a:pt x="8593" y="9732"/>
                    <a:pt x="9569" y="9081"/>
                    <a:pt x="9987" y="8036"/>
                  </a:cubicBezTo>
                  <a:cubicBezTo>
                    <a:pt x="9987" y="8036"/>
                    <a:pt x="11241" y="4831"/>
                    <a:pt x="11636" y="3786"/>
                  </a:cubicBezTo>
                  <a:cubicBezTo>
                    <a:pt x="12054" y="2625"/>
                    <a:pt x="5365" y="1"/>
                    <a:pt x="29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1311754" y="4396854"/>
              <a:ext cx="510959" cy="427238"/>
            </a:xfrm>
            <a:custGeom>
              <a:avLst/>
              <a:gdLst/>
              <a:ahLst/>
              <a:cxnLst/>
              <a:rect l="l" t="t" r="r" b="b"/>
              <a:pathLst>
                <a:path w="12194" h="10196" extrusionOk="0">
                  <a:moveTo>
                    <a:pt x="3182" y="465"/>
                  </a:moveTo>
                  <a:lnTo>
                    <a:pt x="3252" y="465"/>
                  </a:lnTo>
                  <a:cubicBezTo>
                    <a:pt x="5296" y="465"/>
                    <a:pt x="10567" y="2439"/>
                    <a:pt x="11566" y="3624"/>
                  </a:cubicBezTo>
                  <a:cubicBezTo>
                    <a:pt x="11659" y="3740"/>
                    <a:pt x="11705" y="3833"/>
                    <a:pt x="11682" y="3879"/>
                  </a:cubicBezTo>
                  <a:cubicBezTo>
                    <a:pt x="11264" y="4971"/>
                    <a:pt x="10056" y="8129"/>
                    <a:pt x="10033" y="8152"/>
                  </a:cubicBezTo>
                  <a:cubicBezTo>
                    <a:pt x="9685" y="9104"/>
                    <a:pt x="8779" y="9685"/>
                    <a:pt x="7827" y="9685"/>
                  </a:cubicBezTo>
                  <a:cubicBezTo>
                    <a:pt x="7548" y="9685"/>
                    <a:pt x="7270" y="9639"/>
                    <a:pt x="7014" y="9546"/>
                  </a:cubicBezTo>
                  <a:lnTo>
                    <a:pt x="2369" y="7874"/>
                  </a:lnTo>
                  <a:cubicBezTo>
                    <a:pt x="1138" y="7409"/>
                    <a:pt x="511" y="6062"/>
                    <a:pt x="976" y="4854"/>
                  </a:cubicBezTo>
                  <a:cubicBezTo>
                    <a:pt x="976" y="4831"/>
                    <a:pt x="2207" y="1626"/>
                    <a:pt x="2625" y="581"/>
                  </a:cubicBezTo>
                  <a:cubicBezTo>
                    <a:pt x="2648" y="512"/>
                    <a:pt x="2764" y="488"/>
                    <a:pt x="2903" y="465"/>
                  </a:cubicBezTo>
                  <a:close/>
                  <a:moveTo>
                    <a:pt x="3229" y="1"/>
                  </a:moveTo>
                  <a:cubicBezTo>
                    <a:pt x="3089" y="1"/>
                    <a:pt x="2950" y="1"/>
                    <a:pt x="2834" y="24"/>
                  </a:cubicBezTo>
                  <a:cubicBezTo>
                    <a:pt x="2509" y="94"/>
                    <a:pt x="2276" y="233"/>
                    <a:pt x="2184" y="442"/>
                  </a:cubicBezTo>
                  <a:cubicBezTo>
                    <a:pt x="1789" y="1510"/>
                    <a:pt x="535" y="4669"/>
                    <a:pt x="535" y="4738"/>
                  </a:cubicBezTo>
                  <a:cubicBezTo>
                    <a:pt x="0" y="6178"/>
                    <a:pt x="767" y="7804"/>
                    <a:pt x="2207" y="8338"/>
                  </a:cubicBezTo>
                  <a:lnTo>
                    <a:pt x="6852" y="10010"/>
                  </a:lnTo>
                  <a:cubicBezTo>
                    <a:pt x="7177" y="10126"/>
                    <a:pt x="7479" y="10196"/>
                    <a:pt x="7827" y="10196"/>
                  </a:cubicBezTo>
                  <a:cubicBezTo>
                    <a:pt x="9011" y="10196"/>
                    <a:pt x="10056" y="9453"/>
                    <a:pt x="10451" y="8338"/>
                  </a:cubicBezTo>
                  <a:cubicBezTo>
                    <a:pt x="10451" y="8292"/>
                    <a:pt x="11705" y="5110"/>
                    <a:pt x="12123" y="4065"/>
                  </a:cubicBezTo>
                  <a:cubicBezTo>
                    <a:pt x="12193" y="3833"/>
                    <a:pt x="12147" y="3600"/>
                    <a:pt x="11938" y="3345"/>
                  </a:cubicBezTo>
                  <a:cubicBezTo>
                    <a:pt x="10869" y="2044"/>
                    <a:pt x="5435" y="1"/>
                    <a:pt x="3229" y="1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1126838" y="3189182"/>
              <a:ext cx="1461727" cy="1460721"/>
            </a:xfrm>
            <a:custGeom>
              <a:avLst/>
              <a:gdLst/>
              <a:ahLst/>
              <a:cxnLst/>
              <a:rect l="l" t="t" r="r" b="b"/>
              <a:pathLst>
                <a:path w="34884" h="34860" extrusionOk="0">
                  <a:moveTo>
                    <a:pt x="17419" y="1"/>
                  </a:moveTo>
                  <a:cubicBezTo>
                    <a:pt x="7781" y="1"/>
                    <a:pt x="1" y="7804"/>
                    <a:pt x="1" y="17419"/>
                  </a:cubicBezTo>
                  <a:cubicBezTo>
                    <a:pt x="1" y="27057"/>
                    <a:pt x="7827" y="34860"/>
                    <a:pt x="17419" y="34860"/>
                  </a:cubicBezTo>
                  <a:cubicBezTo>
                    <a:pt x="27034" y="34860"/>
                    <a:pt x="34883" y="27057"/>
                    <a:pt x="34883" y="17419"/>
                  </a:cubicBezTo>
                  <a:cubicBezTo>
                    <a:pt x="34883" y="7804"/>
                    <a:pt x="27057" y="1"/>
                    <a:pt x="174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1125874" y="3258280"/>
              <a:ext cx="693905" cy="1334218"/>
            </a:xfrm>
            <a:custGeom>
              <a:avLst/>
              <a:gdLst/>
              <a:ahLst/>
              <a:cxnLst/>
              <a:rect l="l" t="t" r="r" b="b"/>
              <a:pathLst>
                <a:path w="16560" h="31841" extrusionOk="0">
                  <a:moveTo>
                    <a:pt x="10010" y="1"/>
                  </a:moveTo>
                  <a:cubicBezTo>
                    <a:pt x="4088" y="2787"/>
                    <a:pt x="1" y="8802"/>
                    <a:pt x="1" y="15793"/>
                  </a:cubicBezTo>
                  <a:cubicBezTo>
                    <a:pt x="1" y="22992"/>
                    <a:pt x="4390" y="29216"/>
                    <a:pt x="10591" y="31841"/>
                  </a:cubicBezTo>
                  <a:cubicBezTo>
                    <a:pt x="14283" y="28450"/>
                    <a:pt x="16559" y="22388"/>
                    <a:pt x="16559" y="15863"/>
                  </a:cubicBezTo>
                  <a:cubicBezTo>
                    <a:pt x="16559" y="9151"/>
                    <a:pt x="14051" y="3368"/>
                    <a:pt x="10010" y="1"/>
                  </a:cubicBezTo>
                  <a:close/>
                </a:path>
              </a:pathLst>
            </a:custGeom>
            <a:solidFill>
              <a:schemeClr val="lt1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1057783" y="3179461"/>
              <a:ext cx="1538576" cy="1481170"/>
            </a:xfrm>
            <a:custGeom>
              <a:avLst/>
              <a:gdLst/>
              <a:ahLst/>
              <a:cxnLst/>
              <a:rect l="l" t="t" r="r" b="b"/>
              <a:pathLst>
                <a:path w="36718" h="35348" extrusionOk="0">
                  <a:moveTo>
                    <a:pt x="19067" y="465"/>
                  </a:moveTo>
                  <a:cubicBezTo>
                    <a:pt x="28589" y="465"/>
                    <a:pt x="36253" y="8152"/>
                    <a:pt x="36299" y="17674"/>
                  </a:cubicBezTo>
                  <a:cubicBezTo>
                    <a:pt x="36299" y="24641"/>
                    <a:pt x="32119" y="30912"/>
                    <a:pt x="25662" y="33559"/>
                  </a:cubicBezTo>
                  <a:cubicBezTo>
                    <a:pt x="23549" y="34418"/>
                    <a:pt x="21296" y="34860"/>
                    <a:pt x="19067" y="34860"/>
                  </a:cubicBezTo>
                  <a:cubicBezTo>
                    <a:pt x="14608" y="34860"/>
                    <a:pt x="10195" y="33118"/>
                    <a:pt x="6898" y="29820"/>
                  </a:cubicBezTo>
                  <a:cubicBezTo>
                    <a:pt x="1974" y="24873"/>
                    <a:pt x="511" y="17511"/>
                    <a:pt x="3182" y="11055"/>
                  </a:cubicBezTo>
                  <a:cubicBezTo>
                    <a:pt x="5829" y="4668"/>
                    <a:pt x="12100" y="465"/>
                    <a:pt x="19067" y="465"/>
                  </a:cubicBezTo>
                  <a:close/>
                  <a:moveTo>
                    <a:pt x="19067" y="0"/>
                  </a:moveTo>
                  <a:cubicBezTo>
                    <a:pt x="14492" y="0"/>
                    <a:pt x="9963" y="1789"/>
                    <a:pt x="6572" y="5156"/>
                  </a:cubicBezTo>
                  <a:cubicBezTo>
                    <a:pt x="1510" y="10219"/>
                    <a:pt x="0" y="17813"/>
                    <a:pt x="2740" y="24432"/>
                  </a:cubicBezTo>
                  <a:cubicBezTo>
                    <a:pt x="5458" y="31028"/>
                    <a:pt x="11914" y="35347"/>
                    <a:pt x="19044" y="35347"/>
                  </a:cubicBezTo>
                  <a:cubicBezTo>
                    <a:pt x="28798" y="35347"/>
                    <a:pt x="36694" y="27428"/>
                    <a:pt x="36717" y="17697"/>
                  </a:cubicBezTo>
                  <a:cubicBezTo>
                    <a:pt x="36717" y="10567"/>
                    <a:pt x="32421" y="4111"/>
                    <a:pt x="25802" y="1371"/>
                  </a:cubicBezTo>
                  <a:cubicBezTo>
                    <a:pt x="23665" y="442"/>
                    <a:pt x="21366" y="0"/>
                    <a:pt x="19067" y="0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1898556" y="4357927"/>
              <a:ext cx="322146" cy="300734"/>
            </a:xfrm>
            <a:custGeom>
              <a:avLst/>
              <a:gdLst/>
              <a:ahLst/>
              <a:cxnLst/>
              <a:rect l="l" t="t" r="r" b="b"/>
              <a:pathLst>
                <a:path w="7688" h="7177" extrusionOk="0">
                  <a:moveTo>
                    <a:pt x="7688" y="1"/>
                  </a:moveTo>
                  <a:lnTo>
                    <a:pt x="7688" y="1"/>
                  </a:lnTo>
                  <a:cubicBezTo>
                    <a:pt x="7455" y="94"/>
                    <a:pt x="7246" y="186"/>
                    <a:pt x="7014" y="256"/>
                  </a:cubicBezTo>
                  <a:cubicBezTo>
                    <a:pt x="6155" y="1859"/>
                    <a:pt x="5110" y="3229"/>
                    <a:pt x="3856" y="4274"/>
                  </a:cubicBezTo>
                  <a:cubicBezTo>
                    <a:pt x="2671" y="5249"/>
                    <a:pt x="1394" y="6132"/>
                    <a:pt x="1" y="6759"/>
                  </a:cubicBezTo>
                  <a:lnTo>
                    <a:pt x="163" y="7177"/>
                  </a:lnTo>
                  <a:cubicBezTo>
                    <a:pt x="1603" y="6480"/>
                    <a:pt x="2927" y="5644"/>
                    <a:pt x="4158" y="4599"/>
                  </a:cubicBezTo>
                  <a:cubicBezTo>
                    <a:pt x="5551" y="3438"/>
                    <a:pt x="6735" y="1835"/>
                    <a:pt x="7688" y="1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1130735" y="3210595"/>
              <a:ext cx="1041319" cy="1425691"/>
            </a:xfrm>
            <a:custGeom>
              <a:avLst/>
              <a:gdLst/>
              <a:ahLst/>
              <a:cxnLst/>
              <a:rect l="l" t="t" r="r" b="b"/>
              <a:pathLst>
                <a:path w="24851" h="34024" extrusionOk="0">
                  <a:moveTo>
                    <a:pt x="12844" y="1"/>
                  </a:moveTo>
                  <a:cubicBezTo>
                    <a:pt x="5435" y="2044"/>
                    <a:pt x="1" y="8802"/>
                    <a:pt x="1" y="16815"/>
                  </a:cubicBezTo>
                  <a:cubicBezTo>
                    <a:pt x="1" y="25501"/>
                    <a:pt x="6341" y="32700"/>
                    <a:pt x="14632" y="34024"/>
                  </a:cubicBezTo>
                  <a:cubicBezTo>
                    <a:pt x="20693" y="30958"/>
                    <a:pt x="24850" y="24688"/>
                    <a:pt x="24850" y="17419"/>
                  </a:cubicBezTo>
                  <a:cubicBezTo>
                    <a:pt x="24850" y="9476"/>
                    <a:pt x="19857" y="2671"/>
                    <a:pt x="12844" y="1"/>
                  </a:cubicBezTo>
                  <a:close/>
                </a:path>
              </a:pathLst>
            </a:custGeom>
            <a:solidFill>
              <a:srgbClr val="FCFCFC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2002684" y="4464024"/>
              <a:ext cx="42" cy="4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1355542" y="4142883"/>
              <a:ext cx="196607" cy="254977"/>
            </a:xfrm>
            <a:custGeom>
              <a:avLst/>
              <a:gdLst/>
              <a:ahLst/>
              <a:cxnLst/>
              <a:rect l="l" t="t" r="r" b="b"/>
              <a:pathLst>
                <a:path w="4692" h="6085" extrusionOk="0">
                  <a:moveTo>
                    <a:pt x="999" y="93"/>
                  </a:moveTo>
                  <a:cubicBezTo>
                    <a:pt x="1" y="604"/>
                    <a:pt x="1278" y="3646"/>
                    <a:pt x="2996" y="5202"/>
                  </a:cubicBezTo>
                  <a:cubicBezTo>
                    <a:pt x="3414" y="5551"/>
                    <a:pt x="3832" y="5829"/>
                    <a:pt x="4297" y="6062"/>
                  </a:cubicBezTo>
                  <a:cubicBezTo>
                    <a:pt x="4390" y="6085"/>
                    <a:pt x="4460" y="6085"/>
                    <a:pt x="4506" y="6062"/>
                  </a:cubicBezTo>
                  <a:cubicBezTo>
                    <a:pt x="4622" y="5992"/>
                    <a:pt x="4692" y="5829"/>
                    <a:pt x="4552" y="5690"/>
                  </a:cubicBezTo>
                  <a:cubicBezTo>
                    <a:pt x="3925" y="4900"/>
                    <a:pt x="3391" y="4064"/>
                    <a:pt x="2996" y="3159"/>
                  </a:cubicBezTo>
                  <a:cubicBezTo>
                    <a:pt x="2369" y="1649"/>
                    <a:pt x="2160" y="116"/>
                    <a:pt x="1533" y="0"/>
                  </a:cubicBezTo>
                  <a:cubicBezTo>
                    <a:pt x="1324" y="0"/>
                    <a:pt x="1115" y="23"/>
                    <a:pt x="999" y="9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1550179" y="3376026"/>
              <a:ext cx="995561" cy="1026695"/>
            </a:xfrm>
            <a:custGeom>
              <a:avLst/>
              <a:gdLst/>
              <a:ahLst/>
              <a:cxnLst/>
              <a:rect l="l" t="t" r="r" b="b"/>
              <a:pathLst>
                <a:path w="23759" h="24502" extrusionOk="0">
                  <a:moveTo>
                    <a:pt x="23758" y="12263"/>
                  </a:moveTo>
                  <a:cubicBezTo>
                    <a:pt x="23758" y="19021"/>
                    <a:pt x="18440" y="24502"/>
                    <a:pt x="11891" y="24502"/>
                  </a:cubicBezTo>
                  <a:cubicBezTo>
                    <a:pt x="5319" y="24502"/>
                    <a:pt x="0" y="19021"/>
                    <a:pt x="0" y="12263"/>
                  </a:cubicBezTo>
                  <a:cubicBezTo>
                    <a:pt x="0" y="5482"/>
                    <a:pt x="5319" y="1"/>
                    <a:pt x="11891" y="1"/>
                  </a:cubicBezTo>
                  <a:cubicBezTo>
                    <a:pt x="18440" y="1"/>
                    <a:pt x="23758" y="5482"/>
                    <a:pt x="23758" y="12263"/>
                  </a:cubicBezTo>
                  <a:close/>
                </a:path>
              </a:pathLst>
            </a:custGeom>
            <a:solidFill>
              <a:srgbClr val="E2BFA1"/>
            </a:solidFill>
            <a:ln w="11025" cap="flat" cmpd="sng">
              <a:solidFill>
                <a:srgbClr val="034444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1374021" y="4236284"/>
              <a:ext cx="401971" cy="210267"/>
            </a:xfrm>
            <a:custGeom>
              <a:avLst/>
              <a:gdLst/>
              <a:ahLst/>
              <a:cxnLst/>
              <a:rect l="l" t="t" r="r" b="b"/>
              <a:pathLst>
                <a:path w="9593" h="5018" extrusionOk="0">
                  <a:moveTo>
                    <a:pt x="7990" y="5017"/>
                  </a:moveTo>
                  <a:lnTo>
                    <a:pt x="1603" y="5017"/>
                  </a:lnTo>
                  <a:cubicBezTo>
                    <a:pt x="721" y="5017"/>
                    <a:pt x="1" y="4320"/>
                    <a:pt x="1" y="3438"/>
                  </a:cubicBezTo>
                  <a:lnTo>
                    <a:pt x="1" y="1603"/>
                  </a:lnTo>
                  <a:cubicBezTo>
                    <a:pt x="1" y="721"/>
                    <a:pt x="698" y="1"/>
                    <a:pt x="1603" y="1"/>
                  </a:cubicBezTo>
                  <a:lnTo>
                    <a:pt x="7990" y="1"/>
                  </a:lnTo>
                  <a:cubicBezTo>
                    <a:pt x="8849" y="1"/>
                    <a:pt x="9592" y="697"/>
                    <a:pt x="9592" y="1603"/>
                  </a:cubicBezTo>
                  <a:lnTo>
                    <a:pt x="9592" y="3438"/>
                  </a:lnTo>
                  <a:cubicBezTo>
                    <a:pt x="9546" y="4320"/>
                    <a:pt x="8849" y="5017"/>
                    <a:pt x="7990" y="5017"/>
                  </a:cubicBezTo>
                  <a:close/>
                </a:path>
              </a:pathLst>
            </a:custGeom>
            <a:solidFill>
              <a:srgbClr val="CECECE"/>
            </a:solidFill>
            <a:ln w="11025" cap="flat" cmpd="sng">
              <a:solidFill>
                <a:schemeClr val="accent5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2165182" y="4368654"/>
              <a:ext cx="49696" cy="96376"/>
            </a:xfrm>
            <a:custGeom>
              <a:avLst/>
              <a:gdLst/>
              <a:ahLst/>
              <a:cxnLst/>
              <a:rect l="l" t="t" r="r" b="b"/>
              <a:pathLst>
                <a:path w="1186" h="2300" extrusionOk="0">
                  <a:moveTo>
                    <a:pt x="419" y="0"/>
                  </a:moveTo>
                  <a:cubicBezTo>
                    <a:pt x="326" y="0"/>
                    <a:pt x="256" y="93"/>
                    <a:pt x="256" y="186"/>
                  </a:cubicBezTo>
                  <a:lnTo>
                    <a:pt x="1" y="2137"/>
                  </a:lnTo>
                  <a:cubicBezTo>
                    <a:pt x="1" y="2206"/>
                    <a:pt x="71" y="2299"/>
                    <a:pt x="163" y="2299"/>
                  </a:cubicBezTo>
                  <a:lnTo>
                    <a:pt x="976" y="2299"/>
                  </a:lnTo>
                  <a:cubicBezTo>
                    <a:pt x="1069" y="2299"/>
                    <a:pt x="1162" y="2206"/>
                    <a:pt x="1185" y="2137"/>
                  </a:cubicBezTo>
                  <a:lnTo>
                    <a:pt x="930" y="186"/>
                  </a:lnTo>
                  <a:cubicBezTo>
                    <a:pt x="930" y="93"/>
                    <a:pt x="837" y="0"/>
                    <a:pt x="744" y="0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1782738" y="3920004"/>
              <a:ext cx="184958" cy="150891"/>
            </a:xfrm>
            <a:custGeom>
              <a:avLst/>
              <a:gdLst/>
              <a:ahLst/>
              <a:cxnLst/>
              <a:rect l="l" t="t" r="r" b="b"/>
              <a:pathLst>
                <a:path w="4414" h="3601" extrusionOk="0">
                  <a:moveTo>
                    <a:pt x="2207" y="1"/>
                  </a:moveTo>
                  <a:cubicBezTo>
                    <a:pt x="999" y="1"/>
                    <a:pt x="1" y="814"/>
                    <a:pt x="1" y="1789"/>
                  </a:cubicBezTo>
                  <a:cubicBezTo>
                    <a:pt x="1" y="2788"/>
                    <a:pt x="999" y="3601"/>
                    <a:pt x="2207" y="3601"/>
                  </a:cubicBezTo>
                  <a:cubicBezTo>
                    <a:pt x="3415" y="3601"/>
                    <a:pt x="4413" y="2788"/>
                    <a:pt x="4413" y="1789"/>
                  </a:cubicBezTo>
                  <a:cubicBezTo>
                    <a:pt x="4413" y="814"/>
                    <a:pt x="3415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 rot="-199880">
              <a:off x="2402555" y="3920005"/>
              <a:ext cx="135306" cy="150894"/>
            </a:xfrm>
            <a:custGeom>
              <a:avLst/>
              <a:gdLst/>
              <a:ahLst/>
              <a:cxnLst/>
              <a:rect l="l" t="t" r="r" b="b"/>
              <a:pathLst>
                <a:path w="3229" h="3601" extrusionOk="0">
                  <a:moveTo>
                    <a:pt x="2207" y="1"/>
                  </a:moveTo>
                  <a:cubicBezTo>
                    <a:pt x="999" y="1"/>
                    <a:pt x="0" y="814"/>
                    <a:pt x="0" y="1812"/>
                  </a:cubicBezTo>
                  <a:cubicBezTo>
                    <a:pt x="0" y="2788"/>
                    <a:pt x="976" y="3601"/>
                    <a:pt x="2207" y="3601"/>
                  </a:cubicBezTo>
                  <a:lnTo>
                    <a:pt x="2346" y="3601"/>
                  </a:lnTo>
                  <a:cubicBezTo>
                    <a:pt x="2810" y="2532"/>
                    <a:pt x="3112" y="1394"/>
                    <a:pt x="3228" y="210"/>
                  </a:cubicBezTo>
                  <a:cubicBezTo>
                    <a:pt x="2903" y="71"/>
                    <a:pt x="2578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2050369" y="3851912"/>
              <a:ext cx="90551" cy="89546"/>
            </a:xfrm>
            <a:custGeom>
              <a:avLst/>
              <a:gdLst/>
              <a:ahLst/>
              <a:cxnLst/>
              <a:rect l="l" t="t" r="r" b="b"/>
              <a:pathLst>
                <a:path w="2161" h="2137" extrusionOk="0">
                  <a:moveTo>
                    <a:pt x="1069" y="0"/>
                  </a:moveTo>
                  <a:cubicBezTo>
                    <a:pt x="488" y="0"/>
                    <a:pt x="0" y="488"/>
                    <a:pt x="0" y="1068"/>
                  </a:cubicBezTo>
                  <a:cubicBezTo>
                    <a:pt x="0" y="1672"/>
                    <a:pt x="488" y="2137"/>
                    <a:pt x="1069" y="2137"/>
                  </a:cubicBezTo>
                  <a:cubicBezTo>
                    <a:pt x="1673" y="2137"/>
                    <a:pt x="2160" y="1672"/>
                    <a:pt x="2160" y="1068"/>
                  </a:cubicBezTo>
                  <a:cubicBezTo>
                    <a:pt x="2160" y="488"/>
                    <a:pt x="1673" y="0"/>
                    <a:pt x="10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2282928" y="3851912"/>
              <a:ext cx="89588" cy="89546"/>
            </a:xfrm>
            <a:custGeom>
              <a:avLst/>
              <a:gdLst/>
              <a:ahLst/>
              <a:cxnLst/>
              <a:rect l="l" t="t" r="r" b="b"/>
              <a:pathLst>
                <a:path w="2138" h="2137" extrusionOk="0">
                  <a:moveTo>
                    <a:pt x="1069" y="0"/>
                  </a:moveTo>
                  <a:cubicBezTo>
                    <a:pt x="465" y="0"/>
                    <a:pt x="1" y="488"/>
                    <a:pt x="1" y="1068"/>
                  </a:cubicBezTo>
                  <a:cubicBezTo>
                    <a:pt x="1" y="1672"/>
                    <a:pt x="465" y="2137"/>
                    <a:pt x="1069" y="2137"/>
                  </a:cubicBezTo>
                  <a:cubicBezTo>
                    <a:pt x="1673" y="2137"/>
                    <a:pt x="2138" y="1672"/>
                    <a:pt x="2138" y="1068"/>
                  </a:cubicBezTo>
                  <a:cubicBezTo>
                    <a:pt x="2138" y="488"/>
                    <a:pt x="1673" y="0"/>
                    <a:pt x="10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2006581" y="3768191"/>
              <a:ext cx="178128" cy="29248"/>
            </a:xfrm>
            <a:custGeom>
              <a:avLst/>
              <a:gdLst/>
              <a:ahLst/>
              <a:cxnLst/>
              <a:rect l="l" t="t" r="r" b="b"/>
              <a:pathLst>
                <a:path w="4251" h="698" extrusionOk="0">
                  <a:moveTo>
                    <a:pt x="349" y="1"/>
                  </a:moveTo>
                  <a:cubicBezTo>
                    <a:pt x="140" y="1"/>
                    <a:pt x="0" y="140"/>
                    <a:pt x="0" y="349"/>
                  </a:cubicBezTo>
                  <a:cubicBezTo>
                    <a:pt x="0" y="558"/>
                    <a:pt x="140" y="698"/>
                    <a:pt x="349" y="698"/>
                  </a:cubicBezTo>
                  <a:lnTo>
                    <a:pt x="3902" y="698"/>
                  </a:lnTo>
                  <a:cubicBezTo>
                    <a:pt x="4088" y="698"/>
                    <a:pt x="4250" y="558"/>
                    <a:pt x="4250" y="349"/>
                  </a:cubicBezTo>
                  <a:cubicBezTo>
                    <a:pt x="4250" y="140"/>
                    <a:pt x="4088" y="1"/>
                    <a:pt x="39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2239140" y="3768191"/>
              <a:ext cx="177164" cy="29248"/>
            </a:xfrm>
            <a:custGeom>
              <a:avLst/>
              <a:gdLst/>
              <a:ahLst/>
              <a:cxnLst/>
              <a:rect l="l" t="t" r="r" b="b"/>
              <a:pathLst>
                <a:path w="4228" h="698" extrusionOk="0">
                  <a:moveTo>
                    <a:pt x="349" y="1"/>
                  </a:moveTo>
                  <a:cubicBezTo>
                    <a:pt x="140" y="1"/>
                    <a:pt x="1" y="140"/>
                    <a:pt x="1" y="349"/>
                  </a:cubicBezTo>
                  <a:cubicBezTo>
                    <a:pt x="1" y="558"/>
                    <a:pt x="140" y="698"/>
                    <a:pt x="349" y="698"/>
                  </a:cubicBezTo>
                  <a:lnTo>
                    <a:pt x="3879" y="698"/>
                  </a:lnTo>
                  <a:cubicBezTo>
                    <a:pt x="4065" y="698"/>
                    <a:pt x="4228" y="558"/>
                    <a:pt x="4228" y="349"/>
                  </a:cubicBezTo>
                  <a:cubicBezTo>
                    <a:pt x="4228" y="140"/>
                    <a:pt x="4088" y="1"/>
                    <a:pt x="38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2184667" y="3983277"/>
              <a:ext cx="67170" cy="29248"/>
            </a:xfrm>
            <a:custGeom>
              <a:avLst/>
              <a:gdLst/>
              <a:ahLst/>
              <a:cxnLst/>
              <a:rect l="l" t="t" r="r" b="b"/>
              <a:pathLst>
                <a:path w="1603" h="698" extrusionOk="0">
                  <a:moveTo>
                    <a:pt x="349" y="0"/>
                  </a:moveTo>
                  <a:cubicBezTo>
                    <a:pt x="140" y="0"/>
                    <a:pt x="0" y="140"/>
                    <a:pt x="0" y="349"/>
                  </a:cubicBezTo>
                  <a:cubicBezTo>
                    <a:pt x="0" y="558"/>
                    <a:pt x="140" y="697"/>
                    <a:pt x="349" y="697"/>
                  </a:cubicBezTo>
                  <a:lnTo>
                    <a:pt x="1278" y="697"/>
                  </a:lnTo>
                  <a:cubicBezTo>
                    <a:pt x="1463" y="697"/>
                    <a:pt x="1603" y="558"/>
                    <a:pt x="1603" y="349"/>
                  </a:cubicBezTo>
                  <a:cubicBezTo>
                    <a:pt x="1603" y="140"/>
                    <a:pt x="1463" y="0"/>
                    <a:pt x="12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1531700" y="3403262"/>
              <a:ext cx="42" cy="277395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0" y="1"/>
                  </a:moveTo>
                  <a:lnTo>
                    <a:pt x="0" y="6620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1606622" y="3403262"/>
              <a:ext cx="42" cy="368868"/>
            </a:xfrm>
            <a:custGeom>
              <a:avLst/>
              <a:gdLst/>
              <a:ahLst/>
              <a:cxnLst/>
              <a:rect l="l" t="t" r="r" b="b"/>
              <a:pathLst>
                <a:path w="1" h="8803" fill="none" extrusionOk="0">
                  <a:moveTo>
                    <a:pt x="0" y="1"/>
                  </a:moveTo>
                  <a:lnTo>
                    <a:pt x="0" y="8803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1680580" y="3403262"/>
              <a:ext cx="42" cy="520680"/>
            </a:xfrm>
            <a:custGeom>
              <a:avLst/>
              <a:gdLst/>
              <a:ahLst/>
              <a:cxnLst/>
              <a:rect l="l" t="t" r="r" b="b"/>
              <a:pathLst>
                <a:path w="1" h="12426" fill="none" extrusionOk="0">
                  <a:moveTo>
                    <a:pt x="0" y="1"/>
                  </a:moveTo>
                  <a:lnTo>
                    <a:pt x="0" y="12426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1754538" y="3403262"/>
              <a:ext cx="42" cy="277395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0" y="1"/>
                  </a:moveTo>
                  <a:lnTo>
                    <a:pt x="0" y="6620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1228075" y="3949210"/>
              <a:ext cx="195643" cy="255982"/>
            </a:xfrm>
            <a:custGeom>
              <a:avLst/>
              <a:gdLst/>
              <a:ahLst/>
              <a:cxnLst/>
              <a:rect l="l" t="t" r="r" b="b"/>
              <a:pathLst>
                <a:path w="4669" h="6109" extrusionOk="0">
                  <a:moveTo>
                    <a:pt x="999" y="93"/>
                  </a:moveTo>
                  <a:cubicBezTo>
                    <a:pt x="0" y="604"/>
                    <a:pt x="1278" y="3670"/>
                    <a:pt x="2996" y="5203"/>
                  </a:cubicBezTo>
                  <a:cubicBezTo>
                    <a:pt x="3391" y="5551"/>
                    <a:pt x="3832" y="5830"/>
                    <a:pt x="4297" y="6062"/>
                  </a:cubicBezTo>
                  <a:cubicBezTo>
                    <a:pt x="4390" y="6108"/>
                    <a:pt x="4436" y="6108"/>
                    <a:pt x="4506" y="6062"/>
                  </a:cubicBezTo>
                  <a:cubicBezTo>
                    <a:pt x="4622" y="6016"/>
                    <a:pt x="4668" y="5830"/>
                    <a:pt x="4552" y="5690"/>
                  </a:cubicBezTo>
                  <a:cubicBezTo>
                    <a:pt x="3925" y="4901"/>
                    <a:pt x="3391" y="4065"/>
                    <a:pt x="2996" y="3159"/>
                  </a:cubicBezTo>
                  <a:cubicBezTo>
                    <a:pt x="2346" y="1649"/>
                    <a:pt x="2137" y="117"/>
                    <a:pt x="1533" y="1"/>
                  </a:cubicBezTo>
                  <a:cubicBezTo>
                    <a:pt x="1347" y="1"/>
                    <a:pt x="1138" y="1"/>
                    <a:pt x="999" y="93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1305929" y="3533663"/>
              <a:ext cx="91515" cy="122691"/>
            </a:xfrm>
            <a:custGeom>
              <a:avLst/>
              <a:gdLst/>
              <a:ahLst/>
              <a:cxnLst/>
              <a:rect l="l" t="t" r="r" b="b"/>
              <a:pathLst>
                <a:path w="2184" h="2928" extrusionOk="0">
                  <a:moveTo>
                    <a:pt x="1951" y="373"/>
                  </a:moveTo>
                  <a:cubicBezTo>
                    <a:pt x="1765" y="117"/>
                    <a:pt x="1533" y="1"/>
                    <a:pt x="1301" y="1"/>
                  </a:cubicBezTo>
                  <a:cubicBezTo>
                    <a:pt x="1231" y="1"/>
                    <a:pt x="1138" y="1"/>
                    <a:pt x="1068" y="24"/>
                  </a:cubicBezTo>
                  <a:cubicBezTo>
                    <a:pt x="488" y="233"/>
                    <a:pt x="0" y="1092"/>
                    <a:pt x="23" y="1929"/>
                  </a:cubicBezTo>
                  <a:cubicBezTo>
                    <a:pt x="23" y="2207"/>
                    <a:pt x="116" y="2463"/>
                    <a:pt x="209" y="2695"/>
                  </a:cubicBezTo>
                  <a:cubicBezTo>
                    <a:pt x="302" y="2834"/>
                    <a:pt x="441" y="2927"/>
                    <a:pt x="581" y="2927"/>
                  </a:cubicBezTo>
                  <a:lnTo>
                    <a:pt x="604" y="2927"/>
                  </a:lnTo>
                  <a:cubicBezTo>
                    <a:pt x="767" y="2927"/>
                    <a:pt x="836" y="2811"/>
                    <a:pt x="883" y="2695"/>
                  </a:cubicBezTo>
                  <a:cubicBezTo>
                    <a:pt x="929" y="2347"/>
                    <a:pt x="1045" y="2021"/>
                    <a:pt x="1254" y="1743"/>
                  </a:cubicBezTo>
                  <a:cubicBezTo>
                    <a:pt x="1370" y="1580"/>
                    <a:pt x="1486" y="1441"/>
                    <a:pt x="1626" y="1301"/>
                  </a:cubicBezTo>
                  <a:cubicBezTo>
                    <a:pt x="1881" y="1000"/>
                    <a:pt x="2183" y="698"/>
                    <a:pt x="1951" y="373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1381815" y="3573596"/>
              <a:ext cx="64278" cy="82757"/>
            </a:xfrm>
            <a:custGeom>
              <a:avLst/>
              <a:gdLst/>
              <a:ahLst/>
              <a:cxnLst/>
              <a:rect l="l" t="t" r="r" b="b"/>
              <a:pathLst>
                <a:path w="1534" h="1975" extrusionOk="0">
                  <a:moveTo>
                    <a:pt x="1348" y="256"/>
                  </a:moveTo>
                  <a:cubicBezTo>
                    <a:pt x="1278" y="93"/>
                    <a:pt x="1092" y="0"/>
                    <a:pt x="883" y="0"/>
                  </a:cubicBezTo>
                  <a:cubicBezTo>
                    <a:pt x="837" y="0"/>
                    <a:pt x="767" y="0"/>
                    <a:pt x="721" y="23"/>
                  </a:cubicBezTo>
                  <a:cubicBezTo>
                    <a:pt x="349" y="163"/>
                    <a:pt x="1" y="743"/>
                    <a:pt x="24" y="1277"/>
                  </a:cubicBezTo>
                  <a:cubicBezTo>
                    <a:pt x="24" y="1440"/>
                    <a:pt x="47" y="1626"/>
                    <a:pt x="117" y="1765"/>
                  </a:cubicBezTo>
                  <a:cubicBezTo>
                    <a:pt x="163" y="1881"/>
                    <a:pt x="279" y="1974"/>
                    <a:pt x="419" y="1974"/>
                  </a:cubicBezTo>
                  <a:lnTo>
                    <a:pt x="465" y="1974"/>
                  </a:lnTo>
                  <a:cubicBezTo>
                    <a:pt x="581" y="1974"/>
                    <a:pt x="697" y="1881"/>
                    <a:pt x="721" y="1742"/>
                  </a:cubicBezTo>
                  <a:cubicBezTo>
                    <a:pt x="744" y="1533"/>
                    <a:pt x="813" y="1370"/>
                    <a:pt x="930" y="1185"/>
                  </a:cubicBezTo>
                  <a:cubicBezTo>
                    <a:pt x="999" y="1092"/>
                    <a:pt x="1069" y="1022"/>
                    <a:pt x="1162" y="929"/>
                  </a:cubicBezTo>
                  <a:cubicBezTo>
                    <a:pt x="1301" y="743"/>
                    <a:pt x="1533" y="511"/>
                    <a:pt x="1348" y="256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" name="Google Shape;334;p27"/>
          <p:cNvGrpSpPr/>
          <p:nvPr/>
        </p:nvGrpSpPr>
        <p:grpSpPr>
          <a:xfrm>
            <a:off x="2368278" y="3632502"/>
            <a:ext cx="1175894" cy="1256981"/>
            <a:chOff x="1577875" y="1935775"/>
            <a:chExt cx="917950" cy="981250"/>
          </a:xfrm>
        </p:grpSpPr>
        <p:sp>
          <p:nvSpPr>
            <p:cNvPr id="335" name="Google Shape;335;p27"/>
            <p:cNvSpPr/>
            <p:nvPr/>
          </p:nvSpPr>
          <p:spPr>
            <a:xfrm>
              <a:off x="2078925" y="2678375"/>
              <a:ext cx="276400" cy="222400"/>
            </a:xfrm>
            <a:custGeom>
              <a:avLst/>
              <a:gdLst/>
              <a:ahLst/>
              <a:cxnLst/>
              <a:rect l="l" t="t" r="r" b="b"/>
              <a:pathLst>
                <a:path w="11056" h="8896" extrusionOk="0">
                  <a:moveTo>
                    <a:pt x="8292" y="0"/>
                  </a:moveTo>
                  <a:cubicBezTo>
                    <a:pt x="5366" y="0"/>
                    <a:pt x="1" y="1208"/>
                    <a:pt x="163" y="2253"/>
                  </a:cubicBezTo>
                  <a:lnTo>
                    <a:pt x="860" y="6782"/>
                  </a:lnTo>
                  <a:cubicBezTo>
                    <a:pt x="1069" y="8036"/>
                    <a:pt x="2161" y="8895"/>
                    <a:pt x="3392" y="8895"/>
                  </a:cubicBezTo>
                  <a:cubicBezTo>
                    <a:pt x="3531" y="8895"/>
                    <a:pt x="3717" y="8895"/>
                    <a:pt x="3856" y="8872"/>
                  </a:cubicBezTo>
                  <a:lnTo>
                    <a:pt x="8687" y="8036"/>
                  </a:lnTo>
                  <a:cubicBezTo>
                    <a:pt x="10103" y="7804"/>
                    <a:pt x="11055" y="6457"/>
                    <a:pt x="10777" y="5040"/>
                  </a:cubicBezTo>
                  <a:lnTo>
                    <a:pt x="10103" y="511"/>
                  </a:lnTo>
                  <a:cubicBezTo>
                    <a:pt x="10057" y="140"/>
                    <a:pt x="9337" y="0"/>
                    <a:pt x="82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2071375" y="2672575"/>
              <a:ext cx="289750" cy="234000"/>
            </a:xfrm>
            <a:custGeom>
              <a:avLst/>
              <a:gdLst/>
              <a:ahLst/>
              <a:cxnLst/>
              <a:rect l="l" t="t" r="r" b="b"/>
              <a:pathLst>
                <a:path w="11590" h="9360" extrusionOk="0">
                  <a:moveTo>
                    <a:pt x="8594" y="465"/>
                  </a:moveTo>
                  <a:cubicBezTo>
                    <a:pt x="9662" y="465"/>
                    <a:pt x="10150" y="627"/>
                    <a:pt x="10196" y="813"/>
                  </a:cubicBezTo>
                  <a:cubicBezTo>
                    <a:pt x="10359" y="1905"/>
                    <a:pt x="10893" y="5295"/>
                    <a:pt x="10893" y="5342"/>
                  </a:cubicBezTo>
                  <a:cubicBezTo>
                    <a:pt x="11125" y="6619"/>
                    <a:pt x="10266" y="7827"/>
                    <a:pt x="8965" y="8059"/>
                  </a:cubicBezTo>
                  <a:lnTo>
                    <a:pt x="4112" y="8895"/>
                  </a:lnTo>
                  <a:cubicBezTo>
                    <a:pt x="3972" y="8941"/>
                    <a:pt x="3856" y="8941"/>
                    <a:pt x="3717" y="8941"/>
                  </a:cubicBezTo>
                  <a:cubicBezTo>
                    <a:pt x="2579" y="8941"/>
                    <a:pt x="1603" y="8129"/>
                    <a:pt x="1394" y="6991"/>
                  </a:cubicBezTo>
                  <a:cubicBezTo>
                    <a:pt x="1394" y="6967"/>
                    <a:pt x="860" y="3553"/>
                    <a:pt x="698" y="2462"/>
                  </a:cubicBezTo>
                  <a:cubicBezTo>
                    <a:pt x="628" y="2090"/>
                    <a:pt x="2463" y="1254"/>
                    <a:pt x="5575" y="743"/>
                  </a:cubicBezTo>
                  <a:cubicBezTo>
                    <a:pt x="6875" y="511"/>
                    <a:pt x="7874" y="465"/>
                    <a:pt x="8594" y="465"/>
                  </a:cubicBezTo>
                  <a:close/>
                  <a:moveTo>
                    <a:pt x="8594" y="0"/>
                  </a:moveTo>
                  <a:cubicBezTo>
                    <a:pt x="7525" y="0"/>
                    <a:pt x="6248" y="163"/>
                    <a:pt x="5482" y="279"/>
                  </a:cubicBezTo>
                  <a:cubicBezTo>
                    <a:pt x="4553" y="418"/>
                    <a:pt x="1" y="1254"/>
                    <a:pt x="233" y="2508"/>
                  </a:cubicBezTo>
                  <a:cubicBezTo>
                    <a:pt x="419" y="3623"/>
                    <a:pt x="930" y="7014"/>
                    <a:pt x="930" y="7037"/>
                  </a:cubicBezTo>
                  <a:cubicBezTo>
                    <a:pt x="1162" y="8384"/>
                    <a:pt x="2323" y="9359"/>
                    <a:pt x="3694" y="9359"/>
                  </a:cubicBezTo>
                  <a:cubicBezTo>
                    <a:pt x="3833" y="9359"/>
                    <a:pt x="4019" y="9359"/>
                    <a:pt x="4181" y="9336"/>
                  </a:cubicBezTo>
                  <a:lnTo>
                    <a:pt x="9035" y="8500"/>
                  </a:lnTo>
                  <a:cubicBezTo>
                    <a:pt x="10568" y="8245"/>
                    <a:pt x="11590" y="6782"/>
                    <a:pt x="11311" y="5249"/>
                  </a:cubicBezTo>
                  <a:cubicBezTo>
                    <a:pt x="11311" y="5226"/>
                    <a:pt x="10800" y="1812"/>
                    <a:pt x="10637" y="697"/>
                  </a:cubicBezTo>
                  <a:cubicBezTo>
                    <a:pt x="10568" y="140"/>
                    <a:pt x="9662" y="0"/>
                    <a:pt x="8594" y="0"/>
                  </a:cubicBezTo>
                  <a:close/>
                </a:path>
              </a:pathLst>
            </a:custGeom>
            <a:solidFill>
              <a:srgbClr val="DE7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1736950" y="2667925"/>
              <a:ext cx="300200" cy="243300"/>
            </a:xfrm>
            <a:custGeom>
              <a:avLst/>
              <a:gdLst/>
              <a:ahLst/>
              <a:cxnLst/>
              <a:rect l="l" t="t" r="r" b="b"/>
              <a:pathLst>
                <a:path w="12008" h="9732" extrusionOk="0">
                  <a:moveTo>
                    <a:pt x="2950" y="0"/>
                  </a:moveTo>
                  <a:cubicBezTo>
                    <a:pt x="2486" y="0"/>
                    <a:pt x="2207" y="93"/>
                    <a:pt x="2114" y="326"/>
                  </a:cubicBezTo>
                  <a:cubicBezTo>
                    <a:pt x="1720" y="1394"/>
                    <a:pt x="465" y="4599"/>
                    <a:pt x="465" y="4599"/>
                  </a:cubicBezTo>
                  <a:cubicBezTo>
                    <a:pt x="1" y="5922"/>
                    <a:pt x="674" y="7409"/>
                    <a:pt x="2021" y="7897"/>
                  </a:cubicBezTo>
                  <a:lnTo>
                    <a:pt x="6666" y="9592"/>
                  </a:lnTo>
                  <a:cubicBezTo>
                    <a:pt x="6968" y="9708"/>
                    <a:pt x="7247" y="9731"/>
                    <a:pt x="7549" y="9731"/>
                  </a:cubicBezTo>
                  <a:cubicBezTo>
                    <a:pt x="8594" y="9731"/>
                    <a:pt x="9569" y="9081"/>
                    <a:pt x="9987" y="8036"/>
                  </a:cubicBezTo>
                  <a:cubicBezTo>
                    <a:pt x="9987" y="8036"/>
                    <a:pt x="11241" y="4831"/>
                    <a:pt x="11636" y="3786"/>
                  </a:cubicBezTo>
                  <a:cubicBezTo>
                    <a:pt x="12008" y="2625"/>
                    <a:pt x="5366" y="0"/>
                    <a:pt x="29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1729425" y="2662125"/>
              <a:ext cx="304825" cy="254900"/>
            </a:xfrm>
            <a:custGeom>
              <a:avLst/>
              <a:gdLst/>
              <a:ahLst/>
              <a:cxnLst/>
              <a:rect l="l" t="t" r="r" b="b"/>
              <a:pathLst>
                <a:path w="12193" h="10196" extrusionOk="0">
                  <a:moveTo>
                    <a:pt x="3182" y="465"/>
                  </a:moveTo>
                  <a:lnTo>
                    <a:pt x="3251" y="465"/>
                  </a:lnTo>
                  <a:cubicBezTo>
                    <a:pt x="5295" y="465"/>
                    <a:pt x="10567" y="2439"/>
                    <a:pt x="11566" y="3623"/>
                  </a:cubicBezTo>
                  <a:cubicBezTo>
                    <a:pt x="11658" y="3739"/>
                    <a:pt x="11705" y="3832"/>
                    <a:pt x="11682" y="3902"/>
                  </a:cubicBezTo>
                  <a:cubicBezTo>
                    <a:pt x="11264" y="4970"/>
                    <a:pt x="10056" y="8129"/>
                    <a:pt x="10033" y="8152"/>
                  </a:cubicBezTo>
                  <a:cubicBezTo>
                    <a:pt x="9684" y="9127"/>
                    <a:pt x="8779" y="9708"/>
                    <a:pt x="7826" y="9708"/>
                  </a:cubicBezTo>
                  <a:cubicBezTo>
                    <a:pt x="7548" y="9708"/>
                    <a:pt x="7269" y="9638"/>
                    <a:pt x="7014" y="9545"/>
                  </a:cubicBezTo>
                  <a:lnTo>
                    <a:pt x="2369" y="7873"/>
                  </a:lnTo>
                  <a:cubicBezTo>
                    <a:pt x="1138" y="7409"/>
                    <a:pt x="511" y="6062"/>
                    <a:pt x="975" y="4854"/>
                  </a:cubicBezTo>
                  <a:cubicBezTo>
                    <a:pt x="975" y="4831"/>
                    <a:pt x="2206" y="1626"/>
                    <a:pt x="2624" y="581"/>
                  </a:cubicBezTo>
                  <a:cubicBezTo>
                    <a:pt x="2648" y="534"/>
                    <a:pt x="2764" y="488"/>
                    <a:pt x="2903" y="465"/>
                  </a:cubicBezTo>
                  <a:close/>
                  <a:moveTo>
                    <a:pt x="3228" y="0"/>
                  </a:moveTo>
                  <a:cubicBezTo>
                    <a:pt x="3089" y="0"/>
                    <a:pt x="2949" y="0"/>
                    <a:pt x="2833" y="23"/>
                  </a:cubicBezTo>
                  <a:cubicBezTo>
                    <a:pt x="2508" y="93"/>
                    <a:pt x="2276" y="232"/>
                    <a:pt x="2183" y="441"/>
                  </a:cubicBezTo>
                  <a:cubicBezTo>
                    <a:pt x="1788" y="1510"/>
                    <a:pt x="534" y="4668"/>
                    <a:pt x="534" y="4738"/>
                  </a:cubicBezTo>
                  <a:cubicBezTo>
                    <a:pt x="0" y="6178"/>
                    <a:pt x="766" y="7803"/>
                    <a:pt x="2206" y="8338"/>
                  </a:cubicBezTo>
                  <a:lnTo>
                    <a:pt x="6851" y="10010"/>
                  </a:lnTo>
                  <a:cubicBezTo>
                    <a:pt x="7176" y="10126"/>
                    <a:pt x="7478" y="10195"/>
                    <a:pt x="7826" y="10195"/>
                  </a:cubicBezTo>
                  <a:cubicBezTo>
                    <a:pt x="9011" y="10195"/>
                    <a:pt x="10056" y="9476"/>
                    <a:pt x="10451" y="8338"/>
                  </a:cubicBezTo>
                  <a:cubicBezTo>
                    <a:pt x="10451" y="8314"/>
                    <a:pt x="11705" y="5109"/>
                    <a:pt x="12123" y="4064"/>
                  </a:cubicBezTo>
                  <a:cubicBezTo>
                    <a:pt x="12193" y="3832"/>
                    <a:pt x="12146" y="3600"/>
                    <a:pt x="11937" y="3344"/>
                  </a:cubicBezTo>
                  <a:cubicBezTo>
                    <a:pt x="10869" y="2067"/>
                    <a:pt x="5411" y="0"/>
                    <a:pt x="3228" y="0"/>
                  </a:cubicBezTo>
                  <a:close/>
                </a:path>
              </a:pathLst>
            </a:custGeom>
            <a:solidFill>
              <a:srgbClr val="DE7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1619100" y="1941600"/>
              <a:ext cx="872075" cy="871500"/>
            </a:xfrm>
            <a:custGeom>
              <a:avLst/>
              <a:gdLst/>
              <a:ahLst/>
              <a:cxnLst/>
              <a:rect l="l" t="t" r="r" b="b"/>
              <a:pathLst>
                <a:path w="34883" h="34860" extrusionOk="0">
                  <a:moveTo>
                    <a:pt x="17418" y="0"/>
                  </a:moveTo>
                  <a:cubicBezTo>
                    <a:pt x="7781" y="0"/>
                    <a:pt x="0" y="7803"/>
                    <a:pt x="0" y="17418"/>
                  </a:cubicBezTo>
                  <a:cubicBezTo>
                    <a:pt x="0" y="27056"/>
                    <a:pt x="7827" y="34859"/>
                    <a:pt x="17418" y="34859"/>
                  </a:cubicBezTo>
                  <a:cubicBezTo>
                    <a:pt x="27033" y="34859"/>
                    <a:pt x="34883" y="27056"/>
                    <a:pt x="34883" y="17418"/>
                  </a:cubicBezTo>
                  <a:cubicBezTo>
                    <a:pt x="34883" y="7827"/>
                    <a:pt x="27056" y="0"/>
                    <a:pt x="174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1862375" y="2017075"/>
              <a:ext cx="552750" cy="685125"/>
            </a:xfrm>
            <a:custGeom>
              <a:avLst/>
              <a:gdLst/>
              <a:ahLst/>
              <a:cxnLst/>
              <a:rect l="l" t="t" r="r" b="b"/>
              <a:pathLst>
                <a:path w="22110" h="27405" extrusionOk="0">
                  <a:moveTo>
                    <a:pt x="22109" y="13702"/>
                  </a:moveTo>
                  <a:cubicBezTo>
                    <a:pt x="22109" y="21273"/>
                    <a:pt x="17163" y="27405"/>
                    <a:pt x="11055" y="27405"/>
                  </a:cubicBezTo>
                  <a:cubicBezTo>
                    <a:pt x="4947" y="27405"/>
                    <a:pt x="0" y="21273"/>
                    <a:pt x="0" y="13702"/>
                  </a:cubicBezTo>
                  <a:cubicBezTo>
                    <a:pt x="0" y="6131"/>
                    <a:pt x="4947" y="0"/>
                    <a:pt x="11055" y="0"/>
                  </a:cubicBezTo>
                  <a:cubicBezTo>
                    <a:pt x="17163" y="0"/>
                    <a:pt x="22109" y="6131"/>
                    <a:pt x="22109" y="13702"/>
                  </a:cubicBezTo>
                  <a:close/>
                </a:path>
              </a:pathLst>
            </a:custGeom>
            <a:solidFill>
              <a:schemeClr val="accent5"/>
            </a:solidFill>
            <a:ln w="12200" cap="flat" cmpd="sng">
              <a:solidFill>
                <a:srgbClr val="000000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1577875" y="1935775"/>
              <a:ext cx="917950" cy="883700"/>
            </a:xfrm>
            <a:custGeom>
              <a:avLst/>
              <a:gdLst/>
              <a:ahLst/>
              <a:cxnLst/>
              <a:rect l="l" t="t" r="r" b="b"/>
              <a:pathLst>
                <a:path w="36718" h="35348" extrusionOk="0">
                  <a:moveTo>
                    <a:pt x="19067" y="465"/>
                  </a:moveTo>
                  <a:cubicBezTo>
                    <a:pt x="28589" y="465"/>
                    <a:pt x="36253" y="8153"/>
                    <a:pt x="36276" y="17674"/>
                  </a:cubicBezTo>
                  <a:cubicBezTo>
                    <a:pt x="36276" y="24642"/>
                    <a:pt x="32119" y="30912"/>
                    <a:pt x="25663" y="33560"/>
                  </a:cubicBezTo>
                  <a:cubicBezTo>
                    <a:pt x="23550" y="34419"/>
                    <a:pt x="21297" y="34860"/>
                    <a:pt x="19067" y="34860"/>
                  </a:cubicBezTo>
                  <a:cubicBezTo>
                    <a:pt x="14608" y="34860"/>
                    <a:pt x="10196" y="33118"/>
                    <a:pt x="6898" y="29821"/>
                  </a:cubicBezTo>
                  <a:cubicBezTo>
                    <a:pt x="1975" y="24874"/>
                    <a:pt x="512" y="17512"/>
                    <a:pt x="3182" y="11056"/>
                  </a:cubicBezTo>
                  <a:cubicBezTo>
                    <a:pt x="5830" y="4669"/>
                    <a:pt x="12100" y="465"/>
                    <a:pt x="19067" y="465"/>
                  </a:cubicBezTo>
                  <a:close/>
                  <a:moveTo>
                    <a:pt x="19067" y="1"/>
                  </a:moveTo>
                  <a:cubicBezTo>
                    <a:pt x="14492" y="1"/>
                    <a:pt x="9964" y="1789"/>
                    <a:pt x="6573" y="5157"/>
                  </a:cubicBezTo>
                  <a:cubicBezTo>
                    <a:pt x="1510" y="10219"/>
                    <a:pt x="1" y="17814"/>
                    <a:pt x="2741" y="24433"/>
                  </a:cubicBezTo>
                  <a:cubicBezTo>
                    <a:pt x="5458" y="31028"/>
                    <a:pt x="11914" y="35348"/>
                    <a:pt x="19044" y="35348"/>
                  </a:cubicBezTo>
                  <a:cubicBezTo>
                    <a:pt x="28798" y="35348"/>
                    <a:pt x="36694" y="27428"/>
                    <a:pt x="36718" y="17698"/>
                  </a:cubicBezTo>
                  <a:cubicBezTo>
                    <a:pt x="36718" y="10568"/>
                    <a:pt x="32421" y="4112"/>
                    <a:pt x="25802" y="1371"/>
                  </a:cubicBezTo>
                  <a:cubicBezTo>
                    <a:pt x="23666" y="465"/>
                    <a:pt x="21343" y="1"/>
                    <a:pt x="19067" y="1"/>
                  </a:cubicBezTo>
                  <a:close/>
                </a:path>
              </a:pathLst>
            </a:custGeom>
            <a:solidFill>
              <a:srgbClr val="DE7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2375050" y="2141325"/>
              <a:ext cx="44725" cy="59825"/>
            </a:xfrm>
            <a:custGeom>
              <a:avLst/>
              <a:gdLst/>
              <a:ahLst/>
              <a:cxnLst/>
              <a:rect l="l" t="t" r="r" b="b"/>
              <a:pathLst>
                <a:path w="1789" h="2393" extrusionOk="0">
                  <a:moveTo>
                    <a:pt x="604" y="0"/>
                  </a:moveTo>
                  <a:cubicBezTo>
                    <a:pt x="418" y="0"/>
                    <a:pt x="256" y="70"/>
                    <a:pt x="139" y="302"/>
                  </a:cubicBezTo>
                  <a:cubicBezTo>
                    <a:pt x="0" y="604"/>
                    <a:pt x="534" y="860"/>
                    <a:pt x="952" y="1347"/>
                  </a:cubicBezTo>
                  <a:cubicBezTo>
                    <a:pt x="1184" y="1649"/>
                    <a:pt x="1347" y="1997"/>
                    <a:pt x="1440" y="2369"/>
                  </a:cubicBezTo>
                  <a:cubicBezTo>
                    <a:pt x="1440" y="2392"/>
                    <a:pt x="1463" y="2392"/>
                    <a:pt x="1533" y="2392"/>
                  </a:cubicBezTo>
                  <a:cubicBezTo>
                    <a:pt x="1579" y="2392"/>
                    <a:pt x="1695" y="2346"/>
                    <a:pt x="1695" y="2276"/>
                  </a:cubicBezTo>
                  <a:cubicBezTo>
                    <a:pt x="1765" y="2044"/>
                    <a:pt x="1788" y="1812"/>
                    <a:pt x="1788" y="1579"/>
                  </a:cubicBezTo>
                  <a:cubicBezTo>
                    <a:pt x="1742" y="813"/>
                    <a:pt x="1092" y="0"/>
                    <a:pt x="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1867025" y="2396200"/>
              <a:ext cx="549850" cy="299625"/>
            </a:xfrm>
            <a:custGeom>
              <a:avLst/>
              <a:gdLst/>
              <a:ahLst/>
              <a:cxnLst/>
              <a:rect l="l" t="t" r="r" b="b"/>
              <a:pathLst>
                <a:path w="21994" h="11985" extrusionOk="0">
                  <a:moveTo>
                    <a:pt x="0" y="1"/>
                  </a:moveTo>
                  <a:lnTo>
                    <a:pt x="0" y="1"/>
                  </a:lnTo>
                  <a:cubicBezTo>
                    <a:pt x="23" y="186"/>
                    <a:pt x="23" y="395"/>
                    <a:pt x="47" y="558"/>
                  </a:cubicBezTo>
                  <a:cubicBezTo>
                    <a:pt x="1788" y="1208"/>
                    <a:pt x="5899" y="2509"/>
                    <a:pt x="10939" y="2602"/>
                  </a:cubicBezTo>
                  <a:lnTo>
                    <a:pt x="11519" y="2602"/>
                  </a:lnTo>
                  <a:cubicBezTo>
                    <a:pt x="13424" y="2602"/>
                    <a:pt x="15490" y="2416"/>
                    <a:pt x="17581" y="1951"/>
                  </a:cubicBezTo>
                  <a:lnTo>
                    <a:pt x="17581" y="1951"/>
                  </a:lnTo>
                  <a:cubicBezTo>
                    <a:pt x="17163" y="5853"/>
                    <a:pt x="15862" y="9383"/>
                    <a:pt x="13911" y="11984"/>
                  </a:cubicBezTo>
                  <a:cubicBezTo>
                    <a:pt x="14190" y="11891"/>
                    <a:pt x="14445" y="11775"/>
                    <a:pt x="14701" y="11659"/>
                  </a:cubicBezTo>
                  <a:cubicBezTo>
                    <a:pt x="16512" y="9035"/>
                    <a:pt x="17674" y="5574"/>
                    <a:pt x="18045" y="1835"/>
                  </a:cubicBezTo>
                  <a:cubicBezTo>
                    <a:pt x="19322" y="1510"/>
                    <a:pt x="20623" y="1115"/>
                    <a:pt x="21923" y="558"/>
                  </a:cubicBezTo>
                  <a:cubicBezTo>
                    <a:pt x="21970" y="395"/>
                    <a:pt x="21970" y="186"/>
                    <a:pt x="21993" y="1"/>
                  </a:cubicBezTo>
                  <a:lnTo>
                    <a:pt x="21993" y="1"/>
                  </a:lnTo>
                  <a:cubicBezTo>
                    <a:pt x="20693" y="535"/>
                    <a:pt x="19392" y="976"/>
                    <a:pt x="18068" y="1324"/>
                  </a:cubicBezTo>
                  <a:cubicBezTo>
                    <a:pt x="17929" y="1348"/>
                    <a:pt x="17743" y="1417"/>
                    <a:pt x="17604" y="1440"/>
                  </a:cubicBezTo>
                  <a:cubicBezTo>
                    <a:pt x="15467" y="1928"/>
                    <a:pt x="13354" y="2091"/>
                    <a:pt x="11357" y="2091"/>
                  </a:cubicBezTo>
                  <a:lnTo>
                    <a:pt x="10915" y="2091"/>
                  </a:lnTo>
                  <a:cubicBezTo>
                    <a:pt x="5736" y="2021"/>
                    <a:pt x="1533" y="628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2141650" y="2702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1624325" y="1954375"/>
              <a:ext cx="621275" cy="850600"/>
            </a:xfrm>
            <a:custGeom>
              <a:avLst/>
              <a:gdLst/>
              <a:ahLst/>
              <a:cxnLst/>
              <a:rect l="l" t="t" r="r" b="b"/>
              <a:pathLst>
                <a:path w="24851" h="34024" extrusionOk="0">
                  <a:moveTo>
                    <a:pt x="12820" y="0"/>
                  </a:moveTo>
                  <a:cubicBezTo>
                    <a:pt x="5435" y="2044"/>
                    <a:pt x="0" y="8802"/>
                    <a:pt x="0" y="16814"/>
                  </a:cubicBezTo>
                  <a:cubicBezTo>
                    <a:pt x="0" y="25500"/>
                    <a:pt x="6317" y="32699"/>
                    <a:pt x="14632" y="34023"/>
                  </a:cubicBezTo>
                  <a:cubicBezTo>
                    <a:pt x="20693" y="30981"/>
                    <a:pt x="24850" y="24687"/>
                    <a:pt x="24850" y="17418"/>
                  </a:cubicBezTo>
                  <a:cubicBezTo>
                    <a:pt x="24850" y="9475"/>
                    <a:pt x="19857" y="2671"/>
                    <a:pt x="12820" y="0"/>
                  </a:cubicBezTo>
                  <a:close/>
                </a:path>
              </a:pathLst>
            </a:custGeom>
            <a:solidFill>
              <a:srgbClr val="FCFCFC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1743925" y="2147700"/>
              <a:ext cx="54600" cy="73175"/>
            </a:xfrm>
            <a:custGeom>
              <a:avLst/>
              <a:gdLst/>
              <a:ahLst/>
              <a:cxnLst/>
              <a:rect l="l" t="t" r="r" b="b"/>
              <a:pathLst>
                <a:path w="2184" h="2927" extrusionOk="0">
                  <a:moveTo>
                    <a:pt x="1951" y="372"/>
                  </a:moveTo>
                  <a:cubicBezTo>
                    <a:pt x="1789" y="117"/>
                    <a:pt x="1557" y="1"/>
                    <a:pt x="1324" y="1"/>
                  </a:cubicBezTo>
                  <a:cubicBezTo>
                    <a:pt x="1231" y="1"/>
                    <a:pt x="1139" y="1"/>
                    <a:pt x="1092" y="24"/>
                  </a:cubicBezTo>
                  <a:cubicBezTo>
                    <a:pt x="512" y="233"/>
                    <a:pt x="1" y="1092"/>
                    <a:pt x="47" y="1951"/>
                  </a:cubicBezTo>
                  <a:cubicBezTo>
                    <a:pt x="47" y="2207"/>
                    <a:pt x="117" y="2462"/>
                    <a:pt x="210" y="2695"/>
                  </a:cubicBezTo>
                  <a:cubicBezTo>
                    <a:pt x="303" y="2834"/>
                    <a:pt x="442" y="2927"/>
                    <a:pt x="581" y="2927"/>
                  </a:cubicBezTo>
                  <a:lnTo>
                    <a:pt x="628" y="2927"/>
                  </a:lnTo>
                  <a:cubicBezTo>
                    <a:pt x="767" y="2927"/>
                    <a:pt x="860" y="2811"/>
                    <a:pt x="883" y="2695"/>
                  </a:cubicBezTo>
                  <a:cubicBezTo>
                    <a:pt x="930" y="2346"/>
                    <a:pt x="1046" y="2021"/>
                    <a:pt x="1255" y="1742"/>
                  </a:cubicBezTo>
                  <a:cubicBezTo>
                    <a:pt x="1371" y="1603"/>
                    <a:pt x="1487" y="1441"/>
                    <a:pt x="1626" y="1301"/>
                  </a:cubicBezTo>
                  <a:cubicBezTo>
                    <a:pt x="1905" y="1023"/>
                    <a:pt x="2184" y="697"/>
                    <a:pt x="1951" y="37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1788625" y="2170925"/>
              <a:ext cx="38350" cy="49375"/>
            </a:xfrm>
            <a:custGeom>
              <a:avLst/>
              <a:gdLst/>
              <a:ahLst/>
              <a:cxnLst/>
              <a:rect l="l" t="t" r="r" b="b"/>
              <a:pathLst>
                <a:path w="1534" h="1975" extrusionOk="0">
                  <a:moveTo>
                    <a:pt x="1348" y="256"/>
                  </a:moveTo>
                  <a:cubicBezTo>
                    <a:pt x="1278" y="70"/>
                    <a:pt x="1092" y="1"/>
                    <a:pt x="883" y="1"/>
                  </a:cubicBezTo>
                  <a:cubicBezTo>
                    <a:pt x="837" y="1"/>
                    <a:pt x="767" y="1"/>
                    <a:pt x="721" y="24"/>
                  </a:cubicBezTo>
                  <a:cubicBezTo>
                    <a:pt x="349" y="163"/>
                    <a:pt x="1" y="744"/>
                    <a:pt x="24" y="1278"/>
                  </a:cubicBezTo>
                  <a:cubicBezTo>
                    <a:pt x="24" y="1441"/>
                    <a:pt x="47" y="1626"/>
                    <a:pt x="117" y="1766"/>
                  </a:cubicBezTo>
                  <a:cubicBezTo>
                    <a:pt x="163" y="1882"/>
                    <a:pt x="280" y="1975"/>
                    <a:pt x="419" y="1975"/>
                  </a:cubicBezTo>
                  <a:lnTo>
                    <a:pt x="465" y="1975"/>
                  </a:lnTo>
                  <a:cubicBezTo>
                    <a:pt x="581" y="1975"/>
                    <a:pt x="698" y="1882"/>
                    <a:pt x="721" y="1742"/>
                  </a:cubicBezTo>
                  <a:cubicBezTo>
                    <a:pt x="744" y="1533"/>
                    <a:pt x="814" y="1371"/>
                    <a:pt x="930" y="1185"/>
                  </a:cubicBezTo>
                  <a:cubicBezTo>
                    <a:pt x="1000" y="1092"/>
                    <a:pt x="1069" y="1022"/>
                    <a:pt x="1162" y="930"/>
                  </a:cubicBezTo>
                  <a:cubicBezTo>
                    <a:pt x="1325" y="744"/>
                    <a:pt x="1534" y="512"/>
                    <a:pt x="1348" y="2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1754950" y="2510575"/>
              <a:ext cx="116725" cy="152150"/>
            </a:xfrm>
            <a:custGeom>
              <a:avLst/>
              <a:gdLst/>
              <a:ahLst/>
              <a:cxnLst/>
              <a:rect l="l" t="t" r="r" b="b"/>
              <a:pathLst>
                <a:path w="4669" h="6086" extrusionOk="0">
                  <a:moveTo>
                    <a:pt x="1000" y="70"/>
                  </a:moveTo>
                  <a:cubicBezTo>
                    <a:pt x="1" y="604"/>
                    <a:pt x="1278" y="3647"/>
                    <a:pt x="2997" y="5203"/>
                  </a:cubicBezTo>
                  <a:cubicBezTo>
                    <a:pt x="3392" y="5551"/>
                    <a:pt x="3833" y="5830"/>
                    <a:pt x="4297" y="6062"/>
                  </a:cubicBezTo>
                  <a:cubicBezTo>
                    <a:pt x="4390" y="6085"/>
                    <a:pt x="4437" y="6085"/>
                    <a:pt x="4506" y="6062"/>
                  </a:cubicBezTo>
                  <a:cubicBezTo>
                    <a:pt x="4622" y="6016"/>
                    <a:pt x="4669" y="5830"/>
                    <a:pt x="4553" y="5691"/>
                  </a:cubicBezTo>
                  <a:cubicBezTo>
                    <a:pt x="3926" y="4901"/>
                    <a:pt x="3392" y="4065"/>
                    <a:pt x="2997" y="3159"/>
                  </a:cubicBezTo>
                  <a:cubicBezTo>
                    <a:pt x="2347" y="1650"/>
                    <a:pt x="2137" y="117"/>
                    <a:pt x="1534" y="1"/>
                  </a:cubicBezTo>
                  <a:cubicBezTo>
                    <a:pt x="1348" y="1"/>
                    <a:pt x="1139" y="24"/>
                    <a:pt x="1000" y="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2143375" y="2069900"/>
              <a:ext cx="264200" cy="280450"/>
            </a:xfrm>
            <a:custGeom>
              <a:avLst/>
              <a:gdLst/>
              <a:ahLst/>
              <a:cxnLst/>
              <a:rect l="l" t="t" r="r" b="b"/>
              <a:pathLst>
                <a:path w="10568" h="11218" extrusionOk="0">
                  <a:moveTo>
                    <a:pt x="3647" y="1"/>
                  </a:moveTo>
                  <a:cubicBezTo>
                    <a:pt x="1650" y="1"/>
                    <a:pt x="1" y="1650"/>
                    <a:pt x="1" y="3670"/>
                  </a:cubicBezTo>
                  <a:lnTo>
                    <a:pt x="1" y="7548"/>
                  </a:lnTo>
                  <a:cubicBezTo>
                    <a:pt x="1" y="9546"/>
                    <a:pt x="1650" y="11218"/>
                    <a:pt x="3647" y="11218"/>
                  </a:cubicBezTo>
                  <a:lnTo>
                    <a:pt x="7548" y="11218"/>
                  </a:lnTo>
                  <a:cubicBezTo>
                    <a:pt x="8803" y="11218"/>
                    <a:pt x="9894" y="10568"/>
                    <a:pt x="10568" y="9615"/>
                  </a:cubicBezTo>
                  <a:cubicBezTo>
                    <a:pt x="10498" y="9197"/>
                    <a:pt x="10451" y="8779"/>
                    <a:pt x="10359" y="8361"/>
                  </a:cubicBezTo>
                  <a:cubicBezTo>
                    <a:pt x="9987" y="9569"/>
                    <a:pt x="8849" y="10475"/>
                    <a:pt x="7548" y="10475"/>
                  </a:cubicBezTo>
                  <a:lnTo>
                    <a:pt x="3647" y="10475"/>
                  </a:lnTo>
                  <a:cubicBezTo>
                    <a:pt x="2021" y="10475"/>
                    <a:pt x="721" y="9174"/>
                    <a:pt x="721" y="7548"/>
                  </a:cubicBezTo>
                  <a:lnTo>
                    <a:pt x="721" y="3670"/>
                  </a:lnTo>
                  <a:cubicBezTo>
                    <a:pt x="721" y="2021"/>
                    <a:pt x="2021" y="721"/>
                    <a:pt x="3647" y="721"/>
                  </a:cubicBezTo>
                  <a:lnTo>
                    <a:pt x="6201" y="721"/>
                  </a:lnTo>
                  <a:cubicBezTo>
                    <a:pt x="5923" y="465"/>
                    <a:pt x="5621" y="233"/>
                    <a:pt x="5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" name="Google Shape;350;p27"/>
          <p:cNvSpPr txBox="1"/>
          <p:nvPr/>
        </p:nvSpPr>
        <p:spPr>
          <a:xfrm>
            <a:off x="3831757" y="4166207"/>
            <a:ext cx="3837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001</a:t>
            </a:r>
            <a:endParaRPr sz="700">
              <a:solidFill>
                <a:schemeClr val="dk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/>
          <p:nvPr/>
        </p:nvSpPr>
        <p:spPr>
          <a:xfrm>
            <a:off x="4105800" y="3015425"/>
            <a:ext cx="932400" cy="484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9"/>
          <p:cNvSpPr/>
          <p:nvPr/>
        </p:nvSpPr>
        <p:spPr>
          <a:xfrm>
            <a:off x="4105800" y="1594825"/>
            <a:ext cx="932400" cy="484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9"/>
          <p:cNvSpPr/>
          <p:nvPr/>
        </p:nvSpPr>
        <p:spPr>
          <a:xfrm>
            <a:off x="1406525" y="3015425"/>
            <a:ext cx="932400" cy="484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9"/>
          <p:cNvSpPr/>
          <p:nvPr/>
        </p:nvSpPr>
        <p:spPr>
          <a:xfrm>
            <a:off x="1406525" y="1594825"/>
            <a:ext cx="932400" cy="484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9"/>
          <p:cNvSpPr/>
          <p:nvPr/>
        </p:nvSpPr>
        <p:spPr>
          <a:xfrm>
            <a:off x="6805075" y="3015425"/>
            <a:ext cx="932400" cy="484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6805075" y="1594825"/>
            <a:ext cx="932400" cy="484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9"/>
          <p:cNvSpPr/>
          <p:nvPr/>
        </p:nvSpPr>
        <p:spPr>
          <a:xfrm>
            <a:off x="4663850" y="626976"/>
            <a:ext cx="222474" cy="142092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3" name="Google Shape;373;p29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GAMES</a:t>
            </a:r>
            <a:endParaRPr dirty="0"/>
          </a:p>
        </p:txBody>
      </p:sp>
      <p:sp>
        <p:nvSpPr>
          <p:cNvPr id="374" name="Google Shape;374;p29"/>
          <p:cNvSpPr/>
          <p:nvPr/>
        </p:nvSpPr>
        <p:spPr>
          <a:xfrm rot="5400000">
            <a:off x="6264170" y="228204"/>
            <a:ext cx="483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9"/>
          <p:cNvSpPr/>
          <p:nvPr/>
        </p:nvSpPr>
        <p:spPr>
          <a:xfrm rot="5400000">
            <a:off x="2831531" y="228204"/>
            <a:ext cx="483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9"/>
          <p:cNvSpPr txBox="1">
            <a:spLocks noGrp="1"/>
          </p:cNvSpPr>
          <p:nvPr>
            <p:ph type="title"/>
          </p:nvPr>
        </p:nvSpPr>
        <p:spPr>
          <a:xfrm>
            <a:off x="719975" y="1653784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001</a:t>
            </a:r>
            <a:endParaRPr/>
          </a:p>
        </p:txBody>
      </p:sp>
      <p:sp>
        <p:nvSpPr>
          <p:cNvPr id="378" name="Google Shape;378;p29"/>
          <p:cNvSpPr txBox="1">
            <a:spLocks noGrp="1"/>
          </p:cNvSpPr>
          <p:nvPr>
            <p:ph type="title" idx="2"/>
          </p:nvPr>
        </p:nvSpPr>
        <p:spPr>
          <a:xfrm>
            <a:off x="3419246" y="1653784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002</a:t>
            </a:r>
            <a:endParaRPr/>
          </a:p>
        </p:txBody>
      </p:sp>
      <p:sp>
        <p:nvSpPr>
          <p:cNvPr id="380" name="Google Shape;380;p29"/>
          <p:cNvSpPr txBox="1">
            <a:spLocks noGrp="1"/>
          </p:cNvSpPr>
          <p:nvPr>
            <p:ph type="title" idx="4"/>
          </p:nvPr>
        </p:nvSpPr>
        <p:spPr>
          <a:xfrm>
            <a:off x="719975" y="3074375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004</a:t>
            </a:r>
            <a:endParaRPr/>
          </a:p>
        </p:txBody>
      </p:sp>
      <p:sp>
        <p:nvSpPr>
          <p:cNvPr id="382" name="Google Shape;382;p29"/>
          <p:cNvSpPr txBox="1">
            <a:spLocks noGrp="1"/>
          </p:cNvSpPr>
          <p:nvPr>
            <p:ph type="title" idx="6"/>
          </p:nvPr>
        </p:nvSpPr>
        <p:spPr>
          <a:xfrm>
            <a:off x="3419246" y="3074375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005</a:t>
            </a:r>
            <a:endParaRPr/>
          </a:p>
        </p:txBody>
      </p:sp>
      <p:sp>
        <p:nvSpPr>
          <p:cNvPr id="384" name="Google Shape;384;p29"/>
          <p:cNvSpPr txBox="1">
            <a:spLocks noGrp="1"/>
          </p:cNvSpPr>
          <p:nvPr>
            <p:ph type="title" idx="8"/>
          </p:nvPr>
        </p:nvSpPr>
        <p:spPr>
          <a:xfrm>
            <a:off x="6118524" y="1653784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003</a:t>
            </a:r>
            <a:endParaRPr/>
          </a:p>
        </p:txBody>
      </p:sp>
      <p:sp>
        <p:nvSpPr>
          <p:cNvPr id="386" name="Google Shape;386;p29"/>
          <p:cNvSpPr txBox="1">
            <a:spLocks noGrp="1"/>
          </p:cNvSpPr>
          <p:nvPr>
            <p:ph type="title" idx="13"/>
          </p:nvPr>
        </p:nvSpPr>
        <p:spPr>
          <a:xfrm>
            <a:off x="6118524" y="3074375"/>
            <a:ext cx="2305500" cy="36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006</a:t>
            </a:r>
            <a:endParaRPr/>
          </a:p>
        </p:txBody>
      </p:sp>
      <p:sp>
        <p:nvSpPr>
          <p:cNvPr id="4" name="Google Shape;279;p27">
            <a:extLst>
              <a:ext uri="{FF2B5EF4-FFF2-40B4-BE49-F238E27FC236}">
                <a16:creationId xmlns:a16="http://schemas.microsoft.com/office/drawing/2014/main" id="{67BF8AE1-E325-2D6F-8108-CABC781B6D81}"/>
              </a:ext>
            </a:extLst>
          </p:cNvPr>
          <p:cNvSpPr txBox="1">
            <a:spLocks/>
          </p:cNvSpPr>
          <p:nvPr/>
        </p:nvSpPr>
        <p:spPr>
          <a:xfrm>
            <a:off x="1117554" y="2220649"/>
            <a:ext cx="1510341" cy="48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pPr algn="l"/>
            <a:r>
              <a:rPr lang="en-US" sz="12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7" name="Google Shape;279;p27">
            <a:extLst>
              <a:ext uri="{FF2B5EF4-FFF2-40B4-BE49-F238E27FC236}">
                <a16:creationId xmlns:a16="http://schemas.microsoft.com/office/drawing/2014/main" id="{69D6C8E4-04E1-162D-57CD-F9966F6EF94C}"/>
              </a:ext>
            </a:extLst>
          </p:cNvPr>
          <p:cNvSpPr txBox="1">
            <a:spLocks/>
          </p:cNvSpPr>
          <p:nvPr/>
        </p:nvSpPr>
        <p:spPr>
          <a:xfrm>
            <a:off x="3908679" y="2234520"/>
            <a:ext cx="1510341" cy="48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pPr algn="l"/>
            <a:r>
              <a:rPr lang="en-US" sz="1200" dirty="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10" name="Google Shape;279;p27">
            <a:extLst>
              <a:ext uri="{FF2B5EF4-FFF2-40B4-BE49-F238E27FC236}">
                <a16:creationId xmlns:a16="http://schemas.microsoft.com/office/drawing/2014/main" id="{64E46834-E014-B7BE-C818-DAE14CE39F23}"/>
              </a:ext>
            </a:extLst>
          </p:cNvPr>
          <p:cNvSpPr txBox="1">
            <a:spLocks/>
          </p:cNvSpPr>
          <p:nvPr/>
        </p:nvSpPr>
        <p:spPr>
          <a:xfrm>
            <a:off x="6699804" y="2200377"/>
            <a:ext cx="1510341" cy="48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pPr algn="l"/>
            <a:r>
              <a:rPr lang="en-US" sz="1200" dirty="0">
                <a:solidFill>
                  <a:schemeClr val="bg1"/>
                </a:solidFill>
              </a:rPr>
              <a:t>WORKFLOW</a:t>
            </a:r>
          </a:p>
        </p:txBody>
      </p:sp>
      <p:sp>
        <p:nvSpPr>
          <p:cNvPr id="13" name="Google Shape;279;p27">
            <a:extLst>
              <a:ext uri="{FF2B5EF4-FFF2-40B4-BE49-F238E27FC236}">
                <a16:creationId xmlns:a16="http://schemas.microsoft.com/office/drawing/2014/main" id="{1F7BDFCF-6849-85E9-4160-538C14D8E911}"/>
              </a:ext>
            </a:extLst>
          </p:cNvPr>
          <p:cNvSpPr txBox="1">
            <a:spLocks/>
          </p:cNvSpPr>
          <p:nvPr/>
        </p:nvSpPr>
        <p:spPr>
          <a:xfrm>
            <a:off x="810835" y="3734869"/>
            <a:ext cx="2123777" cy="48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MACHINE LEARNING COMPONENT</a:t>
            </a:r>
          </a:p>
        </p:txBody>
      </p:sp>
      <p:sp>
        <p:nvSpPr>
          <p:cNvPr id="16" name="Google Shape;279;p27">
            <a:extLst>
              <a:ext uri="{FF2B5EF4-FFF2-40B4-BE49-F238E27FC236}">
                <a16:creationId xmlns:a16="http://schemas.microsoft.com/office/drawing/2014/main" id="{FBDEBFCB-71F5-4527-81A1-3E99FB945929}"/>
              </a:ext>
            </a:extLst>
          </p:cNvPr>
          <p:cNvSpPr txBox="1">
            <a:spLocks/>
          </p:cNvSpPr>
          <p:nvPr/>
        </p:nvSpPr>
        <p:spPr>
          <a:xfrm>
            <a:off x="4283029" y="3734869"/>
            <a:ext cx="1510341" cy="48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pPr algn="l"/>
            <a:r>
              <a:rPr lang="en-US" sz="1200" dirty="0">
                <a:solidFill>
                  <a:schemeClr val="bg1"/>
                </a:solidFill>
              </a:rPr>
              <a:t>GAME</a:t>
            </a:r>
          </a:p>
        </p:txBody>
      </p:sp>
      <p:sp>
        <p:nvSpPr>
          <p:cNvPr id="19" name="Google Shape;279;p27">
            <a:extLst>
              <a:ext uri="{FF2B5EF4-FFF2-40B4-BE49-F238E27FC236}">
                <a16:creationId xmlns:a16="http://schemas.microsoft.com/office/drawing/2014/main" id="{050F3FEB-3F62-07EE-79FB-1A7311BD4DFB}"/>
              </a:ext>
            </a:extLst>
          </p:cNvPr>
          <p:cNvSpPr txBox="1">
            <a:spLocks/>
          </p:cNvSpPr>
          <p:nvPr/>
        </p:nvSpPr>
        <p:spPr>
          <a:xfrm>
            <a:off x="6481048" y="3734868"/>
            <a:ext cx="1817069" cy="48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RESULTS &amp; OBSERVATIONS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"/>
          <p:cNvSpPr/>
          <p:nvPr/>
        </p:nvSpPr>
        <p:spPr>
          <a:xfrm>
            <a:off x="4199925" y="1405574"/>
            <a:ext cx="484800" cy="4848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1"/>
          <p:cNvSpPr/>
          <p:nvPr/>
        </p:nvSpPr>
        <p:spPr>
          <a:xfrm>
            <a:off x="5287326" y="2522430"/>
            <a:ext cx="337208" cy="215395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Google Shape;502;p31"/>
          <p:cNvSpPr txBox="1">
            <a:spLocks noGrp="1"/>
          </p:cNvSpPr>
          <p:nvPr>
            <p:ph type="title" idx="2"/>
          </p:nvPr>
        </p:nvSpPr>
        <p:spPr>
          <a:xfrm>
            <a:off x="936600" y="2390375"/>
            <a:ext cx="727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04" name="Google Shape;504;p31"/>
          <p:cNvSpPr txBox="1">
            <a:spLocks noGrp="1"/>
          </p:cNvSpPr>
          <p:nvPr>
            <p:ph type="title"/>
          </p:nvPr>
        </p:nvSpPr>
        <p:spPr>
          <a:xfrm>
            <a:off x="3701400" y="1227075"/>
            <a:ext cx="17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505" name="Google Shape;505;p31"/>
          <p:cNvGrpSpPr/>
          <p:nvPr/>
        </p:nvGrpSpPr>
        <p:grpSpPr>
          <a:xfrm flipH="1">
            <a:off x="284" y="2590428"/>
            <a:ext cx="2580834" cy="2559381"/>
            <a:chOff x="-761089" y="594525"/>
            <a:chExt cx="5186563" cy="5143450"/>
          </a:xfrm>
        </p:grpSpPr>
        <p:sp>
          <p:nvSpPr>
            <p:cNvPr id="506" name="Google Shape;506;p31"/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8AB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31"/>
          <p:cNvSpPr/>
          <p:nvPr/>
        </p:nvSpPr>
        <p:spPr>
          <a:xfrm rot="5400000">
            <a:off x="7003884" y="2618825"/>
            <a:ext cx="828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1"/>
          <p:cNvSpPr/>
          <p:nvPr/>
        </p:nvSpPr>
        <p:spPr>
          <a:xfrm rot="10800000">
            <a:off x="2416069" y="1380674"/>
            <a:ext cx="87000" cy="98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31"/>
          <p:cNvGrpSpPr/>
          <p:nvPr/>
        </p:nvGrpSpPr>
        <p:grpSpPr>
          <a:xfrm>
            <a:off x="6563159" y="2590428"/>
            <a:ext cx="2580834" cy="2559381"/>
            <a:chOff x="-761089" y="594525"/>
            <a:chExt cx="5186563" cy="5143450"/>
          </a:xfrm>
        </p:grpSpPr>
        <p:sp>
          <p:nvSpPr>
            <p:cNvPr id="513" name="Google Shape;513;p31"/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1"/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1"/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1E6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"/>
          <p:cNvSpPr/>
          <p:nvPr/>
        </p:nvSpPr>
        <p:spPr>
          <a:xfrm>
            <a:off x="4663850" y="626976"/>
            <a:ext cx="222474" cy="142092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3" name="Google Shape;393;p30"/>
          <p:cNvSpPr/>
          <p:nvPr/>
        </p:nvSpPr>
        <p:spPr>
          <a:xfrm>
            <a:off x="737735" y="1339318"/>
            <a:ext cx="2497800" cy="21603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PLAYERS</a:t>
            </a:r>
            <a:endParaRPr dirty="0"/>
          </a:p>
        </p:txBody>
      </p:sp>
      <p:sp>
        <p:nvSpPr>
          <p:cNvPr id="395" name="Google Shape;395;p30"/>
          <p:cNvSpPr txBox="1">
            <a:spLocks noGrp="1"/>
          </p:cNvSpPr>
          <p:nvPr>
            <p:ph type="title"/>
          </p:nvPr>
        </p:nvSpPr>
        <p:spPr>
          <a:xfrm>
            <a:off x="1396531" y="1899600"/>
            <a:ext cx="1120800" cy="3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001</a:t>
            </a:r>
            <a:endParaRPr sz="1400" dirty="0"/>
          </a:p>
        </p:txBody>
      </p:sp>
      <p:sp>
        <p:nvSpPr>
          <p:cNvPr id="396" name="Google Shape;396;p30"/>
          <p:cNvSpPr txBox="1">
            <a:spLocks noGrp="1"/>
          </p:cNvSpPr>
          <p:nvPr>
            <p:ph type="subTitle" idx="1"/>
          </p:nvPr>
        </p:nvSpPr>
        <p:spPr>
          <a:xfrm>
            <a:off x="821117" y="2221193"/>
            <a:ext cx="2073161" cy="3402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000" b="1" dirty="0"/>
              <a:t> Sentiment analysis</a:t>
            </a:r>
            <a:r>
              <a:rPr lang="en-US" sz="1000" dirty="0"/>
              <a:t> </a:t>
            </a:r>
          </a:p>
          <a:p>
            <a:r>
              <a:rPr lang="en-US" sz="1000" dirty="0"/>
              <a:t>is one of the</a:t>
            </a:r>
          </a:p>
          <a:p>
            <a:r>
              <a:rPr lang="en-US" sz="1000" dirty="0"/>
              <a:t> most widely used NLP techniques for understanding customer opinions, feedback, and emotions in business</a:t>
            </a:r>
            <a:endParaRPr lang="en-US" sz="800" dirty="0"/>
          </a:p>
        </p:txBody>
      </p:sp>
      <p:sp>
        <p:nvSpPr>
          <p:cNvPr id="397" name="Google Shape;397;p30"/>
          <p:cNvSpPr/>
          <p:nvPr/>
        </p:nvSpPr>
        <p:spPr>
          <a:xfrm rot="10800000">
            <a:off x="2264538" y="1339095"/>
            <a:ext cx="2497800" cy="21603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0"/>
          <p:cNvSpPr txBox="1">
            <a:spLocks noGrp="1"/>
          </p:cNvSpPr>
          <p:nvPr>
            <p:ph type="title" idx="2"/>
          </p:nvPr>
        </p:nvSpPr>
        <p:spPr>
          <a:xfrm>
            <a:off x="2937888" y="2672418"/>
            <a:ext cx="1120800" cy="3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002</a:t>
            </a:r>
            <a:endParaRPr sz="1400" dirty="0"/>
          </a:p>
        </p:txBody>
      </p:sp>
      <p:sp>
        <p:nvSpPr>
          <p:cNvPr id="399" name="Google Shape;399;p30"/>
          <p:cNvSpPr txBox="1">
            <a:spLocks noGrp="1"/>
          </p:cNvSpPr>
          <p:nvPr>
            <p:ph type="subTitle" idx="3"/>
          </p:nvPr>
        </p:nvSpPr>
        <p:spPr>
          <a:xfrm>
            <a:off x="2672513" y="1391148"/>
            <a:ext cx="16599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Most sentiment analysis projects focus on </a:t>
            </a:r>
            <a:r>
              <a:rPr lang="en-US" sz="1000" b="1" dirty="0"/>
              <a:t>accuracy metrics</a:t>
            </a:r>
            <a:r>
              <a:rPr lang="en-US" sz="1000" dirty="0"/>
              <a:t>, model performance, or static dashboards — which can be technical and not very engaging for general audiences.</a:t>
            </a:r>
            <a:endParaRPr sz="1000" dirty="0"/>
          </a:p>
        </p:txBody>
      </p:sp>
      <p:sp>
        <p:nvSpPr>
          <p:cNvPr id="400" name="Google Shape;400;p30"/>
          <p:cNvSpPr/>
          <p:nvPr/>
        </p:nvSpPr>
        <p:spPr>
          <a:xfrm>
            <a:off x="3912918" y="1339318"/>
            <a:ext cx="2497800" cy="21603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0"/>
          <p:cNvSpPr txBox="1">
            <a:spLocks noGrp="1"/>
          </p:cNvSpPr>
          <p:nvPr>
            <p:ph type="title" idx="4"/>
          </p:nvPr>
        </p:nvSpPr>
        <p:spPr>
          <a:xfrm>
            <a:off x="4607866" y="1992555"/>
            <a:ext cx="1120800" cy="3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003</a:t>
            </a:r>
          </a:p>
        </p:txBody>
      </p:sp>
      <p:sp>
        <p:nvSpPr>
          <p:cNvPr id="402" name="Google Shape;402;p30"/>
          <p:cNvSpPr txBox="1">
            <a:spLocks noGrp="1"/>
          </p:cNvSpPr>
          <p:nvPr>
            <p:ph type="subTitle" idx="5"/>
          </p:nvPr>
        </p:nvSpPr>
        <p:spPr>
          <a:xfrm>
            <a:off x="4050664" y="2366859"/>
            <a:ext cx="2022208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000" dirty="0"/>
              <a:t>This project reimagines sentiment analysis as a </a:t>
            </a:r>
            <a:r>
              <a:rPr lang="en-US" sz="1000" b="1" dirty="0"/>
              <a:t>fun, interactive Human vs AI guessing game</a:t>
            </a:r>
            <a:r>
              <a:rPr lang="en-US" sz="1000" dirty="0"/>
              <a:t>, making the learning experience more dynamic.</a:t>
            </a:r>
          </a:p>
        </p:txBody>
      </p:sp>
      <p:sp>
        <p:nvSpPr>
          <p:cNvPr id="403" name="Google Shape;403;p30"/>
          <p:cNvSpPr/>
          <p:nvPr/>
        </p:nvSpPr>
        <p:spPr>
          <a:xfrm rot="5400000">
            <a:off x="6513713" y="216200"/>
            <a:ext cx="483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0"/>
          <p:cNvSpPr/>
          <p:nvPr/>
        </p:nvSpPr>
        <p:spPr>
          <a:xfrm rot="5400000">
            <a:off x="2513895" y="230586"/>
            <a:ext cx="483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0"/>
          <p:cNvSpPr/>
          <p:nvPr/>
        </p:nvSpPr>
        <p:spPr>
          <a:xfrm rot="10800000">
            <a:off x="5056500" y="772675"/>
            <a:ext cx="50100" cy="3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0"/>
          <p:cNvSpPr/>
          <p:nvPr/>
        </p:nvSpPr>
        <p:spPr>
          <a:xfrm>
            <a:off x="2288403" y="4838162"/>
            <a:ext cx="859854" cy="156363"/>
          </a:xfrm>
          <a:custGeom>
            <a:avLst/>
            <a:gdLst/>
            <a:ahLst/>
            <a:cxnLst/>
            <a:rect l="l" t="t" r="r" b="b"/>
            <a:pathLst>
              <a:path w="27336" h="4971" extrusionOk="0">
                <a:moveTo>
                  <a:pt x="1" y="2463"/>
                </a:moveTo>
                <a:cubicBezTo>
                  <a:pt x="1" y="1116"/>
                  <a:pt x="6132" y="1"/>
                  <a:pt x="13680" y="1"/>
                </a:cubicBezTo>
                <a:lnTo>
                  <a:pt x="13680" y="1"/>
                </a:lnTo>
                <a:cubicBezTo>
                  <a:pt x="21227" y="1"/>
                  <a:pt x="27335" y="1116"/>
                  <a:pt x="27335" y="2463"/>
                </a:cubicBezTo>
                <a:lnTo>
                  <a:pt x="27335" y="2463"/>
                </a:lnTo>
                <a:cubicBezTo>
                  <a:pt x="27335" y="3833"/>
                  <a:pt x="21227" y="4948"/>
                  <a:pt x="13680" y="4948"/>
                </a:cubicBezTo>
                <a:lnTo>
                  <a:pt x="13680" y="4948"/>
                </a:lnTo>
                <a:cubicBezTo>
                  <a:pt x="6132" y="4971"/>
                  <a:pt x="1" y="3856"/>
                  <a:pt x="1" y="2463"/>
                </a:cubicBezTo>
                <a:close/>
              </a:path>
            </a:pathLst>
          </a:custGeom>
          <a:solidFill>
            <a:srgbClr val="191919">
              <a:alpha val="184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0"/>
          <p:cNvSpPr/>
          <p:nvPr/>
        </p:nvSpPr>
        <p:spPr>
          <a:xfrm>
            <a:off x="2773473" y="4665034"/>
            <a:ext cx="347766" cy="279824"/>
          </a:xfrm>
          <a:custGeom>
            <a:avLst/>
            <a:gdLst/>
            <a:ahLst/>
            <a:cxnLst/>
            <a:rect l="l" t="t" r="r" b="b"/>
            <a:pathLst>
              <a:path w="11056" h="8896" extrusionOk="0">
                <a:moveTo>
                  <a:pt x="8291" y="1"/>
                </a:moveTo>
                <a:cubicBezTo>
                  <a:pt x="5365" y="1"/>
                  <a:pt x="1" y="1209"/>
                  <a:pt x="163" y="2254"/>
                </a:cubicBezTo>
                <a:lnTo>
                  <a:pt x="860" y="6782"/>
                </a:lnTo>
                <a:cubicBezTo>
                  <a:pt x="1069" y="8036"/>
                  <a:pt x="2184" y="8896"/>
                  <a:pt x="3391" y="8896"/>
                </a:cubicBezTo>
                <a:cubicBezTo>
                  <a:pt x="3531" y="8896"/>
                  <a:pt x="3716" y="8896"/>
                  <a:pt x="3856" y="8872"/>
                </a:cubicBezTo>
                <a:lnTo>
                  <a:pt x="8709" y="8036"/>
                </a:lnTo>
                <a:cubicBezTo>
                  <a:pt x="10103" y="7804"/>
                  <a:pt x="11055" y="6457"/>
                  <a:pt x="10800" y="5040"/>
                </a:cubicBezTo>
                <a:lnTo>
                  <a:pt x="10103" y="512"/>
                </a:lnTo>
                <a:cubicBezTo>
                  <a:pt x="10033" y="140"/>
                  <a:pt x="9313" y="1"/>
                  <a:pt x="829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2763974" y="4656289"/>
            <a:ext cx="364563" cy="295142"/>
          </a:xfrm>
          <a:custGeom>
            <a:avLst/>
            <a:gdLst/>
            <a:ahLst/>
            <a:cxnLst/>
            <a:rect l="l" t="t" r="r" b="b"/>
            <a:pathLst>
              <a:path w="11590" h="9383" extrusionOk="0">
                <a:moveTo>
                  <a:pt x="8570" y="465"/>
                </a:moveTo>
                <a:cubicBezTo>
                  <a:pt x="9639" y="465"/>
                  <a:pt x="10149" y="650"/>
                  <a:pt x="10173" y="813"/>
                </a:cubicBezTo>
                <a:cubicBezTo>
                  <a:pt x="10335" y="1928"/>
                  <a:pt x="10869" y="5318"/>
                  <a:pt x="10869" y="5342"/>
                </a:cubicBezTo>
                <a:cubicBezTo>
                  <a:pt x="11102" y="6619"/>
                  <a:pt x="10242" y="7850"/>
                  <a:pt x="8942" y="8082"/>
                </a:cubicBezTo>
                <a:lnTo>
                  <a:pt x="4088" y="8918"/>
                </a:lnTo>
                <a:cubicBezTo>
                  <a:pt x="3949" y="8941"/>
                  <a:pt x="3833" y="8941"/>
                  <a:pt x="3693" y="8941"/>
                </a:cubicBezTo>
                <a:cubicBezTo>
                  <a:pt x="2555" y="8941"/>
                  <a:pt x="1580" y="8129"/>
                  <a:pt x="1371" y="6991"/>
                </a:cubicBezTo>
                <a:cubicBezTo>
                  <a:pt x="1371" y="6967"/>
                  <a:pt x="860" y="3577"/>
                  <a:pt x="674" y="2462"/>
                </a:cubicBezTo>
                <a:cubicBezTo>
                  <a:pt x="628" y="2090"/>
                  <a:pt x="2439" y="1278"/>
                  <a:pt x="5551" y="767"/>
                </a:cubicBezTo>
                <a:cubicBezTo>
                  <a:pt x="6852" y="558"/>
                  <a:pt x="7850" y="465"/>
                  <a:pt x="8570" y="465"/>
                </a:cubicBezTo>
                <a:close/>
                <a:moveTo>
                  <a:pt x="8593" y="0"/>
                </a:moveTo>
                <a:cubicBezTo>
                  <a:pt x="7525" y="0"/>
                  <a:pt x="6248" y="186"/>
                  <a:pt x="5505" y="302"/>
                </a:cubicBezTo>
                <a:cubicBezTo>
                  <a:pt x="4576" y="441"/>
                  <a:pt x="1" y="1278"/>
                  <a:pt x="233" y="2532"/>
                </a:cubicBezTo>
                <a:cubicBezTo>
                  <a:pt x="419" y="3646"/>
                  <a:pt x="930" y="7037"/>
                  <a:pt x="930" y="7060"/>
                </a:cubicBezTo>
                <a:cubicBezTo>
                  <a:pt x="1162" y="8407"/>
                  <a:pt x="2323" y="9383"/>
                  <a:pt x="3693" y="9383"/>
                </a:cubicBezTo>
                <a:cubicBezTo>
                  <a:pt x="3833" y="9383"/>
                  <a:pt x="4018" y="9383"/>
                  <a:pt x="4181" y="9359"/>
                </a:cubicBezTo>
                <a:lnTo>
                  <a:pt x="9035" y="8523"/>
                </a:lnTo>
                <a:cubicBezTo>
                  <a:pt x="10567" y="8245"/>
                  <a:pt x="11589" y="6805"/>
                  <a:pt x="11334" y="5272"/>
                </a:cubicBezTo>
                <a:cubicBezTo>
                  <a:pt x="11334" y="5226"/>
                  <a:pt x="10800" y="1835"/>
                  <a:pt x="10637" y="697"/>
                </a:cubicBezTo>
                <a:cubicBezTo>
                  <a:pt x="10544" y="186"/>
                  <a:pt x="9639" y="0"/>
                  <a:pt x="8593" y="0"/>
                </a:cubicBezTo>
                <a:close/>
              </a:path>
            </a:pathLst>
          </a:custGeom>
          <a:solidFill>
            <a:srgbClr val="03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0"/>
          <p:cNvSpPr/>
          <p:nvPr/>
        </p:nvSpPr>
        <p:spPr>
          <a:xfrm>
            <a:off x="2342474" y="4651885"/>
            <a:ext cx="379159" cy="306120"/>
          </a:xfrm>
          <a:custGeom>
            <a:avLst/>
            <a:gdLst/>
            <a:ahLst/>
            <a:cxnLst/>
            <a:rect l="l" t="t" r="r" b="b"/>
            <a:pathLst>
              <a:path w="12054" h="9732" extrusionOk="0">
                <a:moveTo>
                  <a:pt x="2950" y="1"/>
                </a:moveTo>
                <a:cubicBezTo>
                  <a:pt x="2485" y="1"/>
                  <a:pt x="2207" y="94"/>
                  <a:pt x="2114" y="326"/>
                </a:cubicBezTo>
                <a:cubicBezTo>
                  <a:pt x="1719" y="1394"/>
                  <a:pt x="465" y="4599"/>
                  <a:pt x="465" y="4599"/>
                </a:cubicBezTo>
                <a:cubicBezTo>
                  <a:pt x="0" y="5923"/>
                  <a:pt x="674" y="7409"/>
                  <a:pt x="2021" y="7897"/>
                </a:cubicBezTo>
                <a:lnTo>
                  <a:pt x="6666" y="9592"/>
                </a:lnTo>
                <a:cubicBezTo>
                  <a:pt x="6968" y="9708"/>
                  <a:pt x="7246" y="9732"/>
                  <a:pt x="7548" y="9732"/>
                </a:cubicBezTo>
                <a:cubicBezTo>
                  <a:pt x="8593" y="9732"/>
                  <a:pt x="9569" y="9081"/>
                  <a:pt x="9987" y="8036"/>
                </a:cubicBezTo>
                <a:cubicBezTo>
                  <a:pt x="9987" y="8036"/>
                  <a:pt x="11241" y="4831"/>
                  <a:pt x="11636" y="3786"/>
                </a:cubicBezTo>
                <a:cubicBezTo>
                  <a:pt x="12054" y="2625"/>
                  <a:pt x="5365" y="1"/>
                  <a:pt x="29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0"/>
          <p:cNvSpPr/>
          <p:nvPr/>
        </p:nvSpPr>
        <p:spPr>
          <a:xfrm>
            <a:off x="2332975" y="4644588"/>
            <a:ext cx="383562" cy="320715"/>
          </a:xfrm>
          <a:custGeom>
            <a:avLst/>
            <a:gdLst/>
            <a:ahLst/>
            <a:cxnLst/>
            <a:rect l="l" t="t" r="r" b="b"/>
            <a:pathLst>
              <a:path w="12194" h="10196" extrusionOk="0">
                <a:moveTo>
                  <a:pt x="3182" y="465"/>
                </a:moveTo>
                <a:lnTo>
                  <a:pt x="3252" y="465"/>
                </a:lnTo>
                <a:cubicBezTo>
                  <a:pt x="5296" y="465"/>
                  <a:pt x="10567" y="2439"/>
                  <a:pt x="11566" y="3624"/>
                </a:cubicBezTo>
                <a:cubicBezTo>
                  <a:pt x="11659" y="3740"/>
                  <a:pt x="11705" y="3833"/>
                  <a:pt x="11682" y="3879"/>
                </a:cubicBezTo>
                <a:cubicBezTo>
                  <a:pt x="11264" y="4971"/>
                  <a:pt x="10056" y="8129"/>
                  <a:pt x="10033" y="8152"/>
                </a:cubicBezTo>
                <a:cubicBezTo>
                  <a:pt x="9685" y="9104"/>
                  <a:pt x="8779" y="9685"/>
                  <a:pt x="7827" y="9685"/>
                </a:cubicBezTo>
                <a:cubicBezTo>
                  <a:pt x="7548" y="9685"/>
                  <a:pt x="7270" y="9639"/>
                  <a:pt x="7014" y="9546"/>
                </a:cubicBezTo>
                <a:lnTo>
                  <a:pt x="2369" y="7874"/>
                </a:lnTo>
                <a:cubicBezTo>
                  <a:pt x="1138" y="7409"/>
                  <a:pt x="511" y="6062"/>
                  <a:pt x="976" y="4854"/>
                </a:cubicBezTo>
                <a:cubicBezTo>
                  <a:pt x="976" y="4831"/>
                  <a:pt x="2207" y="1626"/>
                  <a:pt x="2625" y="581"/>
                </a:cubicBezTo>
                <a:cubicBezTo>
                  <a:pt x="2648" y="512"/>
                  <a:pt x="2764" y="488"/>
                  <a:pt x="2903" y="465"/>
                </a:cubicBezTo>
                <a:close/>
                <a:moveTo>
                  <a:pt x="3229" y="1"/>
                </a:moveTo>
                <a:cubicBezTo>
                  <a:pt x="3089" y="1"/>
                  <a:pt x="2950" y="1"/>
                  <a:pt x="2834" y="24"/>
                </a:cubicBezTo>
                <a:cubicBezTo>
                  <a:pt x="2509" y="94"/>
                  <a:pt x="2276" y="233"/>
                  <a:pt x="2184" y="442"/>
                </a:cubicBezTo>
                <a:cubicBezTo>
                  <a:pt x="1789" y="1510"/>
                  <a:pt x="535" y="4669"/>
                  <a:pt x="535" y="4738"/>
                </a:cubicBezTo>
                <a:cubicBezTo>
                  <a:pt x="0" y="6178"/>
                  <a:pt x="767" y="7804"/>
                  <a:pt x="2207" y="8338"/>
                </a:cubicBezTo>
                <a:lnTo>
                  <a:pt x="6852" y="10010"/>
                </a:lnTo>
                <a:cubicBezTo>
                  <a:pt x="7177" y="10126"/>
                  <a:pt x="7479" y="10196"/>
                  <a:pt x="7827" y="10196"/>
                </a:cubicBezTo>
                <a:cubicBezTo>
                  <a:pt x="9011" y="10196"/>
                  <a:pt x="10056" y="9453"/>
                  <a:pt x="10451" y="8338"/>
                </a:cubicBezTo>
                <a:cubicBezTo>
                  <a:pt x="10451" y="8292"/>
                  <a:pt x="11705" y="5110"/>
                  <a:pt x="12123" y="4065"/>
                </a:cubicBezTo>
                <a:cubicBezTo>
                  <a:pt x="12193" y="3833"/>
                  <a:pt x="12147" y="3600"/>
                  <a:pt x="11938" y="3345"/>
                </a:cubicBezTo>
                <a:cubicBezTo>
                  <a:pt x="10869" y="2044"/>
                  <a:pt x="5435" y="1"/>
                  <a:pt x="3229" y="1"/>
                </a:cubicBezTo>
                <a:close/>
              </a:path>
            </a:pathLst>
          </a:custGeom>
          <a:solidFill>
            <a:srgbClr val="03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2194163" y="3738023"/>
            <a:ext cx="1097276" cy="1096521"/>
          </a:xfrm>
          <a:custGeom>
            <a:avLst/>
            <a:gdLst/>
            <a:ahLst/>
            <a:cxnLst/>
            <a:rect l="l" t="t" r="r" b="b"/>
            <a:pathLst>
              <a:path w="34884" h="34860" extrusionOk="0">
                <a:moveTo>
                  <a:pt x="17419" y="1"/>
                </a:moveTo>
                <a:cubicBezTo>
                  <a:pt x="7781" y="1"/>
                  <a:pt x="1" y="7804"/>
                  <a:pt x="1" y="17419"/>
                </a:cubicBezTo>
                <a:cubicBezTo>
                  <a:pt x="1" y="27057"/>
                  <a:pt x="7827" y="34860"/>
                  <a:pt x="17419" y="34860"/>
                </a:cubicBezTo>
                <a:cubicBezTo>
                  <a:pt x="27034" y="34860"/>
                  <a:pt x="34883" y="27057"/>
                  <a:pt x="34883" y="17419"/>
                </a:cubicBezTo>
                <a:cubicBezTo>
                  <a:pt x="34883" y="7804"/>
                  <a:pt x="27057" y="1"/>
                  <a:pt x="1741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0"/>
          <p:cNvSpPr/>
          <p:nvPr/>
        </p:nvSpPr>
        <p:spPr>
          <a:xfrm>
            <a:off x="2193440" y="3789892"/>
            <a:ext cx="520895" cy="1001559"/>
          </a:xfrm>
          <a:custGeom>
            <a:avLst/>
            <a:gdLst/>
            <a:ahLst/>
            <a:cxnLst/>
            <a:rect l="l" t="t" r="r" b="b"/>
            <a:pathLst>
              <a:path w="16560" h="31841" extrusionOk="0">
                <a:moveTo>
                  <a:pt x="10010" y="1"/>
                </a:moveTo>
                <a:cubicBezTo>
                  <a:pt x="4088" y="2787"/>
                  <a:pt x="1" y="8802"/>
                  <a:pt x="1" y="15793"/>
                </a:cubicBezTo>
                <a:cubicBezTo>
                  <a:pt x="1" y="22992"/>
                  <a:pt x="4390" y="29216"/>
                  <a:pt x="10591" y="31841"/>
                </a:cubicBezTo>
                <a:cubicBezTo>
                  <a:pt x="14283" y="28450"/>
                  <a:pt x="16559" y="22388"/>
                  <a:pt x="16559" y="15863"/>
                </a:cubicBezTo>
                <a:cubicBezTo>
                  <a:pt x="16559" y="9151"/>
                  <a:pt x="14051" y="3368"/>
                  <a:pt x="10010" y="1"/>
                </a:cubicBezTo>
                <a:close/>
              </a:path>
            </a:pathLst>
          </a:custGeom>
          <a:solidFill>
            <a:schemeClr val="lt1"/>
          </a:solidFill>
          <a:ln w="11600" cap="flat" cmpd="sng">
            <a:solidFill>
              <a:srgbClr val="BCBCBC"/>
            </a:solidFill>
            <a:prstDash val="solid"/>
            <a:miter lim="23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2142325" y="3730725"/>
            <a:ext cx="1154965" cy="1111871"/>
          </a:xfrm>
          <a:custGeom>
            <a:avLst/>
            <a:gdLst/>
            <a:ahLst/>
            <a:cxnLst/>
            <a:rect l="l" t="t" r="r" b="b"/>
            <a:pathLst>
              <a:path w="36718" h="35348" extrusionOk="0">
                <a:moveTo>
                  <a:pt x="19067" y="465"/>
                </a:moveTo>
                <a:cubicBezTo>
                  <a:pt x="28589" y="465"/>
                  <a:pt x="36253" y="8152"/>
                  <a:pt x="36299" y="17674"/>
                </a:cubicBezTo>
                <a:cubicBezTo>
                  <a:pt x="36299" y="24641"/>
                  <a:pt x="32119" y="30912"/>
                  <a:pt x="25662" y="33559"/>
                </a:cubicBezTo>
                <a:cubicBezTo>
                  <a:pt x="23549" y="34418"/>
                  <a:pt x="21296" y="34860"/>
                  <a:pt x="19067" y="34860"/>
                </a:cubicBezTo>
                <a:cubicBezTo>
                  <a:pt x="14608" y="34860"/>
                  <a:pt x="10195" y="33118"/>
                  <a:pt x="6898" y="29820"/>
                </a:cubicBezTo>
                <a:cubicBezTo>
                  <a:pt x="1974" y="24873"/>
                  <a:pt x="511" y="17511"/>
                  <a:pt x="3182" y="11055"/>
                </a:cubicBezTo>
                <a:cubicBezTo>
                  <a:pt x="5829" y="4668"/>
                  <a:pt x="12100" y="465"/>
                  <a:pt x="19067" y="465"/>
                </a:cubicBezTo>
                <a:close/>
                <a:moveTo>
                  <a:pt x="19067" y="0"/>
                </a:moveTo>
                <a:cubicBezTo>
                  <a:pt x="14492" y="0"/>
                  <a:pt x="9963" y="1789"/>
                  <a:pt x="6572" y="5156"/>
                </a:cubicBezTo>
                <a:cubicBezTo>
                  <a:pt x="1510" y="10219"/>
                  <a:pt x="0" y="17813"/>
                  <a:pt x="2740" y="24432"/>
                </a:cubicBezTo>
                <a:cubicBezTo>
                  <a:pt x="5458" y="31028"/>
                  <a:pt x="11914" y="35347"/>
                  <a:pt x="19044" y="35347"/>
                </a:cubicBezTo>
                <a:cubicBezTo>
                  <a:pt x="28798" y="35347"/>
                  <a:pt x="36694" y="27428"/>
                  <a:pt x="36717" y="17697"/>
                </a:cubicBezTo>
                <a:cubicBezTo>
                  <a:pt x="36717" y="10567"/>
                  <a:pt x="32421" y="4111"/>
                  <a:pt x="25802" y="1371"/>
                </a:cubicBezTo>
                <a:cubicBezTo>
                  <a:pt x="23665" y="442"/>
                  <a:pt x="21366" y="0"/>
                  <a:pt x="19067" y="0"/>
                </a:cubicBezTo>
                <a:close/>
              </a:path>
            </a:pathLst>
          </a:custGeom>
          <a:solidFill>
            <a:srgbClr val="03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0"/>
          <p:cNvSpPr/>
          <p:nvPr/>
        </p:nvSpPr>
        <p:spPr>
          <a:xfrm>
            <a:off x="2773473" y="4615366"/>
            <a:ext cx="241826" cy="225753"/>
          </a:xfrm>
          <a:custGeom>
            <a:avLst/>
            <a:gdLst/>
            <a:ahLst/>
            <a:cxnLst/>
            <a:rect l="l" t="t" r="r" b="b"/>
            <a:pathLst>
              <a:path w="7688" h="7177" extrusionOk="0">
                <a:moveTo>
                  <a:pt x="7688" y="1"/>
                </a:moveTo>
                <a:lnTo>
                  <a:pt x="7688" y="1"/>
                </a:lnTo>
                <a:cubicBezTo>
                  <a:pt x="7455" y="94"/>
                  <a:pt x="7246" y="186"/>
                  <a:pt x="7014" y="256"/>
                </a:cubicBezTo>
                <a:cubicBezTo>
                  <a:pt x="6155" y="1859"/>
                  <a:pt x="5110" y="3229"/>
                  <a:pt x="3856" y="4274"/>
                </a:cubicBezTo>
                <a:cubicBezTo>
                  <a:pt x="2671" y="5249"/>
                  <a:pt x="1394" y="6132"/>
                  <a:pt x="1" y="6759"/>
                </a:cubicBezTo>
                <a:lnTo>
                  <a:pt x="163" y="7177"/>
                </a:lnTo>
                <a:cubicBezTo>
                  <a:pt x="1603" y="6480"/>
                  <a:pt x="2927" y="5644"/>
                  <a:pt x="4158" y="4599"/>
                </a:cubicBezTo>
                <a:cubicBezTo>
                  <a:pt x="5551" y="3438"/>
                  <a:pt x="6735" y="1835"/>
                  <a:pt x="7688" y="1"/>
                </a:cubicBezTo>
                <a:close/>
              </a:path>
            </a:pathLst>
          </a:custGeom>
          <a:solidFill>
            <a:srgbClr val="03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30"/>
          <p:cNvSpPr/>
          <p:nvPr/>
        </p:nvSpPr>
        <p:spPr>
          <a:xfrm>
            <a:off x="2197088" y="3754096"/>
            <a:ext cx="781688" cy="1070225"/>
          </a:xfrm>
          <a:custGeom>
            <a:avLst/>
            <a:gdLst/>
            <a:ahLst/>
            <a:cxnLst/>
            <a:rect l="l" t="t" r="r" b="b"/>
            <a:pathLst>
              <a:path w="24851" h="34024" extrusionOk="0">
                <a:moveTo>
                  <a:pt x="12844" y="1"/>
                </a:moveTo>
                <a:cubicBezTo>
                  <a:pt x="5435" y="2044"/>
                  <a:pt x="1" y="8802"/>
                  <a:pt x="1" y="16815"/>
                </a:cubicBezTo>
                <a:cubicBezTo>
                  <a:pt x="1" y="25501"/>
                  <a:pt x="6341" y="32700"/>
                  <a:pt x="14632" y="34024"/>
                </a:cubicBezTo>
                <a:cubicBezTo>
                  <a:pt x="20693" y="30958"/>
                  <a:pt x="24850" y="24688"/>
                  <a:pt x="24850" y="17419"/>
                </a:cubicBezTo>
                <a:cubicBezTo>
                  <a:pt x="24850" y="9476"/>
                  <a:pt x="19857" y="2671"/>
                  <a:pt x="12844" y="1"/>
                </a:cubicBezTo>
                <a:close/>
              </a:path>
            </a:pathLst>
          </a:custGeom>
          <a:solidFill>
            <a:srgbClr val="FCFCFC">
              <a:alpha val="106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2851639" y="4695010"/>
            <a:ext cx="31" cy="31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2365845" y="4453939"/>
            <a:ext cx="147587" cy="191404"/>
          </a:xfrm>
          <a:custGeom>
            <a:avLst/>
            <a:gdLst/>
            <a:ahLst/>
            <a:cxnLst/>
            <a:rect l="l" t="t" r="r" b="b"/>
            <a:pathLst>
              <a:path w="4692" h="6085" extrusionOk="0">
                <a:moveTo>
                  <a:pt x="999" y="93"/>
                </a:moveTo>
                <a:cubicBezTo>
                  <a:pt x="1" y="604"/>
                  <a:pt x="1278" y="3646"/>
                  <a:pt x="2996" y="5202"/>
                </a:cubicBezTo>
                <a:cubicBezTo>
                  <a:pt x="3414" y="5551"/>
                  <a:pt x="3832" y="5829"/>
                  <a:pt x="4297" y="6062"/>
                </a:cubicBezTo>
                <a:cubicBezTo>
                  <a:pt x="4390" y="6085"/>
                  <a:pt x="4460" y="6085"/>
                  <a:pt x="4506" y="6062"/>
                </a:cubicBezTo>
                <a:cubicBezTo>
                  <a:pt x="4622" y="5992"/>
                  <a:pt x="4692" y="5829"/>
                  <a:pt x="4552" y="5690"/>
                </a:cubicBezTo>
                <a:cubicBezTo>
                  <a:pt x="3925" y="4900"/>
                  <a:pt x="3391" y="4064"/>
                  <a:pt x="2996" y="3159"/>
                </a:cubicBezTo>
                <a:cubicBezTo>
                  <a:pt x="2369" y="1649"/>
                  <a:pt x="2160" y="116"/>
                  <a:pt x="1533" y="0"/>
                </a:cubicBezTo>
                <a:cubicBezTo>
                  <a:pt x="1324" y="0"/>
                  <a:pt x="1115" y="23"/>
                  <a:pt x="999" y="93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2511955" y="3878281"/>
            <a:ext cx="747339" cy="770710"/>
          </a:xfrm>
          <a:custGeom>
            <a:avLst/>
            <a:gdLst/>
            <a:ahLst/>
            <a:cxnLst/>
            <a:rect l="l" t="t" r="r" b="b"/>
            <a:pathLst>
              <a:path w="23759" h="24502" extrusionOk="0">
                <a:moveTo>
                  <a:pt x="23758" y="12263"/>
                </a:moveTo>
                <a:cubicBezTo>
                  <a:pt x="23758" y="19021"/>
                  <a:pt x="18440" y="24502"/>
                  <a:pt x="11891" y="24502"/>
                </a:cubicBezTo>
                <a:cubicBezTo>
                  <a:pt x="5319" y="24502"/>
                  <a:pt x="0" y="19021"/>
                  <a:pt x="0" y="12263"/>
                </a:cubicBezTo>
                <a:cubicBezTo>
                  <a:pt x="0" y="5482"/>
                  <a:pt x="5319" y="1"/>
                  <a:pt x="11891" y="1"/>
                </a:cubicBezTo>
                <a:cubicBezTo>
                  <a:pt x="18440" y="1"/>
                  <a:pt x="23758" y="5482"/>
                  <a:pt x="23758" y="12263"/>
                </a:cubicBezTo>
                <a:close/>
              </a:path>
            </a:pathLst>
          </a:custGeom>
          <a:solidFill>
            <a:srgbClr val="E2BFA1"/>
          </a:solidFill>
          <a:ln w="11025" cap="flat" cmpd="sng">
            <a:solidFill>
              <a:srgbClr val="034444"/>
            </a:solidFill>
            <a:prstDash val="solid"/>
            <a:miter lim="23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0"/>
          <p:cNvSpPr/>
          <p:nvPr/>
        </p:nvSpPr>
        <p:spPr>
          <a:xfrm>
            <a:off x="2379717" y="4524052"/>
            <a:ext cx="301748" cy="157841"/>
          </a:xfrm>
          <a:custGeom>
            <a:avLst/>
            <a:gdLst/>
            <a:ahLst/>
            <a:cxnLst/>
            <a:rect l="l" t="t" r="r" b="b"/>
            <a:pathLst>
              <a:path w="9593" h="5018" extrusionOk="0">
                <a:moveTo>
                  <a:pt x="7990" y="5017"/>
                </a:moveTo>
                <a:lnTo>
                  <a:pt x="1603" y="5017"/>
                </a:lnTo>
                <a:cubicBezTo>
                  <a:pt x="721" y="5017"/>
                  <a:pt x="1" y="4320"/>
                  <a:pt x="1" y="3438"/>
                </a:cubicBezTo>
                <a:lnTo>
                  <a:pt x="1" y="1603"/>
                </a:lnTo>
                <a:cubicBezTo>
                  <a:pt x="1" y="721"/>
                  <a:pt x="698" y="1"/>
                  <a:pt x="1603" y="1"/>
                </a:cubicBezTo>
                <a:lnTo>
                  <a:pt x="7990" y="1"/>
                </a:lnTo>
                <a:cubicBezTo>
                  <a:pt x="8849" y="1"/>
                  <a:pt x="9592" y="697"/>
                  <a:pt x="9592" y="1603"/>
                </a:cubicBezTo>
                <a:lnTo>
                  <a:pt x="9592" y="3438"/>
                </a:lnTo>
                <a:cubicBezTo>
                  <a:pt x="9546" y="4320"/>
                  <a:pt x="8849" y="5017"/>
                  <a:pt x="7990" y="5017"/>
                </a:cubicBezTo>
                <a:close/>
              </a:path>
            </a:pathLst>
          </a:custGeom>
          <a:solidFill>
            <a:srgbClr val="CECECE"/>
          </a:solidFill>
          <a:ln w="11025" cap="flat" cmpd="sng">
            <a:solidFill>
              <a:srgbClr val="1E1E1E"/>
            </a:solidFill>
            <a:prstDash val="solid"/>
            <a:miter lim="23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0"/>
          <p:cNvSpPr/>
          <p:nvPr/>
        </p:nvSpPr>
        <p:spPr>
          <a:xfrm>
            <a:off x="2973622" y="4623419"/>
            <a:ext cx="37306" cy="72346"/>
          </a:xfrm>
          <a:custGeom>
            <a:avLst/>
            <a:gdLst/>
            <a:ahLst/>
            <a:cxnLst/>
            <a:rect l="l" t="t" r="r" b="b"/>
            <a:pathLst>
              <a:path w="1186" h="2300" extrusionOk="0">
                <a:moveTo>
                  <a:pt x="419" y="0"/>
                </a:moveTo>
                <a:cubicBezTo>
                  <a:pt x="326" y="0"/>
                  <a:pt x="256" y="93"/>
                  <a:pt x="256" y="186"/>
                </a:cubicBezTo>
                <a:lnTo>
                  <a:pt x="1" y="2137"/>
                </a:lnTo>
                <a:cubicBezTo>
                  <a:pt x="1" y="2206"/>
                  <a:pt x="71" y="2299"/>
                  <a:pt x="163" y="2299"/>
                </a:cubicBezTo>
                <a:lnTo>
                  <a:pt x="976" y="2299"/>
                </a:lnTo>
                <a:cubicBezTo>
                  <a:pt x="1069" y="2299"/>
                  <a:pt x="1162" y="2206"/>
                  <a:pt x="1185" y="2137"/>
                </a:cubicBezTo>
                <a:lnTo>
                  <a:pt x="930" y="186"/>
                </a:lnTo>
                <a:cubicBezTo>
                  <a:pt x="930" y="93"/>
                  <a:pt x="837" y="0"/>
                  <a:pt x="744" y="0"/>
                </a:cubicBezTo>
                <a:close/>
              </a:path>
            </a:pathLst>
          </a:custGeom>
          <a:solidFill>
            <a:srgbClr val="FFFFFF"/>
          </a:solidFill>
          <a:ln w="11600" cap="flat" cmpd="sng">
            <a:solidFill>
              <a:srgbClr val="BCBCBC"/>
            </a:solidFill>
            <a:prstDash val="solid"/>
            <a:miter lim="23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0"/>
          <p:cNvSpPr/>
          <p:nvPr/>
        </p:nvSpPr>
        <p:spPr>
          <a:xfrm>
            <a:off x="2686531" y="4286630"/>
            <a:ext cx="138842" cy="113269"/>
          </a:xfrm>
          <a:custGeom>
            <a:avLst/>
            <a:gdLst/>
            <a:ahLst/>
            <a:cxnLst/>
            <a:rect l="l" t="t" r="r" b="b"/>
            <a:pathLst>
              <a:path w="4414" h="3601" extrusionOk="0">
                <a:moveTo>
                  <a:pt x="2207" y="1"/>
                </a:moveTo>
                <a:cubicBezTo>
                  <a:pt x="999" y="1"/>
                  <a:pt x="1" y="814"/>
                  <a:pt x="1" y="1789"/>
                </a:cubicBezTo>
                <a:cubicBezTo>
                  <a:pt x="1" y="2788"/>
                  <a:pt x="999" y="3601"/>
                  <a:pt x="2207" y="3601"/>
                </a:cubicBezTo>
                <a:cubicBezTo>
                  <a:pt x="3415" y="3601"/>
                  <a:pt x="4413" y="2788"/>
                  <a:pt x="4413" y="1789"/>
                </a:cubicBezTo>
                <a:cubicBezTo>
                  <a:pt x="4413" y="814"/>
                  <a:pt x="3415" y="1"/>
                  <a:pt x="220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0"/>
          <p:cNvSpPr/>
          <p:nvPr/>
        </p:nvSpPr>
        <p:spPr>
          <a:xfrm rot="-186152">
            <a:off x="3152965" y="4286631"/>
            <a:ext cx="101572" cy="113273"/>
          </a:xfrm>
          <a:custGeom>
            <a:avLst/>
            <a:gdLst/>
            <a:ahLst/>
            <a:cxnLst/>
            <a:rect l="l" t="t" r="r" b="b"/>
            <a:pathLst>
              <a:path w="3229" h="3601" extrusionOk="0">
                <a:moveTo>
                  <a:pt x="2207" y="1"/>
                </a:moveTo>
                <a:cubicBezTo>
                  <a:pt x="999" y="1"/>
                  <a:pt x="0" y="814"/>
                  <a:pt x="0" y="1812"/>
                </a:cubicBezTo>
                <a:cubicBezTo>
                  <a:pt x="0" y="2788"/>
                  <a:pt x="976" y="3601"/>
                  <a:pt x="2207" y="3601"/>
                </a:cubicBezTo>
                <a:lnTo>
                  <a:pt x="2346" y="3601"/>
                </a:lnTo>
                <a:cubicBezTo>
                  <a:pt x="2810" y="2532"/>
                  <a:pt x="3112" y="1394"/>
                  <a:pt x="3228" y="210"/>
                </a:cubicBezTo>
                <a:cubicBezTo>
                  <a:pt x="2903" y="71"/>
                  <a:pt x="2578" y="1"/>
                  <a:pt x="220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0"/>
          <p:cNvSpPr/>
          <p:nvPr/>
        </p:nvSpPr>
        <p:spPr>
          <a:xfrm>
            <a:off x="2887435" y="4235515"/>
            <a:ext cx="67974" cy="67219"/>
          </a:xfrm>
          <a:custGeom>
            <a:avLst/>
            <a:gdLst/>
            <a:ahLst/>
            <a:cxnLst/>
            <a:rect l="l" t="t" r="r" b="b"/>
            <a:pathLst>
              <a:path w="2161" h="2137" extrusionOk="0">
                <a:moveTo>
                  <a:pt x="1069" y="0"/>
                </a:moveTo>
                <a:cubicBezTo>
                  <a:pt x="488" y="0"/>
                  <a:pt x="0" y="488"/>
                  <a:pt x="0" y="1068"/>
                </a:cubicBezTo>
                <a:cubicBezTo>
                  <a:pt x="0" y="1672"/>
                  <a:pt x="488" y="2137"/>
                  <a:pt x="1069" y="2137"/>
                </a:cubicBezTo>
                <a:cubicBezTo>
                  <a:pt x="1673" y="2137"/>
                  <a:pt x="2160" y="1672"/>
                  <a:pt x="2160" y="1068"/>
                </a:cubicBezTo>
                <a:cubicBezTo>
                  <a:pt x="2160" y="488"/>
                  <a:pt x="1673" y="0"/>
                  <a:pt x="10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0"/>
          <p:cNvSpPr/>
          <p:nvPr/>
        </p:nvSpPr>
        <p:spPr>
          <a:xfrm>
            <a:off x="3062011" y="4235515"/>
            <a:ext cx="67251" cy="67219"/>
          </a:xfrm>
          <a:custGeom>
            <a:avLst/>
            <a:gdLst/>
            <a:ahLst/>
            <a:cxnLst/>
            <a:rect l="l" t="t" r="r" b="b"/>
            <a:pathLst>
              <a:path w="2138" h="2137" extrusionOk="0">
                <a:moveTo>
                  <a:pt x="1069" y="0"/>
                </a:moveTo>
                <a:cubicBezTo>
                  <a:pt x="465" y="0"/>
                  <a:pt x="1" y="488"/>
                  <a:pt x="1" y="1068"/>
                </a:cubicBezTo>
                <a:cubicBezTo>
                  <a:pt x="1" y="1672"/>
                  <a:pt x="465" y="2137"/>
                  <a:pt x="1069" y="2137"/>
                </a:cubicBezTo>
                <a:cubicBezTo>
                  <a:pt x="1673" y="2137"/>
                  <a:pt x="2138" y="1672"/>
                  <a:pt x="2138" y="1068"/>
                </a:cubicBezTo>
                <a:cubicBezTo>
                  <a:pt x="2138" y="488"/>
                  <a:pt x="1673" y="0"/>
                  <a:pt x="10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0"/>
          <p:cNvSpPr/>
          <p:nvPr/>
        </p:nvSpPr>
        <p:spPr>
          <a:xfrm>
            <a:off x="2854564" y="4172668"/>
            <a:ext cx="133715" cy="21956"/>
          </a:xfrm>
          <a:custGeom>
            <a:avLst/>
            <a:gdLst/>
            <a:ahLst/>
            <a:cxnLst/>
            <a:rect l="l" t="t" r="r" b="b"/>
            <a:pathLst>
              <a:path w="4251" h="698" extrusionOk="0">
                <a:moveTo>
                  <a:pt x="349" y="1"/>
                </a:moveTo>
                <a:cubicBezTo>
                  <a:pt x="140" y="1"/>
                  <a:pt x="0" y="140"/>
                  <a:pt x="0" y="349"/>
                </a:cubicBezTo>
                <a:cubicBezTo>
                  <a:pt x="0" y="558"/>
                  <a:pt x="140" y="698"/>
                  <a:pt x="349" y="698"/>
                </a:cubicBezTo>
                <a:lnTo>
                  <a:pt x="3902" y="698"/>
                </a:lnTo>
                <a:cubicBezTo>
                  <a:pt x="4088" y="698"/>
                  <a:pt x="4250" y="558"/>
                  <a:pt x="4250" y="349"/>
                </a:cubicBezTo>
                <a:cubicBezTo>
                  <a:pt x="4250" y="140"/>
                  <a:pt x="4088" y="1"/>
                  <a:pt x="39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0"/>
          <p:cNvSpPr/>
          <p:nvPr/>
        </p:nvSpPr>
        <p:spPr>
          <a:xfrm>
            <a:off x="3029141" y="4172668"/>
            <a:ext cx="132992" cy="21956"/>
          </a:xfrm>
          <a:custGeom>
            <a:avLst/>
            <a:gdLst/>
            <a:ahLst/>
            <a:cxnLst/>
            <a:rect l="l" t="t" r="r" b="b"/>
            <a:pathLst>
              <a:path w="4228" h="698" extrusionOk="0">
                <a:moveTo>
                  <a:pt x="349" y="1"/>
                </a:moveTo>
                <a:cubicBezTo>
                  <a:pt x="140" y="1"/>
                  <a:pt x="1" y="140"/>
                  <a:pt x="1" y="349"/>
                </a:cubicBezTo>
                <a:cubicBezTo>
                  <a:pt x="1" y="558"/>
                  <a:pt x="140" y="698"/>
                  <a:pt x="349" y="698"/>
                </a:cubicBezTo>
                <a:lnTo>
                  <a:pt x="3879" y="698"/>
                </a:lnTo>
                <a:cubicBezTo>
                  <a:pt x="4065" y="698"/>
                  <a:pt x="4228" y="558"/>
                  <a:pt x="4228" y="349"/>
                </a:cubicBezTo>
                <a:cubicBezTo>
                  <a:pt x="4228" y="140"/>
                  <a:pt x="4088" y="1"/>
                  <a:pt x="38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0"/>
          <p:cNvSpPr/>
          <p:nvPr/>
        </p:nvSpPr>
        <p:spPr>
          <a:xfrm>
            <a:off x="2988249" y="4334127"/>
            <a:ext cx="50422" cy="21956"/>
          </a:xfrm>
          <a:custGeom>
            <a:avLst/>
            <a:gdLst/>
            <a:ahLst/>
            <a:cxnLst/>
            <a:rect l="l" t="t" r="r" b="b"/>
            <a:pathLst>
              <a:path w="1603" h="698" extrusionOk="0">
                <a:moveTo>
                  <a:pt x="349" y="0"/>
                </a:moveTo>
                <a:cubicBezTo>
                  <a:pt x="140" y="0"/>
                  <a:pt x="0" y="140"/>
                  <a:pt x="0" y="349"/>
                </a:cubicBezTo>
                <a:cubicBezTo>
                  <a:pt x="0" y="558"/>
                  <a:pt x="140" y="697"/>
                  <a:pt x="349" y="697"/>
                </a:cubicBezTo>
                <a:lnTo>
                  <a:pt x="1278" y="697"/>
                </a:lnTo>
                <a:cubicBezTo>
                  <a:pt x="1463" y="697"/>
                  <a:pt x="1603" y="558"/>
                  <a:pt x="1603" y="349"/>
                </a:cubicBezTo>
                <a:cubicBezTo>
                  <a:pt x="1603" y="140"/>
                  <a:pt x="1463" y="0"/>
                  <a:pt x="12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0"/>
          <p:cNvSpPr/>
          <p:nvPr/>
        </p:nvSpPr>
        <p:spPr>
          <a:xfrm>
            <a:off x="2498083" y="3898726"/>
            <a:ext cx="31" cy="208232"/>
          </a:xfrm>
          <a:custGeom>
            <a:avLst/>
            <a:gdLst/>
            <a:ahLst/>
            <a:cxnLst/>
            <a:rect l="l" t="t" r="r" b="b"/>
            <a:pathLst>
              <a:path w="1" h="6620" fill="none" extrusionOk="0">
                <a:moveTo>
                  <a:pt x="0" y="1"/>
                </a:moveTo>
                <a:lnTo>
                  <a:pt x="0" y="6620"/>
                </a:lnTo>
              </a:path>
            </a:pathLst>
          </a:custGeom>
          <a:noFill/>
          <a:ln w="116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0"/>
          <p:cNvSpPr/>
          <p:nvPr/>
        </p:nvSpPr>
        <p:spPr>
          <a:xfrm>
            <a:off x="2554325" y="3898726"/>
            <a:ext cx="31" cy="276898"/>
          </a:xfrm>
          <a:custGeom>
            <a:avLst/>
            <a:gdLst/>
            <a:ahLst/>
            <a:cxnLst/>
            <a:rect l="l" t="t" r="r" b="b"/>
            <a:pathLst>
              <a:path w="1" h="8803" fill="none" extrusionOk="0">
                <a:moveTo>
                  <a:pt x="0" y="1"/>
                </a:moveTo>
                <a:lnTo>
                  <a:pt x="0" y="8803"/>
                </a:lnTo>
              </a:path>
            </a:pathLst>
          </a:custGeom>
          <a:noFill/>
          <a:ln w="116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0"/>
          <p:cNvSpPr/>
          <p:nvPr/>
        </p:nvSpPr>
        <p:spPr>
          <a:xfrm>
            <a:off x="2609843" y="3898726"/>
            <a:ext cx="31" cy="390860"/>
          </a:xfrm>
          <a:custGeom>
            <a:avLst/>
            <a:gdLst/>
            <a:ahLst/>
            <a:cxnLst/>
            <a:rect l="l" t="t" r="r" b="b"/>
            <a:pathLst>
              <a:path w="1" h="12426" fill="none" extrusionOk="0">
                <a:moveTo>
                  <a:pt x="0" y="1"/>
                </a:moveTo>
                <a:lnTo>
                  <a:pt x="0" y="12426"/>
                </a:lnTo>
              </a:path>
            </a:pathLst>
          </a:custGeom>
          <a:noFill/>
          <a:ln w="116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0"/>
          <p:cNvSpPr/>
          <p:nvPr/>
        </p:nvSpPr>
        <p:spPr>
          <a:xfrm>
            <a:off x="2665362" y="3898726"/>
            <a:ext cx="31" cy="208232"/>
          </a:xfrm>
          <a:custGeom>
            <a:avLst/>
            <a:gdLst/>
            <a:ahLst/>
            <a:cxnLst/>
            <a:rect l="l" t="t" r="r" b="b"/>
            <a:pathLst>
              <a:path w="1" h="6620" fill="none" extrusionOk="0">
                <a:moveTo>
                  <a:pt x="0" y="1"/>
                </a:moveTo>
                <a:lnTo>
                  <a:pt x="0" y="6620"/>
                </a:lnTo>
              </a:path>
            </a:pathLst>
          </a:custGeom>
          <a:noFill/>
          <a:ln w="116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0"/>
          <p:cNvSpPr/>
          <p:nvPr/>
        </p:nvSpPr>
        <p:spPr>
          <a:xfrm>
            <a:off x="2270159" y="4308554"/>
            <a:ext cx="146863" cy="192159"/>
          </a:xfrm>
          <a:custGeom>
            <a:avLst/>
            <a:gdLst/>
            <a:ahLst/>
            <a:cxnLst/>
            <a:rect l="l" t="t" r="r" b="b"/>
            <a:pathLst>
              <a:path w="4669" h="6109" extrusionOk="0">
                <a:moveTo>
                  <a:pt x="999" y="93"/>
                </a:moveTo>
                <a:cubicBezTo>
                  <a:pt x="0" y="604"/>
                  <a:pt x="1278" y="3670"/>
                  <a:pt x="2996" y="5203"/>
                </a:cubicBezTo>
                <a:cubicBezTo>
                  <a:pt x="3391" y="5551"/>
                  <a:pt x="3832" y="5830"/>
                  <a:pt x="4297" y="6062"/>
                </a:cubicBezTo>
                <a:cubicBezTo>
                  <a:pt x="4390" y="6108"/>
                  <a:pt x="4436" y="6108"/>
                  <a:pt x="4506" y="6062"/>
                </a:cubicBezTo>
                <a:cubicBezTo>
                  <a:pt x="4622" y="6016"/>
                  <a:pt x="4668" y="5830"/>
                  <a:pt x="4552" y="5690"/>
                </a:cubicBezTo>
                <a:cubicBezTo>
                  <a:pt x="3925" y="4901"/>
                  <a:pt x="3391" y="4065"/>
                  <a:pt x="2996" y="3159"/>
                </a:cubicBezTo>
                <a:cubicBezTo>
                  <a:pt x="2346" y="1649"/>
                  <a:pt x="2137" y="117"/>
                  <a:pt x="1533" y="1"/>
                </a:cubicBezTo>
                <a:cubicBezTo>
                  <a:pt x="1347" y="1"/>
                  <a:pt x="1138" y="1"/>
                  <a:pt x="999" y="93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0"/>
          <p:cNvSpPr/>
          <p:nvPr/>
        </p:nvSpPr>
        <p:spPr>
          <a:xfrm>
            <a:off x="2328603" y="3996614"/>
            <a:ext cx="68698" cy="92100"/>
          </a:xfrm>
          <a:custGeom>
            <a:avLst/>
            <a:gdLst/>
            <a:ahLst/>
            <a:cxnLst/>
            <a:rect l="l" t="t" r="r" b="b"/>
            <a:pathLst>
              <a:path w="2184" h="2928" extrusionOk="0">
                <a:moveTo>
                  <a:pt x="1951" y="373"/>
                </a:moveTo>
                <a:cubicBezTo>
                  <a:pt x="1765" y="117"/>
                  <a:pt x="1533" y="1"/>
                  <a:pt x="1301" y="1"/>
                </a:cubicBezTo>
                <a:cubicBezTo>
                  <a:pt x="1231" y="1"/>
                  <a:pt x="1138" y="1"/>
                  <a:pt x="1068" y="24"/>
                </a:cubicBezTo>
                <a:cubicBezTo>
                  <a:pt x="488" y="233"/>
                  <a:pt x="0" y="1092"/>
                  <a:pt x="23" y="1929"/>
                </a:cubicBezTo>
                <a:cubicBezTo>
                  <a:pt x="23" y="2207"/>
                  <a:pt x="116" y="2463"/>
                  <a:pt x="209" y="2695"/>
                </a:cubicBezTo>
                <a:cubicBezTo>
                  <a:pt x="302" y="2834"/>
                  <a:pt x="441" y="2927"/>
                  <a:pt x="581" y="2927"/>
                </a:cubicBezTo>
                <a:lnTo>
                  <a:pt x="604" y="2927"/>
                </a:lnTo>
                <a:cubicBezTo>
                  <a:pt x="767" y="2927"/>
                  <a:pt x="836" y="2811"/>
                  <a:pt x="883" y="2695"/>
                </a:cubicBezTo>
                <a:cubicBezTo>
                  <a:pt x="929" y="2347"/>
                  <a:pt x="1045" y="2021"/>
                  <a:pt x="1254" y="1743"/>
                </a:cubicBezTo>
                <a:cubicBezTo>
                  <a:pt x="1370" y="1580"/>
                  <a:pt x="1486" y="1441"/>
                  <a:pt x="1626" y="1301"/>
                </a:cubicBezTo>
                <a:cubicBezTo>
                  <a:pt x="1881" y="1000"/>
                  <a:pt x="2183" y="698"/>
                  <a:pt x="1951" y="373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2385568" y="4026591"/>
            <a:ext cx="48252" cy="62124"/>
          </a:xfrm>
          <a:custGeom>
            <a:avLst/>
            <a:gdLst/>
            <a:ahLst/>
            <a:cxnLst/>
            <a:rect l="l" t="t" r="r" b="b"/>
            <a:pathLst>
              <a:path w="1534" h="1975" extrusionOk="0">
                <a:moveTo>
                  <a:pt x="1348" y="256"/>
                </a:moveTo>
                <a:cubicBezTo>
                  <a:pt x="1278" y="93"/>
                  <a:pt x="1092" y="0"/>
                  <a:pt x="883" y="0"/>
                </a:cubicBezTo>
                <a:cubicBezTo>
                  <a:pt x="837" y="0"/>
                  <a:pt x="767" y="0"/>
                  <a:pt x="721" y="23"/>
                </a:cubicBezTo>
                <a:cubicBezTo>
                  <a:pt x="349" y="163"/>
                  <a:pt x="1" y="743"/>
                  <a:pt x="24" y="1277"/>
                </a:cubicBezTo>
                <a:cubicBezTo>
                  <a:pt x="24" y="1440"/>
                  <a:pt x="47" y="1626"/>
                  <a:pt x="117" y="1765"/>
                </a:cubicBezTo>
                <a:cubicBezTo>
                  <a:pt x="163" y="1881"/>
                  <a:pt x="279" y="1974"/>
                  <a:pt x="419" y="1974"/>
                </a:cubicBezTo>
                <a:lnTo>
                  <a:pt x="465" y="1974"/>
                </a:lnTo>
                <a:cubicBezTo>
                  <a:pt x="581" y="1974"/>
                  <a:pt x="697" y="1881"/>
                  <a:pt x="721" y="1742"/>
                </a:cubicBezTo>
                <a:cubicBezTo>
                  <a:pt x="744" y="1533"/>
                  <a:pt x="813" y="1370"/>
                  <a:pt x="930" y="1185"/>
                </a:cubicBezTo>
                <a:cubicBezTo>
                  <a:pt x="999" y="1092"/>
                  <a:pt x="1069" y="1022"/>
                  <a:pt x="1162" y="929"/>
                </a:cubicBezTo>
                <a:cubicBezTo>
                  <a:pt x="1301" y="743"/>
                  <a:pt x="1533" y="511"/>
                  <a:pt x="1348" y="256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0"/>
          <p:cNvSpPr/>
          <p:nvPr/>
        </p:nvSpPr>
        <p:spPr>
          <a:xfrm>
            <a:off x="6019887" y="4838917"/>
            <a:ext cx="859854" cy="155608"/>
          </a:xfrm>
          <a:custGeom>
            <a:avLst/>
            <a:gdLst/>
            <a:ahLst/>
            <a:cxnLst/>
            <a:rect l="l" t="t" r="r" b="b"/>
            <a:pathLst>
              <a:path w="27336" h="4947" extrusionOk="0">
                <a:moveTo>
                  <a:pt x="13679" y="4947"/>
                </a:moveTo>
                <a:lnTo>
                  <a:pt x="13679" y="4947"/>
                </a:lnTo>
                <a:cubicBezTo>
                  <a:pt x="6132" y="4947"/>
                  <a:pt x="1" y="3832"/>
                  <a:pt x="1" y="2485"/>
                </a:cubicBezTo>
                <a:lnTo>
                  <a:pt x="1" y="2485"/>
                </a:lnTo>
                <a:cubicBezTo>
                  <a:pt x="1" y="1115"/>
                  <a:pt x="6132" y="0"/>
                  <a:pt x="13679" y="0"/>
                </a:cubicBezTo>
                <a:lnTo>
                  <a:pt x="13679" y="0"/>
                </a:lnTo>
                <a:cubicBezTo>
                  <a:pt x="21227" y="0"/>
                  <a:pt x="27335" y="1115"/>
                  <a:pt x="27335" y="2485"/>
                </a:cubicBezTo>
                <a:cubicBezTo>
                  <a:pt x="27335" y="3832"/>
                  <a:pt x="21227" y="4947"/>
                  <a:pt x="13679" y="4947"/>
                </a:cubicBezTo>
                <a:close/>
              </a:path>
            </a:pathLst>
          </a:custGeom>
          <a:solidFill>
            <a:srgbClr val="191919">
              <a:alpha val="184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0"/>
          <p:cNvSpPr/>
          <p:nvPr/>
        </p:nvSpPr>
        <p:spPr>
          <a:xfrm>
            <a:off x="6048385" y="4665034"/>
            <a:ext cx="347012" cy="279824"/>
          </a:xfrm>
          <a:custGeom>
            <a:avLst/>
            <a:gdLst/>
            <a:ahLst/>
            <a:cxnLst/>
            <a:rect l="l" t="t" r="r" b="b"/>
            <a:pathLst>
              <a:path w="11032" h="8896" extrusionOk="0">
                <a:moveTo>
                  <a:pt x="929" y="512"/>
                </a:moveTo>
                <a:lnTo>
                  <a:pt x="232" y="5040"/>
                </a:lnTo>
                <a:cubicBezTo>
                  <a:pt x="0" y="6434"/>
                  <a:pt x="929" y="7781"/>
                  <a:pt x="2323" y="8036"/>
                </a:cubicBezTo>
                <a:lnTo>
                  <a:pt x="7153" y="8872"/>
                </a:lnTo>
                <a:cubicBezTo>
                  <a:pt x="7316" y="8896"/>
                  <a:pt x="7478" y="8896"/>
                  <a:pt x="7618" y="8896"/>
                </a:cubicBezTo>
                <a:cubicBezTo>
                  <a:pt x="8849" y="8896"/>
                  <a:pt x="9940" y="8036"/>
                  <a:pt x="10149" y="6782"/>
                </a:cubicBezTo>
                <a:lnTo>
                  <a:pt x="10846" y="2254"/>
                </a:lnTo>
                <a:cubicBezTo>
                  <a:pt x="11032" y="1209"/>
                  <a:pt x="5644" y="1"/>
                  <a:pt x="2717" y="1"/>
                </a:cubicBezTo>
                <a:cubicBezTo>
                  <a:pt x="1696" y="1"/>
                  <a:pt x="976" y="140"/>
                  <a:pt x="929" y="51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0"/>
          <p:cNvSpPr/>
          <p:nvPr/>
        </p:nvSpPr>
        <p:spPr>
          <a:xfrm>
            <a:off x="6039610" y="4656289"/>
            <a:ext cx="363840" cy="295866"/>
          </a:xfrm>
          <a:custGeom>
            <a:avLst/>
            <a:gdLst/>
            <a:ahLst/>
            <a:cxnLst/>
            <a:rect l="l" t="t" r="r" b="b"/>
            <a:pathLst>
              <a:path w="11567" h="9406" extrusionOk="0">
                <a:moveTo>
                  <a:pt x="6039" y="767"/>
                </a:moveTo>
                <a:cubicBezTo>
                  <a:pt x="9151" y="1278"/>
                  <a:pt x="11009" y="2090"/>
                  <a:pt x="10916" y="2462"/>
                </a:cubicBezTo>
                <a:cubicBezTo>
                  <a:pt x="10753" y="3577"/>
                  <a:pt x="10219" y="6967"/>
                  <a:pt x="10219" y="6991"/>
                </a:cubicBezTo>
                <a:cubicBezTo>
                  <a:pt x="10010" y="8129"/>
                  <a:pt x="9011" y="8941"/>
                  <a:pt x="7897" y="8941"/>
                </a:cubicBezTo>
                <a:cubicBezTo>
                  <a:pt x="7757" y="8941"/>
                  <a:pt x="7641" y="8941"/>
                  <a:pt x="7502" y="8918"/>
                </a:cubicBezTo>
                <a:lnTo>
                  <a:pt x="2648" y="8082"/>
                </a:lnTo>
                <a:cubicBezTo>
                  <a:pt x="1371" y="7850"/>
                  <a:pt x="511" y="6619"/>
                  <a:pt x="720" y="5342"/>
                </a:cubicBezTo>
                <a:cubicBezTo>
                  <a:pt x="720" y="5295"/>
                  <a:pt x="1255" y="1928"/>
                  <a:pt x="1417" y="813"/>
                </a:cubicBezTo>
                <a:cubicBezTo>
                  <a:pt x="1464" y="650"/>
                  <a:pt x="1951" y="465"/>
                  <a:pt x="3020" y="465"/>
                </a:cubicBezTo>
                <a:cubicBezTo>
                  <a:pt x="3763" y="465"/>
                  <a:pt x="4738" y="558"/>
                  <a:pt x="6039" y="767"/>
                </a:cubicBezTo>
                <a:close/>
                <a:moveTo>
                  <a:pt x="976" y="743"/>
                </a:moveTo>
                <a:cubicBezTo>
                  <a:pt x="790" y="1858"/>
                  <a:pt x="279" y="5226"/>
                  <a:pt x="279" y="5295"/>
                </a:cubicBezTo>
                <a:cubicBezTo>
                  <a:pt x="1" y="6828"/>
                  <a:pt x="1022" y="8291"/>
                  <a:pt x="2555" y="8547"/>
                </a:cubicBezTo>
                <a:lnTo>
                  <a:pt x="7409" y="9383"/>
                </a:lnTo>
                <a:cubicBezTo>
                  <a:pt x="7595" y="9406"/>
                  <a:pt x="7757" y="9406"/>
                  <a:pt x="7897" y="9406"/>
                </a:cubicBezTo>
                <a:cubicBezTo>
                  <a:pt x="9267" y="9406"/>
                  <a:pt x="10428" y="8431"/>
                  <a:pt x="10660" y="7084"/>
                </a:cubicBezTo>
                <a:cubicBezTo>
                  <a:pt x="10660" y="7060"/>
                  <a:pt x="11194" y="3670"/>
                  <a:pt x="11357" y="2555"/>
                </a:cubicBezTo>
                <a:cubicBezTo>
                  <a:pt x="11566" y="1278"/>
                  <a:pt x="7014" y="465"/>
                  <a:pt x="6108" y="325"/>
                </a:cubicBezTo>
                <a:cubicBezTo>
                  <a:pt x="5342" y="209"/>
                  <a:pt x="4111" y="23"/>
                  <a:pt x="2996" y="23"/>
                </a:cubicBezTo>
                <a:cubicBezTo>
                  <a:pt x="1951" y="0"/>
                  <a:pt x="1046" y="186"/>
                  <a:pt x="976" y="743"/>
                </a:cubicBezTo>
                <a:close/>
              </a:path>
            </a:pathLst>
          </a:custGeom>
          <a:solidFill>
            <a:srgbClr val="03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0"/>
          <p:cNvSpPr/>
          <p:nvPr/>
        </p:nvSpPr>
        <p:spPr>
          <a:xfrm>
            <a:off x="6447961" y="4651162"/>
            <a:ext cx="379159" cy="306120"/>
          </a:xfrm>
          <a:custGeom>
            <a:avLst/>
            <a:gdLst/>
            <a:ahLst/>
            <a:cxnLst/>
            <a:rect l="l" t="t" r="r" b="b"/>
            <a:pathLst>
              <a:path w="12054" h="9732" extrusionOk="0">
                <a:moveTo>
                  <a:pt x="419" y="3763"/>
                </a:moveTo>
                <a:cubicBezTo>
                  <a:pt x="814" y="4854"/>
                  <a:pt x="2068" y="8036"/>
                  <a:pt x="2068" y="8036"/>
                </a:cubicBezTo>
                <a:cubicBezTo>
                  <a:pt x="2462" y="9081"/>
                  <a:pt x="3461" y="9731"/>
                  <a:pt x="4506" y="9731"/>
                </a:cubicBezTo>
                <a:cubicBezTo>
                  <a:pt x="4785" y="9731"/>
                  <a:pt x="5087" y="9662"/>
                  <a:pt x="5365" y="9569"/>
                </a:cubicBezTo>
                <a:lnTo>
                  <a:pt x="10010" y="7897"/>
                </a:lnTo>
                <a:cubicBezTo>
                  <a:pt x="11380" y="7409"/>
                  <a:pt x="12054" y="5923"/>
                  <a:pt x="11589" y="4576"/>
                </a:cubicBezTo>
                <a:cubicBezTo>
                  <a:pt x="11589" y="4576"/>
                  <a:pt x="10335" y="1371"/>
                  <a:pt x="9941" y="326"/>
                </a:cubicBezTo>
                <a:cubicBezTo>
                  <a:pt x="9848" y="117"/>
                  <a:pt x="9546" y="1"/>
                  <a:pt x="9081" y="1"/>
                </a:cubicBezTo>
                <a:cubicBezTo>
                  <a:pt x="6643" y="24"/>
                  <a:pt x="1" y="2648"/>
                  <a:pt x="419" y="37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0"/>
          <p:cNvSpPr/>
          <p:nvPr/>
        </p:nvSpPr>
        <p:spPr>
          <a:xfrm>
            <a:off x="6451609" y="4644588"/>
            <a:ext cx="383562" cy="320715"/>
          </a:xfrm>
          <a:custGeom>
            <a:avLst/>
            <a:gdLst/>
            <a:ahLst/>
            <a:cxnLst/>
            <a:rect l="l" t="t" r="r" b="b"/>
            <a:pathLst>
              <a:path w="12194" h="10196" extrusionOk="0">
                <a:moveTo>
                  <a:pt x="9290" y="488"/>
                </a:moveTo>
                <a:cubicBezTo>
                  <a:pt x="9430" y="535"/>
                  <a:pt x="9546" y="581"/>
                  <a:pt x="9592" y="604"/>
                </a:cubicBezTo>
                <a:cubicBezTo>
                  <a:pt x="9964" y="1696"/>
                  <a:pt x="11218" y="4878"/>
                  <a:pt x="11241" y="4878"/>
                </a:cubicBezTo>
                <a:cubicBezTo>
                  <a:pt x="11682" y="6109"/>
                  <a:pt x="11055" y="7432"/>
                  <a:pt x="9848" y="7897"/>
                </a:cubicBezTo>
                <a:lnTo>
                  <a:pt x="5203" y="9592"/>
                </a:lnTo>
                <a:cubicBezTo>
                  <a:pt x="4948" y="9662"/>
                  <a:pt x="4646" y="9731"/>
                  <a:pt x="4390" y="9731"/>
                </a:cubicBezTo>
                <a:cubicBezTo>
                  <a:pt x="3438" y="9731"/>
                  <a:pt x="2532" y="9104"/>
                  <a:pt x="2184" y="8199"/>
                </a:cubicBezTo>
                <a:cubicBezTo>
                  <a:pt x="2184" y="8152"/>
                  <a:pt x="930" y="4971"/>
                  <a:pt x="535" y="3925"/>
                </a:cubicBezTo>
                <a:cubicBezTo>
                  <a:pt x="489" y="3856"/>
                  <a:pt x="558" y="3786"/>
                  <a:pt x="651" y="3670"/>
                </a:cubicBezTo>
                <a:cubicBezTo>
                  <a:pt x="1627" y="2439"/>
                  <a:pt x="6922" y="488"/>
                  <a:pt x="8942" y="488"/>
                </a:cubicBezTo>
                <a:lnTo>
                  <a:pt x="9035" y="488"/>
                </a:lnTo>
                <a:cubicBezTo>
                  <a:pt x="9128" y="465"/>
                  <a:pt x="9198" y="465"/>
                  <a:pt x="9290" y="488"/>
                </a:cubicBezTo>
                <a:close/>
                <a:moveTo>
                  <a:pt x="256" y="3345"/>
                </a:moveTo>
                <a:cubicBezTo>
                  <a:pt x="47" y="3600"/>
                  <a:pt x="1" y="3833"/>
                  <a:pt x="94" y="4065"/>
                </a:cubicBezTo>
                <a:cubicBezTo>
                  <a:pt x="465" y="5133"/>
                  <a:pt x="1719" y="8338"/>
                  <a:pt x="1743" y="8338"/>
                </a:cubicBezTo>
                <a:cubicBezTo>
                  <a:pt x="2161" y="9430"/>
                  <a:pt x="3229" y="10196"/>
                  <a:pt x="4390" y="10196"/>
                </a:cubicBezTo>
                <a:cubicBezTo>
                  <a:pt x="4715" y="10196"/>
                  <a:pt x="5017" y="10126"/>
                  <a:pt x="5342" y="10010"/>
                </a:cubicBezTo>
                <a:lnTo>
                  <a:pt x="9987" y="8338"/>
                </a:lnTo>
                <a:cubicBezTo>
                  <a:pt x="11473" y="7781"/>
                  <a:pt x="12193" y="6178"/>
                  <a:pt x="11659" y="4738"/>
                </a:cubicBezTo>
                <a:cubicBezTo>
                  <a:pt x="11659" y="4669"/>
                  <a:pt x="10428" y="1510"/>
                  <a:pt x="10010" y="442"/>
                </a:cubicBezTo>
                <a:cubicBezTo>
                  <a:pt x="9917" y="210"/>
                  <a:pt x="9685" y="94"/>
                  <a:pt x="9383" y="24"/>
                </a:cubicBezTo>
                <a:cubicBezTo>
                  <a:pt x="9267" y="1"/>
                  <a:pt x="9105" y="1"/>
                  <a:pt x="8965" y="1"/>
                </a:cubicBezTo>
                <a:cubicBezTo>
                  <a:pt x="6805" y="1"/>
                  <a:pt x="1348" y="2044"/>
                  <a:pt x="256" y="3345"/>
                </a:cubicBezTo>
                <a:close/>
              </a:path>
            </a:pathLst>
          </a:custGeom>
          <a:solidFill>
            <a:srgbClr val="03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30"/>
          <p:cNvSpPr/>
          <p:nvPr/>
        </p:nvSpPr>
        <p:spPr>
          <a:xfrm>
            <a:off x="5877427" y="3738746"/>
            <a:ext cx="1096521" cy="1096553"/>
          </a:xfrm>
          <a:custGeom>
            <a:avLst/>
            <a:gdLst/>
            <a:ahLst/>
            <a:cxnLst/>
            <a:rect l="l" t="t" r="r" b="b"/>
            <a:pathLst>
              <a:path w="34860" h="34861" extrusionOk="0">
                <a:moveTo>
                  <a:pt x="1" y="17419"/>
                </a:moveTo>
                <a:cubicBezTo>
                  <a:pt x="1" y="27057"/>
                  <a:pt x="7804" y="34860"/>
                  <a:pt x="17442" y="34860"/>
                </a:cubicBezTo>
                <a:cubicBezTo>
                  <a:pt x="27080" y="34860"/>
                  <a:pt x="34860" y="27057"/>
                  <a:pt x="34860" y="17419"/>
                </a:cubicBezTo>
                <a:cubicBezTo>
                  <a:pt x="34860" y="7804"/>
                  <a:pt x="27057" y="1"/>
                  <a:pt x="17442" y="1"/>
                </a:cubicBezTo>
                <a:cubicBezTo>
                  <a:pt x="7827" y="1"/>
                  <a:pt x="1" y="7781"/>
                  <a:pt x="1" y="1741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30"/>
          <p:cNvSpPr/>
          <p:nvPr/>
        </p:nvSpPr>
        <p:spPr>
          <a:xfrm>
            <a:off x="6454535" y="3789892"/>
            <a:ext cx="520171" cy="1001559"/>
          </a:xfrm>
          <a:custGeom>
            <a:avLst/>
            <a:gdLst/>
            <a:ahLst/>
            <a:cxnLst/>
            <a:rect l="l" t="t" r="r" b="b"/>
            <a:pathLst>
              <a:path w="16537" h="31841" extrusionOk="0">
                <a:moveTo>
                  <a:pt x="6527" y="1"/>
                </a:moveTo>
                <a:cubicBezTo>
                  <a:pt x="2486" y="3368"/>
                  <a:pt x="1" y="9151"/>
                  <a:pt x="1" y="15863"/>
                </a:cubicBezTo>
                <a:cubicBezTo>
                  <a:pt x="1" y="22388"/>
                  <a:pt x="2253" y="28450"/>
                  <a:pt x="5946" y="31841"/>
                </a:cubicBezTo>
                <a:cubicBezTo>
                  <a:pt x="12147" y="29216"/>
                  <a:pt x="16536" y="22992"/>
                  <a:pt x="16536" y="15793"/>
                </a:cubicBezTo>
                <a:cubicBezTo>
                  <a:pt x="16536" y="8802"/>
                  <a:pt x="12449" y="2787"/>
                  <a:pt x="6527" y="1"/>
                </a:cubicBezTo>
                <a:close/>
              </a:path>
            </a:pathLst>
          </a:custGeom>
          <a:solidFill>
            <a:srgbClr val="FFFFFF"/>
          </a:solidFill>
          <a:ln w="11600" cap="flat" cmpd="sng">
            <a:solidFill>
              <a:srgbClr val="BCBCBC"/>
            </a:solidFill>
            <a:prstDash val="solid"/>
            <a:miter lim="23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0"/>
          <p:cNvSpPr/>
          <p:nvPr/>
        </p:nvSpPr>
        <p:spPr>
          <a:xfrm>
            <a:off x="5870129" y="3730725"/>
            <a:ext cx="1154965" cy="1111871"/>
          </a:xfrm>
          <a:custGeom>
            <a:avLst/>
            <a:gdLst/>
            <a:ahLst/>
            <a:cxnLst/>
            <a:rect l="l" t="t" r="r" b="b"/>
            <a:pathLst>
              <a:path w="36718" h="35348" extrusionOk="0">
                <a:moveTo>
                  <a:pt x="33582" y="11078"/>
                </a:moveTo>
                <a:cubicBezTo>
                  <a:pt x="36253" y="17511"/>
                  <a:pt x="34767" y="24897"/>
                  <a:pt x="29867" y="29843"/>
                </a:cubicBezTo>
                <a:cubicBezTo>
                  <a:pt x="26592" y="33118"/>
                  <a:pt x="22179" y="34883"/>
                  <a:pt x="17697" y="34883"/>
                </a:cubicBezTo>
                <a:cubicBezTo>
                  <a:pt x="15491" y="34883"/>
                  <a:pt x="13261" y="34465"/>
                  <a:pt x="11125" y="33582"/>
                </a:cubicBezTo>
                <a:cubicBezTo>
                  <a:pt x="4692" y="30912"/>
                  <a:pt x="488" y="24641"/>
                  <a:pt x="488" y="17697"/>
                </a:cubicBezTo>
                <a:cubicBezTo>
                  <a:pt x="488" y="8175"/>
                  <a:pt x="8175" y="488"/>
                  <a:pt x="17697" y="488"/>
                </a:cubicBezTo>
                <a:cubicBezTo>
                  <a:pt x="24641" y="465"/>
                  <a:pt x="30912" y="4668"/>
                  <a:pt x="33582" y="11078"/>
                </a:cubicBezTo>
                <a:close/>
                <a:moveTo>
                  <a:pt x="10916" y="1371"/>
                </a:moveTo>
                <a:cubicBezTo>
                  <a:pt x="4320" y="4088"/>
                  <a:pt x="1" y="10544"/>
                  <a:pt x="1" y="17697"/>
                </a:cubicBezTo>
                <a:cubicBezTo>
                  <a:pt x="1" y="27451"/>
                  <a:pt x="7920" y="35347"/>
                  <a:pt x="17674" y="35347"/>
                </a:cubicBezTo>
                <a:cubicBezTo>
                  <a:pt x="24827" y="35347"/>
                  <a:pt x="31260" y="31051"/>
                  <a:pt x="34000" y="24432"/>
                </a:cubicBezTo>
                <a:cubicBezTo>
                  <a:pt x="36718" y="17860"/>
                  <a:pt x="35208" y="10242"/>
                  <a:pt x="30145" y="5156"/>
                </a:cubicBezTo>
                <a:cubicBezTo>
                  <a:pt x="26755" y="1789"/>
                  <a:pt x="22249" y="0"/>
                  <a:pt x="17651" y="0"/>
                </a:cubicBezTo>
                <a:cubicBezTo>
                  <a:pt x="15375" y="0"/>
                  <a:pt x="13099" y="442"/>
                  <a:pt x="10916" y="1371"/>
                </a:cubicBezTo>
                <a:close/>
              </a:path>
            </a:pathLst>
          </a:custGeom>
          <a:solidFill>
            <a:srgbClr val="03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0"/>
          <p:cNvSpPr/>
          <p:nvPr/>
        </p:nvSpPr>
        <p:spPr>
          <a:xfrm>
            <a:off x="6152848" y="4615366"/>
            <a:ext cx="242550" cy="225753"/>
          </a:xfrm>
          <a:custGeom>
            <a:avLst/>
            <a:gdLst/>
            <a:ahLst/>
            <a:cxnLst/>
            <a:rect l="l" t="t" r="r" b="b"/>
            <a:pathLst>
              <a:path w="7711" h="7177" extrusionOk="0">
                <a:moveTo>
                  <a:pt x="0" y="1"/>
                </a:moveTo>
                <a:lnTo>
                  <a:pt x="0" y="1"/>
                </a:lnTo>
                <a:cubicBezTo>
                  <a:pt x="952" y="1835"/>
                  <a:pt x="2160" y="3438"/>
                  <a:pt x="3554" y="4599"/>
                </a:cubicBezTo>
                <a:cubicBezTo>
                  <a:pt x="4761" y="5644"/>
                  <a:pt x="6108" y="6480"/>
                  <a:pt x="7525" y="7177"/>
                </a:cubicBezTo>
                <a:lnTo>
                  <a:pt x="7711" y="6759"/>
                </a:lnTo>
                <a:cubicBezTo>
                  <a:pt x="6317" y="6132"/>
                  <a:pt x="5040" y="5249"/>
                  <a:pt x="3832" y="4274"/>
                </a:cubicBezTo>
                <a:cubicBezTo>
                  <a:pt x="2625" y="3229"/>
                  <a:pt x="1556" y="1859"/>
                  <a:pt x="674" y="256"/>
                </a:cubicBezTo>
                <a:cubicBezTo>
                  <a:pt x="442" y="186"/>
                  <a:pt x="233" y="94"/>
                  <a:pt x="0" y="1"/>
                </a:cubicBezTo>
                <a:close/>
              </a:path>
            </a:pathLst>
          </a:custGeom>
          <a:solidFill>
            <a:srgbClr val="03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0"/>
          <p:cNvSpPr/>
          <p:nvPr/>
        </p:nvSpPr>
        <p:spPr>
          <a:xfrm>
            <a:off x="6183517" y="3755574"/>
            <a:ext cx="781688" cy="1069470"/>
          </a:xfrm>
          <a:custGeom>
            <a:avLst/>
            <a:gdLst/>
            <a:ahLst/>
            <a:cxnLst/>
            <a:rect l="l" t="t" r="r" b="b"/>
            <a:pathLst>
              <a:path w="24851" h="34000" extrusionOk="0">
                <a:moveTo>
                  <a:pt x="12007" y="0"/>
                </a:moveTo>
                <a:cubicBezTo>
                  <a:pt x="4994" y="2671"/>
                  <a:pt x="1" y="9452"/>
                  <a:pt x="1" y="17418"/>
                </a:cubicBezTo>
                <a:cubicBezTo>
                  <a:pt x="1" y="24664"/>
                  <a:pt x="4135" y="30958"/>
                  <a:pt x="10219" y="34000"/>
                </a:cubicBezTo>
                <a:cubicBezTo>
                  <a:pt x="18510" y="32676"/>
                  <a:pt x="24850" y="25477"/>
                  <a:pt x="24850" y="16791"/>
                </a:cubicBezTo>
                <a:cubicBezTo>
                  <a:pt x="24850" y="8779"/>
                  <a:pt x="19416" y="2021"/>
                  <a:pt x="12007" y="0"/>
                </a:cubicBezTo>
                <a:close/>
              </a:path>
            </a:pathLst>
          </a:custGeom>
          <a:solidFill>
            <a:srgbClr val="FCFCFC">
              <a:alpha val="106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0"/>
          <p:cNvSpPr/>
          <p:nvPr/>
        </p:nvSpPr>
        <p:spPr>
          <a:xfrm>
            <a:off x="6316478" y="4695010"/>
            <a:ext cx="31" cy="31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0"/>
          <p:cNvSpPr/>
          <p:nvPr/>
        </p:nvSpPr>
        <p:spPr>
          <a:xfrm>
            <a:off x="6655439" y="4453939"/>
            <a:ext cx="146863" cy="192882"/>
          </a:xfrm>
          <a:custGeom>
            <a:avLst/>
            <a:gdLst/>
            <a:ahLst/>
            <a:cxnLst/>
            <a:rect l="l" t="t" r="r" b="b"/>
            <a:pathLst>
              <a:path w="4669" h="6132" extrusionOk="0">
                <a:moveTo>
                  <a:pt x="3136" y="23"/>
                </a:moveTo>
                <a:cubicBezTo>
                  <a:pt x="2532" y="140"/>
                  <a:pt x="2323" y="1649"/>
                  <a:pt x="1672" y="3182"/>
                </a:cubicBezTo>
                <a:cubicBezTo>
                  <a:pt x="1278" y="4088"/>
                  <a:pt x="720" y="4924"/>
                  <a:pt x="116" y="5713"/>
                </a:cubicBezTo>
                <a:cubicBezTo>
                  <a:pt x="0" y="5829"/>
                  <a:pt x="47" y="6015"/>
                  <a:pt x="163" y="6085"/>
                </a:cubicBezTo>
                <a:cubicBezTo>
                  <a:pt x="233" y="6131"/>
                  <a:pt x="325" y="6131"/>
                  <a:pt x="372" y="6085"/>
                </a:cubicBezTo>
                <a:cubicBezTo>
                  <a:pt x="860" y="5853"/>
                  <a:pt x="1301" y="5574"/>
                  <a:pt x="1672" y="5226"/>
                </a:cubicBezTo>
                <a:cubicBezTo>
                  <a:pt x="3368" y="3693"/>
                  <a:pt x="4668" y="627"/>
                  <a:pt x="3693" y="116"/>
                </a:cubicBezTo>
                <a:cubicBezTo>
                  <a:pt x="3577" y="23"/>
                  <a:pt x="3368" y="0"/>
                  <a:pt x="3136" y="23"/>
                </a:cubicBezTo>
                <a:close/>
              </a:path>
            </a:pathLst>
          </a:custGeom>
          <a:solidFill>
            <a:srgbClr val="FCF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5908850" y="3878281"/>
            <a:ext cx="747339" cy="770710"/>
          </a:xfrm>
          <a:custGeom>
            <a:avLst/>
            <a:gdLst/>
            <a:ahLst/>
            <a:cxnLst/>
            <a:rect l="l" t="t" r="r" b="b"/>
            <a:pathLst>
              <a:path w="23759" h="24502" extrusionOk="0">
                <a:moveTo>
                  <a:pt x="23759" y="12263"/>
                </a:moveTo>
                <a:cubicBezTo>
                  <a:pt x="23759" y="19021"/>
                  <a:pt x="18440" y="24502"/>
                  <a:pt x="11891" y="24502"/>
                </a:cubicBezTo>
                <a:cubicBezTo>
                  <a:pt x="5319" y="24502"/>
                  <a:pt x="0" y="19021"/>
                  <a:pt x="0" y="12263"/>
                </a:cubicBezTo>
                <a:cubicBezTo>
                  <a:pt x="0" y="5482"/>
                  <a:pt x="5319" y="1"/>
                  <a:pt x="11891" y="1"/>
                </a:cubicBezTo>
                <a:cubicBezTo>
                  <a:pt x="18440" y="1"/>
                  <a:pt x="23759" y="5482"/>
                  <a:pt x="23759" y="12263"/>
                </a:cubicBezTo>
                <a:close/>
              </a:path>
            </a:pathLst>
          </a:custGeom>
          <a:solidFill>
            <a:srgbClr val="E2BFA1"/>
          </a:solidFill>
          <a:ln w="11025" cap="flat" cmpd="sng">
            <a:solidFill>
              <a:srgbClr val="034444"/>
            </a:solidFill>
            <a:prstDash val="solid"/>
            <a:miter lim="23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0"/>
          <p:cNvSpPr/>
          <p:nvPr/>
        </p:nvSpPr>
        <p:spPr>
          <a:xfrm>
            <a:off x="5833610" y="4524052"/>
            <a:ext cx="300993" cy="157841"/>
          </a:xfrm>
          <a:custGeom>
            <a:avLst/>
            <a:gdLst/>
            <a:ahLst/>
            <a:cxnLst/>
            <a:rect l="l" t="t" r="r" b="b"/>
            <a:pathLst>
              <a:path w="9569" h="5018" extrusionOk="0">
                <a:moveTo>
                  <a:pt x="1603" y="5017"/>
                </a:moveTo>
                <a:lnTo>
                  <a:pt x="7989" y="5017"/>
                </a:lnTo>
                <a:cubicBezTo>
                  <a:pt x="8849" y="5017"/>
                  <a:pt x="9569" y="4320"/>
                  <a:pt x="9569" y="3438"/>
                </a:cubicBezTo>
                <a:lnTo>
                  <a:pt x="9569" y="1603"/>
                </a:lnTo>
                <a:cubicBezTo>
                  <a:pt x="9569" y="721"/>
                  <a:pt x="8872" y="1"/>
                  <a:pt x="7989" y="1"/>
                </a:cubicBezTo>
                <a:lnTo>
                  <a:pt x="1603" y="1"/>
                </a:lnTo>
                <a:cubicBezTo>
                  <a:pt x="720" y="1"/>
                  <a:pt x="0" y="697"/>
                  <a:pt x="0" y="1603"/>
                </a:cubicBezTo>
                <a:lnTo>
                  <a:pt x="0" y="3438"/>
                </a:lnTo>
                <a:cubicBezTo>
                  <a:pt x="24" y="4320"/>
                  <a:pt x="720" y="5017"/>
                  <a:pt x="1603" y="5017"/>
                </a:cubicBezTo>
                <a:close/>
              </a:path>
            </a:pathLst>
          </a:custGeom>
          <a:solidFill>
            <a:srgbClr val="CECECE"/>
          </a:solidFill>
          <a:ln w="11025" cap="flat" cmpd="sng">
            <a:solidFill>
              <a:srgbClr val="1E1E1E"/>
            </a:solidFill>
            <a:prstDash val="solid"/>
            <a:miter lim="23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0"/>
          <p:cNvSpPr/>
          <p:nvPr/>
        </p:nvSpPr>
        <p:spPr>
          <a:xfrm>
            <a:off x="6158699" y="4623419"/>
            <a:ext cx="36551" cy="72346"/>
          </a:xfrm>
          <a:custGeom>
            <a:avLst/>
            <a:gdLst/>
            <a:ahLst/>
            <a:cxnLst/>
            <a:rect l="l" t="t" r="r" b="b"/>
            <a:pathLst>
              <a:path w="1162" h="2300" extrusionOk="0">
                <a:moveTo>
                  <a:pt x="441" y="0"/>
                </a:moveTo>
                <a:cubicBezTo>
                  <a:pt x="348" y="0"/>
                  <a:pt x="256" y="93"/>
                  <a:pt x="256" y="186"/>
                </a:cubicBezTo>
                <a:lnTo>
                  <a:pt x="0" y="2137"/>
                </a:lnTo>
                <a:cubicBezTo>
                  <a:pt x="0" y="2206"/>
                  <a:pt x="93" y="2299"/>
                  <a:pt x="163" y="2299"/>
                </a:cubicBezTo>
                <a:lnTo>
                  <a:pt x="975" y="2299"/>
                </a:lnTo>
                <a:cubicBezTo>
                  <a:pt x="1068" y="2299"/>
                  <a:pt x="1161" y="2206"/>
                  <a:pt x="1161" y="2137"/>
                </a:cubicBezTo>
                <a:lnTo>
                  <a:pt x="906" y="186"/>
                </a:lnTo>
                <a:cubicBezTo>
                  <a:pt x="906" y="93"/>
                  <a:pt x="813" y="0"/>
                  <a:pt x="720" y="0"/>
                </a:cubicBezTo>
                <a:close/>
              </a:path>
            </a:pathLst>
          </a:custGeom>
          <a:solidFill>
            <a:srgbClr val="FFFFFF"/>
          </a:solidFill>
          <a:ln w="11600" cap="flat" cmpd="sng">
            <a:solidFill>
              <a:srgbClr val="BCBCBC"/>
            </a:solidFill>
            <a:prstDash val="solid"/>
            <a:miter lim="23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0"/>
          <p:cNvSpPr/>
          <p:nvPr/>
        </p:nvSpPr>
        <p:spPr>
          <a:xfrm>
            <a:off x="6342774" y="4286630"/>
            <a:ext cx="138842" cy="113269"/>
          </a:xfrm>
          <a:custGeom>
            <a:avLst/>
            <a:gdLst/>
            <a:ahLst/>
            <a:cxnLst/>
            <a:rect l="l" t="t" r="r" b="b"/>
            <a:pathLst>
              <a:path w="4414" h="3601" extrusionOk="0">
                <a:moveTo>
                  <a:pt x="2207" y="1"/>
                </a:moveTo>
                <a:cubicBezTo>
                  <a:pt x="999" y="1"/>
                  <a:pt x="0" y="814"/>
                  <a:pt x="0" y="1789"/>
                </a:cubicBezTo>
                <a:cubicBezTo>
                  <a:pt x="0" y="2788"/>
                  <a:pt x="999" y="3601"/>
                  <a:pt x="2207" y="3601"/>
                </a:cubicBezTo>
                <a:cubicBezTo>
                  <a:pt x="3438" y="3601"/>
                  <a:pt x="4413" y="2788"/>
                  <a:pt x="4413" y="1789"/>
                </a:cubicBezTo>
                <a:cubicBezTo>
                  <a:pt x="4413" y="814"/>
                  <a:pt x="3438" y="1"/>
                  <a:pt x="220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0"/>
          <p:cNvSpPr/>
          <p:nvPr/>
        </p:nvSpPr>
        <p:spPr>
          <a:xfrm>
            <a:off x="6213462" y="4235515"/>
            <a:ext cx="67251" cy="67219"/>
          </a:xfrm>
          <a:custGeom>
            <a:avLst/>
            <a:gdLst/>
            <a:ahLst/>
            <a:cxnLst/>
            <a:rect l="l" t="t" r="r" b="b"/>
            <a:pathLst>
              <a:path w="2138" h="2137" extrusionOk="0">
                <a:moveTo>
                  <a:pt x="1069" y="0"/>
                </a:moveTo>
                <a:cubicBezTo>
                  <a:pt x="465" y="0"/>
                  <a:pt x="1" y="488"/>
                  <a:pt x="1" y="1068"/>
                </a:cubicBezTo>
                <a:cubicBezTo>
                  <a:pt x="1" y="1672"/>
                  <a:pt x="465" y="2137"/>
                  <a:pt x="1069" y="2137"/>
                </a:cubicBezTo>
                <a:cubicBezTo>
                  <a:pt x="1673" y="2137"/>
                  <a:pt x="2137" y="1672"/>
                  <a:pt x="2137" y="1068"/>
                </a:cubicBezTo>
                <a:cubicBezTo>
                  <a:pt x="2137" y="488"/>
                  <a:pt x="1673" y="0"/>
                  <a:pt x="10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0"/>
          <p:cNvSpPr/>
          <p:nvPr/>
        </p:nvSpPr>
        <p:spPr>
          <a:xfrm>
            <a:off x="6039610" y="4235515"/>
            <a:ext cx="67974" cy="67219"/>
          </a:xfrm>
          <a:custGeom>
            <a:avLst/>
            <a:gdLst/>
            <a:ahLst/>
            <a:cxnLst/>
            <a:rect l="l" t="t" r="r" b="b"/>
            <a:pathLst>
              <a:path w="2161" h="2137" extrusionOk="0">
                <a:moveTo>
                  <a:pt x="1092" y="0"/>
                </a:moveTo>
                <a:cubicBezTo>
                  <a:pt x="488" y="0"/>
                  <a:pt x="1" y="488"/>
                  <a:pt x="1" y="1068"/>
                </a:cubicBezTo>
                <a:cubicBezTo>
                  <a:pt x="1" y="1672"/>
                  <a:pt x="488" y="2137"/>
                  <a:pt x="1092" y="2137"/>
                </a:cubicBezTo>
                <a:cubicBezTo>
                  <a:pt x="1673" y="2137"/>
                  <a:pt x="2160" y="1672"/>
                  <a:pt x="2160" y="1068"/>
                </a:cubicBezTo>
                <a:cubicBezTo>
                  <a:pt x="2160" y="488"/>
                  <a:pt x="1673" y="0"/>
                  <a:pt x="10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30"/>
          <p:cNvSpPr/>
          <p:nvPr/>
        </p:nvSpPr>
        <p:spPr>
          <a:xfrm>
            <a:off x="6180592" y="4172668"/>
            <a:ext cx="132992" cy="21956"/>
          </a:xfrm>
          <a:custGeom>
            <a:avLst/>
            <a:gdLst/>
            <a:ahLst/>
            <a:cxnLst/>
            <a:rect l="l" t="t" r="r" b="b"/>
            <a:pathLst>
              <a:path w="4228" h="698" extrusionOk="0">
                <a:moveTo>
                  <a:pt x="349" y="1"/>
                </a:moveTo>
                <a:cubicBezTo>
                  <a:pt x="140" y="1"/>
                  <a:pt x="1" y="140"/>
                  <a:pt x="1" y="349"/>
                </a:cubicBezTo>
                <a:cubicBezTo>
                  <a:pt x="1" y="558"/>
                  <a:pt x="140" y="698"/>
                  <a:pt x="349" y="698"/>
                </a:cubicBezTo>
                <a:lnTo>
                  <a:pt x="3879" y="698"/>
                </a:lnTo>
                <a:cubicBezTo>
                  <a:pt x="4088" y="698"/>
                  <a:pt x="4228" y="558"/>
                  <a:pt x="4228" y="349"/>
                </a:cubicBezTo>
                <a:cubicBezTo>
                  <a:pt x="4228" y="140"/>
                  <a:pt x="4088" y="1"/>
                  <a:pt x="38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0"/>
          <p:cNvSpPr/>
          <p:nvPr/>
        </p:nvSpPr>
        <p:spPr>
          <a:xfrm>
            <a:off x="6006015" y="4172668"/>
            <a:ext cx="133715" cy="21956"/>
          </a:xfrm>
          <a:custGeom>
            <a:avLst/>
            <a:gdLst/>
            <a:ahLst/>
            <a:cxnLst/>
            <a:rect l="l" t="t" r="r" b="b"/>
            <a:pathLst>
              <a:path w="4251" h="698" extrusionOk="0">
                <a:moveTo>
                  <a:pt x="349" y="1"/>
                </a:moveTo>
                <a:cubicBezTo>
                  <a:pt x="140" y="1"/>
                  <a:pt x="0" y="140"/>
                  <a:pt x="0" y="349"/>
                </a:cubicBezTo>
                <a:cubicBezTo>
                  <a:pt x="0" y="558"/>
                  <a:pt x="186" y="698"/>
                  <a:pt x="349" y="698"/>
                </a:cubicBezTo>
                <a:lnTo>
                  <a:pt x="3902" y="698"/>
                </a:lnTo>
                <a:cubicBezTo>
                  <a:pt x="4088" y="698"/>
                  <a:pt x="4250" y="558"/>
                  <a:pt x="4250" y="349"/>
                </a:cubicBezTo>
                <a:cubicBezTo>
                  <a:pt x="4250" y="140"/>
                  <a:pt x="4088" y="1"/>
                  <a:pt x="39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0"/>
          <p:cNvSpPr/>
          <p:nvPr/>
        </p:nvSpPr>
        <p:spPr>
          <a:xfrm>
            <a:off x="6129477" y="4334127"/>
            <a:ext cx="51146" cy="21956"/>
          </a:xfrm>
          <a:custGeom>
            <a:avLst/>
            <a:gdLst/>
            <a:ahLst/>
            <a:cxnLst/>
            <a:rect l="l" t="t" r="r" b="b"/>
            <a:pathLst>
              <a:path w="1626" h="698" extrusionOk="0">
                <a:moveTo>
                  <a:pt x="348" y="0"/>
                </a:moveTo>
                <a:cubicBezTo>
                  <a:pt x="139" y="0"/>
                  <a:pt x="0" y="140"/>
                  <a:pt x="0" y="349"/>
                </a:cubicBezTo>
                <a:cubicBezTo>
                  <a:pt x="0" y="558"/>
                  <a:pt x="139" y="697"/>
                  <a:pt x="348" y="697"/>
                </a:cubicBezTo>
                <a:lnTo>
                  <a:pt x="1277" y="697"/>
                </a:lnTo>
                <a:cubicBezTo>
                  <a:pt x="1486" y="697"/>
                  <a:pt x="1626" y="558"/>
                  <a:pt x="1626" y="349"/>
                </a:cubicBezTo>
                <a:cubicBezTo>
                  <a:pt x="1626" y="140"/>
                  <a:pt x="1486" y="0"/>
                  <a:pt x="127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0"/>
          <p:cNvSpPr/>
          <p:nvPr/>
        </p:nvSpPr>
        <p:spPr>
          <a:xfrm>
            <a:off x="6670034" y="3898726"/>
            <a:ext cx="31" cy="208232"/>
          </a:xfrm>
          <a:custGeom>
            <a:avLst/>
            <a:gdLst/>
            <a:ahLst/>
            <a:cxnLst/>
            <a:rect l="l" t="t" r="r" b="b"/>
            <a:pathLst>
              <a:path w="1" h="6620" fill="none" extrusionOk="0">
                <a:moveTo>
                  <a:pt x="1" y="1"/>
                </a:moveTo>
                <a:lnTo>
                  <a:pt x="1" y="6620"/>
                </a:lnTo>
              </a:path>
            </a:pathLst>
          </a:custGeom>
          <a:noFill/>
          <a:ln w="116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0"/>
          <p:cNvSpPr/>
          <p:nvPr/>
        </p:nvSpPr>
        <p:spPr>
          <a:xfrm>
            <a:off x="6614516" y="3898726"/>
            <a:ext cx="31" cy="276898"/>
          </a:xfrm>
          <a:custGeom>
            <a:avLst/>
            <a:gdLst/>
            <a:ahLst/>
            <a:cxnLst/>
            <a:rect l="l" t="t" r="r" b="b"/>
            <a:pathLst>
              <a:path w="1" h="8803" fill="none" extrusionOk="0">
                <a:moveTo>
                  <a:pt x="1" y="1"/>
                </a:moveTo>
                <a:lnTo>
                  <a:pt x="1" y="8803"/>
                </a:lnTo>
              </a:path>
            </a:pathLst>
          </a:custGeom>
          <a:noFill/>
          <a:ln w="116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0"/>
          <p:cNvSpPr/>
          <p:nvPr/>
        </p:nvSpPr>
        <p:spPr>
          <a:xfrm>
            <a:off x="6558274" y="3898726"/>
            <a:ext cx="31" cy="390860"/>
          </a:xfrm>
          <a:custGeom>
            <a:avLst/>
            <a:gdLst/>
            <a:ahLst/>
            <a:cxnLst/>
            <a:rect l="l" t="t" r="r" b="b"/>
            <a:pathLst>
              <a:path w="1" h="12426" fill="none" extrusionOk="0">
                <a:moveTo>
                  <a:pt x="1" y="1"/>
                </a:moveTo>
                <a:lnTo>
                  <a:pt x="1" y="12426"/>
                </a:lnTo>
              </a:path>
            </a:pathLst>
          </a:custGeom>
          <a:noFill/>
          <a:ln w="116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0"/>
          <p:cNvSpPr/>
          <p:nvPr/>
        </p:nvSpPr>
        <p:spPr>
          <a:xfrm>
            <a:off x="6502755" y="3898726"/>
            <a:ext cx="31" cy="208232"/>
          </a:xfrm>
          <a:custGeom>
            <a:avLst/>
            <a:gdLst/>
            <a:ahLst/>
            <a:cxnLst/>
            <a:rect l="l" t="t" r="r" b="b"/>
            <a:pathLst>
              <a:path w="1" h="6620" fill="none" extrusionOk="0">
                <a:moveTo>
                  <a:pt x="1" y="1"/>
                </a:moveTo>
                <a:lnTo>
                  <a:pt x="1" y="6620"/>
                </a:lnTo>
              </a:path>
            </a:pathLst>
          </a:custGeom>
          <a:noFill/>
          <a:ln w="116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0"/>
          <p:cNvSpPr/>
          <p:nvPr/>
        </p:nvSpPr>
        <p:spPr>
          <a:xfrm>
            <a:off x="6750402" y="4308554"/>
            <a:ext cx="146863" cy="192882"/>
          </a:xfrm>
          <a:custGeom>
            <a:avLst/>
            <a:gdLst/>
            <a:ahLst/>
            <a:cxnLst/>
            <a:rect l="l" t="t" r="r" b="b"/>
            <a:pathLst>
              <a:path w="4669" h="6132" extrusionOk="0">
                <a:moveTo>
                  <a:pt x="3136" y="24"/>
                </a:moveTo>
                <a:cubicBezTo>
                  <a:pt x="2532" y="140"/>
                  <a:pt x="2323" y="1649"/>
                  <a:pt x="1673" y="3205"/>
                </a:cubicBezTo>
                <a:cubicBezTo>
                  <a:pt x="1278" y="4088"/>
                  <a:pt x="720" y="4947"/>
                  <a:pt x="117" y="5714"/>
                </a:cubicBezTo>
                <a:cubicBezTo>
                  <a:pt x="0" y="5830"/>
                  <a:pt x="47" y="6016"/>
                  <a:pt x="163" y="6108"/>
                </a:cubicBezTo>
                <a:cubicBezTo>
                  <a:pt x="233" y="6132"/>
                  <a:pt x="326" y="6132"/>
                  <a:pt x="372" y="6108"/>
                </a:cubicBezTo>
                <a:cubicBezTo>
                  <a:pt x="860" y="5853"/>
                  <a:pt x="1301" y="5574"/>
                  <a:pt x="1673" y="5226"/>
                </a:cubicBezTo>
                <a:cubicBezTo>
                  <a:pt x="3368" y="3693"/>
                  <a:pt x="4668" y="628"/>
                  <a:pt x="3693" y="117"/>
                </a:cubicBezTo>
                <a:cubicBezTo>
                  <a:pt x="3577" y="1"/>
                  <a:pt x="3391" y="1"/>
                  <a:pt x="3136" y="24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0"/>
          <p:cNvSpPr/>
          <p:nvPr/>
        </p:nvSpPr>
        <p:spPr>
          <a:xfrm>
            <a:off x="6771571" y="3996614"/>
            <a:ext cx="67974" cy="92100"/>
          </a:xfrm>
          <a:custGeom>
            <a:avLst/>
            <a:gdLst/>
            <a:ahLst/>
            <a:cxnLst/>
            <a:rect l="l" t="t" r="r" b="b"/>
            <a:pathLst>
              <a:path w="2161" h="2928" extrusionOk="0">
                <a:moveTo>
                  <a:pt x="233" y="373"/>
                </a:moveTo>
                <a:cubicBezTo>
                  <a:pt x="396" y="117"/>
                  <a:pt x="628" y="1"/>
                  <a:pt x="860" y="1"/>
                </a:cubicBezTo>
                <a:cubicBezTo>
                  <a:pt x="953" y="1"/>
                  <a:pt x="1046" y="1"/>
                  <a:pt x="1092" y="24"/>
                </a:cubicBezTo>
                <a:cubicBezTo>
                  <a:pt x="1673" y="233"/>
                  <a:pt x="2161" y="1092"/>
                  <a:pt x="2138" y="1929"/>
                </a:cubicBezTo>
                <a:cubicBezTo>
                  <a:pt x="2138" y="2207"/>
                  <a:pt x="2045" y="2463"/>
                  <a:pt x="1975" y="2695"/>
                </a:cubicBezTo>
                <a:cubicBezTo>
                  <a:pt x="1882" y="2834"/>
                  <a:pt x="1743" y="2927"/>
                  <a:pt x="1580" y="2927"/>
                </a:cubicBezTo>
                <a:lnTo>
                  <a:pt x="1557" y="2927"/>
                </a:lnTo>
                <a:cubicBezTo>
                  <a:pt x="1418" y="2927"/>
                  <a:pt x="1325" y="2811"/>
                  <a:pt x="1301" y="2695"/>
                </a:cubicBezTo>
                <a:cubicBezTo>
                  <a:pt x="1232" y="2347"/>
                  <a:pt x="1116" y="2021"/>
                  <a:pt x="930" y="1743"/>
                </a:cubicBezTo>
                <a:cubicBezTo>
                  <a:pt x="814" y="1580"/>
                  <a:pt x="698" y="1441"/>
                  <a:pt x="535" y="1301"/>
                </a:cubicBezTo>
                <a:cubicBezTo>
                  <a:pt x="280" y="1000"/>
                  <a:pt x="1" y="698"/>
                  <a:pt x="233" y="373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0"/>
          <p:cNvSpPr/>
          <p:nvPr/>
        </p:nvSpPr>
        <p:spPr>
          <a:xfrm>
            <a:off x="6735052" y="4026591"/>
            <a:ext cx="48252" cy="62124"/>
          </a:xfrm>
          <a:custGeom>
            <a:avLst/>
            <a:gdLst/>
            <a:ahLst/>
            <a:cxnLst/>
            <a:rect l="l" t="t" r="r" b="b"/>
            <a:pathLst>
              <a:path w="1534" h="1975" extrusionOk="0">
                <a:moveTo>
                  <a:pt x="163" y="256"/>
                </a:moveTo>
                <a:cubicBezTo>
                  <a:pt x="256" y="93"/>
                  <a:pt x="419" y="0"/>
                  <a:pt x="628" y="0"/>
                </a:cubicBezTo>
                <a:cubicBezTo>
                  <a:pt x="697" y="0"/>
                  <a:pt x="744" y="0"/>
                  <a:pt x="814" y="23"/>
                </a:cubicBezTo>
                <a:cubicBezTo>
                  <a:pt x="1185" y="163"/>
                  <a:pt x="1534" y="743"/>
                  <a:pt x="1510" y="1277"/>
                </a:cubicBezTo>
                <a:cubicBezTo>
                  <a:pt x="1510" y="1440"/>
                  <a:pt x="1464" y="1626"/>
                  <a:pt x="1417" y="1765"/>
                </a:cubicBezTo>
                <a:cubicBezTo>
                  <a:pt x="1348" y="1881"/>
                  <a:pt x="1232" y="1974"/>
                  <a:pt x="1092" y="1974"/>
                </a:cubicBezTo>
                <a:lnTo>
                  <a:pt x="1069" y="1974"/>
                </a:lnTo>
                <a:cubicBezTo>
                  <a:pt x="953" y="1974"/>
                  <a:pt x="837" y="1881"/>
                  <a:pt x="814" y="1742"/>
                </a:cubicBezTo>
                <a:cubicBezTo>
                  <a:pt x="767" y="1533"/>
                  <a:pt x="721" y="1370"/>
                  <a:pt x="605" y="1185"/>
                </a:cubicBezTo>
                <a:cubicBezTo>
                  <a:pt x="512" y="1092"/>
                  <a:pt x="465" y="1022"/>
                  <a:pt x="372" y="929"/>
                </a:cubicBezTo>
                <a:cubicBezTo>
                  <a:pt x="233" y="743"/>
                  <a:pt x="1" y="511"/>
                  <a:pt x="163" y="256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0"/>
          <p:cNvSpPr txBox="1"/>
          <p:nvPr/>
        </p:nvSpPr>
        <p:spPr>
          <a:xfrm>
            <a:off x="2335907" y="4520247"/>
            <a:ext cx="3837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Audiowide"/>
                <a:ea typeface="Audiowide"/>
                <a:cs typeface="Audiowide"/>
                <a:sym typeface="Audiowide"/>
              </a:rPr>
              <a:t>001</a:t>
            </a:r>
            <a:endParaRPr sz="700">
              <a:latin typeface="Audiowide"/>
              <a:ea typeface="Audiowide"/>
              <a:cs typeface="Audiowide"/>
              <a:sym typeface="Audiowide"/>
            </a:endParaRPr>
          </a:p>
        </p:txBody>
      </p:sp>
      <p:grpSp>
        <p:nvGrpSpPr>
          <p:cNvPr id="464" name="Google Shape;464;p30"/>
          <p:cNvGrpSpPr/>
          <p:nvPr/>
        </p:nvGrpSpPr>
        <p:grpSpPr>
          <a:xfrm>
            <a:off x="3989063" y="3801932"/>
            <a:ext cx="1105297" cy="1205388"/>
            <a:chOff x="3989063" y="3801932"/>
            <a:chExt cx="1105297" cy="1205388"/>
          </a:xfrm>
        </p:grpSpPr>
        <p:sp>
          <p:nvSpPr>
            <p:cNvPr id="465" name="Google Shape;465;p30"/>
            <p:cNvSpPr/>
            <p:nvPr/>
          </p:nvSpPr>
          <p:spPr>
            <a:xfrm>
              <a:off x="4126396" y="4851681"/>
              <a:ext cx="859854" cy="155639"/>
            </a:xfrm>
            <a:custGeom>
              <a:avLst/>
              <a:gdLst/>
              <a:ahLst/>
              <a:cxnLst/>
              <a:rect l="l" t="t" r="r" b="b"/>
              <a:pathLst>
                <a:path w="27336" h="4948" extrusionOk="0">
                  <a:moveTo>
                    <a:pt x="1" y="2462"/>
                  </a:moveTo>
                  <a:cubicBezTo>
                    <a:pt x="1" y="1092"/>
                    <a:pt x="6109" y="1"/>
                    <a:pt x="13656" y="1"/>
                  </a:cubicBezTo>
                  <a:lnTo>
                    <a:pt x="13656" y="1"/>
                  </a:lnTo>
                  <a:cubicBezTo>
                    <a:pt x="21204" y="1"/>
                    <a:pt x="27335" y="1092"/>
                    <a:pt x="27335" y="2462"/>
                  </a:cubicBezTo>
                  <a:lnTo>
                    <a:pt x="27335" y="2462"/>
                  </a:lnTo>
                  <a:cubicBezTo>
                    <a:pt x="27335" y="3833"/>
                    <a:pt x="21204" y="4924"/>
                    <a:pt x="13656" y="4924"/>
                  </a:cubicBezTo>
                  <a:lnTo>
                    <a:pt x="13656" y="4924"/>
                  </a:lnTo>
                  <a:cubicBezTo>
                    <a:pt x="6109" y="4947"/>
                    <a:pt x="1" y="3856"/>
                    <a:pt x="1" y="2462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4627540" y="4685850"/>
              <a:ext cx="309014" cy="252049"/>
            </a:xfrm>
            <a:custGeom>
              <a:avLst/>
              <a:gdLst/>
              <a:ahLst/>
              <a:cxnLst/>
              <a:rect l="l" t="t" r="r" b="b"/>
              <a:pathLst>
                <a:path w="9824" h="8013" extrusionOk="0">
                  <a:moveTo>
                    <a:pt x="5806" y="1"/>
                  </a:moveTo>
                  <a:cubicBezTo>
                    <a:pt x="3112" y="1"/>
                    <a:pt x="0" y="465"/>
                    <a:pt x="23" y="1255"/>
                  </a:cubicBezTo>
                  <a:cubicBezTo>
                    <a:pt x="47" y="2346"/>
                    <a:pt x="116" y="5644"/>
                    <a:pt x="116" y="5644"/>
                  </a:cubicBezTo>
                  <a:cubicBezTo>
                    <a:pt x="163" y="6968"/>
                    <a:pt x="1278" y="8013"/>
                    <a:pt x="2578" y="8013"/>
                  </a:cubicBezTo>
                  <a:lnTo>
                    <a:pt x="2694" y="8013"/>
                  </a:lnTo>
                  <a:lnTo>
                    <a:pt x="7409" y="7850"/>
                  </a:lnTo>
                  <a:cubicBezTo>
                    <a:pt x="8756" y="7781"/>
                    <a:pt x="9824" y="6620"/>
                    <a:pt x="9778" y="5273"/>
                  </a:cubicBezTo>
                  <a:cubicBezTo>
                    <a:pt x="9778" y="5273"/>
                    <a:pt x="9731" y="1975"/>
                    <a:pt x="9685" y="883"/>
                  </a:cubicBezTo>
                  <a:cubicBezTo>
                    <a:pt x="9661" y="279"/>
                    <a:pt x="7827" y="1"/>
                    <a:pt x="5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4620242" y="4678552"/>
              <a:ext cx="324364" cy="265921"/>
            </a:xfrm>
            <a:custGeom>
              <a:avLst/>
              <a:gdLst/>
              <a:ahLst/>
              <a:cxnLst/>
              <a:rect l="l" t="t" r="r" b="b"/>
              <a:pathLst>
                <a:path w="10312" h="8454" extrusionOk="0">
                  <a:moveTo>
                    <a:pt x="6131" y="511"/>
                  </a:moveTo>
                  <a:cubicBezTo>
                    <a:pt x="8593" y="511"/>
                    <a:pt x="9661" y="906"/>
                    <a:pt x="9661" y="1138"/>
                  </a:cubicBezTo>
                  <a:cubicBezTo>
                    <a:pt x="9684" y="2207"/>
                    <a:pt x="9754" y="5505"/>
                    <a:pt x="9754" y="5528"/>
                  </a:cubicBezTo>
                  <a:cubicBezTo>
                    <a:pt x="9801" y="6782"/>
                    <a:pt x="8825" y="7781"/>
                    <a:pt x="7594" y="7850"/>
                  </a:cubicBezTo>
                  <a:lnTo>
                    <a:pt x="2880" y="8013"/>
                  </a:lnTo>
                  <a:lnTo>
                    <a:pt x="2787" y="8013"/>
                  </a:lnTo>
                  <a:cubicBezTo>
                    <a:pt x="1602" y="8013"/>
                    <a:pt x="604" y="7061"/>
                    <a:pt x="557" y="5876"/>
                  </a:cubicBezTo>
                  <a:cubicBezTo>
                    <a:pt x="557" y="5853"/>
                    <a:pt x="488" y="2555"/>
                    <a:pt x="464" y="1487"/>
                  </a:cubicBezTo>
                  <a:cubicBezTo>
                    <a:pt x="464" y="1138"/>
                    <a:pt x="2299" y="628"/>
                    <a:pt x="5318" y="511"/>
                  </a:cubicBezTo>
                  <a:close/>
                  <a:moveTo>
                    <a:pt x="6131" y="0"/>
                  </a:moveTo>
                  <a:lnTo>
                    <a:pt x="5318" y="0"/>
                  </a:lnTo>
                  <a:cubicBezTo>
                    <a:pt x="4413" y="47"/>
                    <a:pt x="0" y="233"/>
                    <a:pt x="23" y="1464"/>
                  </a:cubicBezTo>
                  <a:cubicBezTo>
                    <a:pt x="46" y="2532"/>
                    <a:pt x="116" y="5806"/>
                    <a:pt x="116" y="5876"/>
                  </a:cubicBezTo>
                  <a:cubicBezTo>
                    <a:pt x="163" y="7316"/>
                    <a:pt x="1370" y="8454"/>
                    <a:pt x="2810" y="8454"/>
                  </a:cubicBezTo>
                  <a:lnTo>
                    <a:pt x="2926" y="8454"/>
                  </a:lnTo>
                  <a:lnTo>
                    <a:pt x="7641" y="8245"/>
                  </a:lnTo>
                  <a:cubicBezTo>
                    <a:pt x="9104" y="8199"/>
                    <a:pt x="10311" y="6944"/>
                    <a:pt x="10242" y="5458"/>
                  </a:cubicBezTo>
                  <a:cubicBezTo>
                    <a:pt x="10242" y="5435"/>
                    <a:pt x="10195" y="2160"/>
                    <a:pt x="10149" y="1069"/>
                  </a:cubicBezTo>
                  <a:cubicBezTo>
                    <a:pt x="10102" y="186"/>
                    <a:pt x="7710" y="0"/>
                    <a:pt x="6131" y="0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4190690" y="4687328"/>
              <a:ext cx="309045" cy="246922"/>
            </a:xfrm>
            <a:custGeom>
              <a:avLst/>
              <a:gdLst/>
              <a:ahLst/>
              <a:cxnLst/>
              <a:rect l="l" t="t" r="r" b="b"/>
              <a:pathLst>
                <a:path w="9825" h="7850" extrusionOk="0">
                  <a:moveTo>
                    <a:pt x="4854" y="0"/>
                  </a:moveTo>
                  <a:cubicBezTo>
                    <a:pt x="2485" y="0"/>
                    <a:pt x="116" y="302"/>
                    <a:pt x="93" y="999"/>
                  </a:cubicBezTo>
                  <a:cubicBezTo>
                    <a:pt x="93" y="2114"/>
                    <a:pt x="0" y="5388"/>
                    <a:pt x="0" y="5388"/>
                  </a:cubicBezTo>
                  <a:cubicBezTo>
                    <a:pt x="0" y="6758"/>
                    <a:pt x="1092" y="7850"/>
                    <a:pt x="2485" y="7850"/>
                  </a:cubicBezTo>
                  <a:lnTo>
                    <a:pt x="7200" y="7850"/>
                  </a:lnTo>
                  <a:lnTo>
                    <a:pt x="7246" y="7850"/>
                  </a:lnTo>
                  <a:cubicBezTo>
                    <a:pt x="8593" y="7850"/>
                    <a:pt x="9708" y="6758"/>
                    <a:pt x="9708" y="5388"/>
                  </a:cubicBezTo>
                  <a:cubicBezTo>
                    <a:pt x="9708" y="5388"/>
                    <a:pt x="9801" y="2090"/>
                    <a:pt x="9824" y="999"/>
                  </a:cubicBezTo>
                  <a:cubicBezTo>
                    <a:pt x="9754" y="349"/>
                    <a:pt x="7293" y="0"/>
                    <a:pt x="4854" y="0"/>
                  </a:cubicBezTo>
                  <a:close/>
                </a:path>
              </a:pathLst>
            </a:custGeom>
            <a:solidFill>
              <a:srgbClr val="04797C"/>
            </a:solidFill>
            <a:ln w="9525" cap="flat" cmpd="sng">
              <a:solidFill>
                <a:srgbClr val="0344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4182638" y="4679999"/>
              <a:ext cx="322194" cy="261580"/>
            </a:xfrm>
            <a:custGeom>
              <a:avLst/>
              <a:gdLst/>
              <a:ahLst/>
              <a:cxnLst/>
              <a:rect l="l" t="t" r="r" b="b"/>
              <a:pathLst>
                <a:path w="10243" h="8316" extrusionOk="0">
                  <a:moveTo>
                    <a:pt x="5110" y="465"/>
                  </a:moveTo>
                  <a:cubicBezTo>
                    <a:pt x="6991" y="465"/>
                    <a:pt x="8896" y="651"/>
                    <a:pt x="9592" y="1092"/>
                  </a:cubicBezTo>
                  <a:cubicBezTo>
                    <a:pt x="9732" y="1185"/>
                    <a:pt x="9755" y="1232"/>
                    <a:pt x="9755" y="1278"/>
                  </a:cubicBezTo>
                  <a:cubicBezTo>
                    <a:pt x="9755" y="2347"/>
                    <a:pt x="9639" y="5621"/>
                    <a:pt x="9639" y="5691"/>
                  </a:cubicBezTo>
                  <a:cubicBezTo>
                    <a:pt x="9639" y="6922"/>
                    <a:pt x="8617" y="7920"/>
                    <a:pt x="7409" y="7920"/>
                  </a:cubicBezTo>
                  <a:lnTo>
                    <a:pt x="7409" y="7920"/>
                  </a:lnTo>
                  <a:lnTo>
                    <a:pt x="2672" y="7920"/>
                  </a:lnTo>
                  <a:cubicBezTo>
                    <a:pt x="1418" y="7920"/>
                    <a:pt x="442" y="6898"/>
                    <a:pt x="442" y="5691"/>
                  </a:cubicBezTo>
                  <a:cubicBezTo>
                    <a:pt x="442" y="5644"/>
                    <a:pt x="535" y="2370"/>
                    <a:pt x="558" y="1301"/>
                  </a:cubicBezTo>
                  <a:cubicBezTo>
                    <a:pt x="558" y="1278"/>
                    <a:pt x="605" y="1185"/>
                    <a:pt x="767" y="1092"/>
                  </a:cubicBezTo>
                  <a:cubicBezTo>
                    <a:pt x="1510" y="628"/>
                    <a:pt x="3322" y="465"/>
                    <a:pt x="5110" y="465"/>
                  </a:cubicBezTo>
                  <a:close/>
                  <a:moveTo>
                    <a:pt x="5087" y="1"/>
                  </a:moveTo>
                  <a:cubicBezTo>
                    <a:pt x="3206" y="1"/>
                    <a:pt x="1301" y="187"/>
                    <a:pt x="558" y="628"/>
                  </a:cubicBezTo>
                  <a:cubicBezTo>
                    <a:pt x="256" y="767"/>
                    <a:pt x="117" y="1000"/>
                    <a:pt x="117" y="1232"/>
                  </a:cubicBezTo>
                  <a:cubicBezTo>
                    <a:pt x="94" y="2323"/>
                    <a:pt x="1" y="5598"/>
                    <a:pt x="1" y="5621"/>
                  </a:cubicBezTo>
                  <a:cubicBezTo>
                    <a:pt x="1" y="7107"/>
                    <a:pt x="1185" y="8315"/>
                    <a:pt x="2695" y="8315"/>
                  </a:cubicBezTo>
                  <a:lnTo>
                    <a:pt x="7433" y="8315"/>
                  </a:lnTo>
                  <a:lnTo>
                    <a:pt x="7433" y="8315"/>
                  </a:lnTo>
                  <a:cubicBezTo>
                    <a:pt x="8919" y="8315"/>
                    <a:pt x="10127" y="7131"/>
                    <a:pt x="10127" y="5621"/>
                  </a:cubicBezTo>
                  <a:cubicBezTo>
                    <a:pt x="10127" y="5598"/>
                    <a:pt x="10219" y="2323"/>
                    <a:pt x="10243" y="1232"/>
                  </a:cubicBezTo>
                  <a:cubicBezTo>
                    <a:pt x="10243" y="1000"/>
                    <a:pt x="10103" y="814"/>
                    <a:pt x="9848" y="651"/>
                  </a:cubicBezTo>
                  <a:cubicBezTo>
                    <a:pt x="9081" y="233"/>
                    <a:pt x="7084" y="1"/>
                    <a:pt x="5087" y="1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4037283" y="3809230"/>
              <a:ext cx="1050503" cy="1049779"/>
            </a:xfrm>
            <a:custGeom>
              <a:avLst/>
              <a:gdLst/>
              <a:ahLst/>
              <a:cxnLst/>
              <a:rect l="l" t="t" r="r" b="b"/>
              <a:pathLst>
                <a:path w="33397" h="33374" extrusionOk="0">
                  <a:moveTo>
                    <a:pt x="16698" y="1"/>
                  </a:moveTo>
                  <a:cubicBezTo>
                    <a:pt x="7478" y="1"/>
                    <a:pt x="0" y="7479"/>
                    <a:pt x="0" y="16699"/>
                  </a:cubicBezTo>
                  <a:cubicBezTo>
                    <a:pt x="0" y="25896"/>
                    <a:pt x="7478" y="33374"/>
                    <a:pt x="16698" y="33374"/>
                  </a:cubicBezTo>
                  <a:cubicBezTo>
                    <a:pt x="25895" y="33374"/>
                    <a:pt x="33396" y="25896"/>
                    <a:pt x="33396" y="16699"/>
                  </a:cubicBezTo>
                  <a:cubicBezTo>
                    <a:pt x="33396" y="7479"/>
                    <a:pt x="25895" y="1"/>
                    <a:pt x="16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4037283" y="3909320"/>
              <a:ext cx="350660" cy="856205"/>
            </a:xfrm>
            <a:custGeom>
              <a:avLst/>
              <a:gdLst/>
              <a:ahLst/>
              <a:cxnLst/>
              <a:rect l="l" t="t" r="r" b="b"/>
              <a:pathLst>
                <a:path w="11148" h="27220" extrusionOk="0">
                  <a:moveTo>
                    <a:pt x="6921" y="1"/>
                  </a:moveTo>
                  <a:cubicBezTo>
                    <a:pt x="2741" y="3020"/>
                    <a:pt x="0" y="7943"/>
                    <a:pt x="0" y="13517"/>
                  </a:cubicBezTo>
                  <a:cubicBezTo>
                    <a:pt x="0" y="19207"/>
                    <a:pt x="2857" y="24200"/>
                    <a:pt x="7177" y="27219"/>
                  </a:cubicBezTo>
                  <a:cubicBezTo>
                    <a:pt x="9685" y="23712"/>
                    <a:pt x="11148" y="18742"/>
                    <a:pt x="11148" y="13471"/>
                  </a:cubicBezTo>
                  <a:cubicBezTo>
                    <a:pt x="11148" y="8129"/>
                    <a:pt x="9569" y="3391"/>
                    <a:pt x="6921" y="1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4735651" y="3907873"/>
              <a:ext cx="351415" cy="856897"/>
            </a:xfrm>
            <a:custGeom>
              <a:avLst/>
              <a:gdLst/>
              <a:ahLst/>
              <a:cxnLst/>
              <a:rect l="l" t="t" r="r" b="b"/>
              <a:pathLst>
                <a:path w="11172" h="27242" extrusionOk="0">
                  <a:moveTo>
                    <a:pt x="4250" y="0"/>
                  </a:moveTo>
                  <a:cubicBezTo>
                    <a:pt x="1580" y="3414"/>
                    <a:pt x="0" y="8129"/>
                    <a:pt x="0" y="13470"/>
                  </a:cubicBezTo>
                  <a:cubicBezTo>
                    <a:pt x="0" y="18765"/>
                    <a:pt x="1487" y="23712"/>
                    <a:pt x="3995" y="27242"/>
                  </a:cubicBezTo>
                  <a:cubicBezTo>
                    <a:pt x="8315" y="24246"/>
                    <a:pt x="11171" y="19230"/>
                    <a:pt x="11171" y="13540"/>
                  </a:cubicBezTo>
                  <a:cubicBezTo>
                    <a:pt x="11171" y="7966"/>
                    <a:pt x="8431" y="3066"/>
                    <a:pt x="4250" y="0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4552299" y="3804858"/>
              <a:ext cx="14627" cy="1046854"/>
            </a:xfrm>
            <a:custGeom>
              <a:avLst/>
              <a:gdLst/>
              <a:ahLst/>
              <a:cxnLst/>
              <a:rect l="l" t="t" r="r" b="b"/>
              <a:pathLst>
                <a:path w="465" h="33281" extrusionOk="0">
                  <a:moveTo>
                    <a:pt x="0" y="1"/>
                  </a:moveTo>
                  <a:lnTo>
                    <a:pt x="0" y="33281"/>
                  </a:lnTo>
                  <a:lnTo>
                    <a:pt x="465" y="33281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4882484" y="3983837"/>
              <a:ext cx="81846" cy="113993"/>
            </a:xfrm>
            <a:custGeom>
              <a:avLst/>
              <a:gdLst/>
              <a:ahLst/>
              <a:cxnLst/>
              <a:rect l="l" t="t" r="r" b="b"/>
              <a:pathLst>
                <a:path w="2602" h="3624" extrusionOk="0">
                  <a:moveTo>
                    <a:pt x="651" y="0"/>
                  </a:moveTo>
                  <a:cubicBezTo>
                    <a:pt x="465" y="0"/>
                    <a:pt x="279" y="117"/>
                    <a:pt x="140" y="372"/>
                  </a:cubicBezTo>
                  <a:cubicBezTo>
                    <a:pt x="0" y="767"/>
                    <a:pt x="744" y="1255"/>
                    <a:pt x="1394" y="1998"/>
                  </a:cubicBezTo>
                  <a:cubicBezTo>
                    <a:pt x="1742" y="2462"/>
                    <a:pt x="2021" y="2996"/>
                    <a:pt x="2230" y="3554"/>
                  </a:cubicBezTo>
                  <a:cubicBezTo>
                    <a:pt x="2253" y="3600"/>
                    <a:pt x="2276" y="3623"/>
                    <a:pt x="2346" y="3623"/>
                  </a:cubicBezTo>
                  <a:cubicBezTo>
                    <a:pt x="2439" y="3623"/>
                    <a:pt x="2509" y="3577"/>
                    <a:pt x="2555" y="3484"/>
                  </a:cubicBezTo>
                  <a:cubicBezTo>
                    <a:pt x="2601" y="3159"/>
                    <a:pt x="2601" y="2811"/>
                    <a:pt x="2555" y="2509"/>
                  </a:cubicBezTo>
                  <a:cubicBezTo>
                    <a:pt x="2346" y="1301"/>
                    <a:pt x="1347" y="0"/>
                    <a:pt x="651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4881005" y="4038631"/>
              <a:ext cx="54103" cy="72346"/>
            </a:xfrm>
            <a:custGeom>
              <a:avLst/>
              <a:gdLst/>
              <a:ahLst/>
              <a:cxnLst/>
              <a:rect l="l" t="t" r="r" b="b"/>
              <a:pathLst>
                <a:path w="1720" h="2300" extrusionOk="0">
                  <a:moveTo>
                    <a:pt x="582" y="0"/>
                  </a:moveTo>
                  <a:cubicBezTo>
                    <a:pt x="419" y="0"/>
                    <a:pt x="280" y="93"/>
                    <a:pt x="164" y="302"/>
                  </a:cubicBezTo>
                  <a:cubicBezTo>
                    <a:pt x="1" y="558"/>
                    <a:pt x="535" y="836"/>
                    <a:pt x="930" y="1278"/>
                  </a:cubicBezTo>
                  <a:cubicBezTo>
                    <a:pt x="1162" y="1580"/>
                    <a:pt x="1325" y="1881"/>
                    <a:pt x="1394" y="2230"/>
                  </a:cubicBezTo>
                  <a:cubicBezTo>
                    <a:pt x="1394" y="2276"/>
                    <a:pt x="1441" y="2299"/>
                    <a:pt x="1464" y="2299"/>
                  </a:cubicBezTo>
                  <a:cubicBezTo>
                    <a:pt x="1511" y="2299"/>
                    <a:pt x="1603" y="2230"/>
                    <a:pt x="1627" y="2183"/>
                  </a:cubicBezTo>
                  <a:cubicBezTo>
                    <a:pt x="1696" y="1974"/>
                    <a:pt x="1720" y="1742"/>
                    <a:pt x="1720" y="1533"/>
                  </a:cubicBezTo>
                  <a:cubicBezTo>
                    <a:pt x="1673" y="790"/>
                    <a:pt x="1092" y="0"/>
                    <a:pt x="58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4168042" y="3983837"/>
              <a:ext cx="82569" cy="113993"/>
            </a:xfrm>
            <a:custGeom>
              <a:avLst/>
              <a:gdLst/>
              <a:ahLst/>
              <a:cxnLst/>
              <a:rect l="l" t="t" r="r" b="b"/>
              <a:pathLst>
                <a:path w="2625" h="3624" extrusionOk="0">
                  <a:moveTo>
                    <a:pt x="70" y="2509"/>
                  </a:moveTo>
                  <a:cubicBezTo>
                    <a:pt x="0" y="2811"/>
                    <a:pt x="0" y="3159"/>
                    <a:pt x="70" y="3484"/>
                  </a:cubicBezTo>
                  <a:cubicBezTo>
                    <a:pt x="93" y="3577"/>
                    <a:pt x="186" y="3623"/>
                    <a:pt x="256" y="3623"/>
                  </a:cubicBezTo>
                  <a:cubicBezTo>
                    <a:pt x="326" y="3623"/>
                    <a:pt x="372" y="3600"/>
                    <a:pt x="372" y="3554"/>
                  </a:cubicBezTo>
                  <a:cubicBezTo>
                    <a:pt x="581" y="2996"/>
                    <a:pt x="836" y="2462"/>
                    <a:pt x="1208" y="1998"/>
                  </a:cubicBezTo>
                  <a:cubicBezTo>
                    <a:pt x="1835" y="1255"/>
                    <a:pt x="2625" y="744"/>
                    <a:pt x="2462" y="372"/>
                  </a:cubicBezTo>
                  <a:cubicBezTo>
                    <a:pt x="2346" y="117"/>
                    <a:pt x="2183" y="0"/>
                    <a:pt x="1951" y="0"/>
                  </a:cubicBezTo>
                  <a:cubicBezTo>
                    <a:pt x="1231" y="0"/>
                    <a:pt x="233" y="1301"/>
                    <a:pt x="70" y="2509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197264" y="4038631"/>
              <a:ext cx="54071" cy="72346"/>
            </a:xfrm>
            <a:custGeom>
              <a:avLst/>
              <a:gdLst/>
              <a:ahLst/>
              <a:cxnLst/>
              <a:rect l="l" t="t" r="r" b="b"/>
              <a:pathLst>
                <a:path w="1719" h="2300" extrusionOk="0">
                  <a:moveTo>
                    <a:pt x="0" y="1533"/>
                  </a:moveTo>
                  <a:cubicBezTo>
                    <a:pt x="0" y="1765"/>
                    <a:pt x="0" y="1974"/>
                    <a:pt x="93" y="2183"/>
                  </a:cubicBezTo>
                  <a:cubicBezTo>
                    <a:pt x="116" y="2230"/>
                    <a:pt x="209" y="2299"/>
                    <a:pt x="256" y="2299"/>
                  </a:cubicBezTo>
                  <a:cubicBezTo>
                    <a:pt x="302" y="2299"/>
                    <a:pt x="325" y="2253"/>
                    <a:pt x="325" y="2230"/>
                  </a:cubicBezTo>
                  <a:cubicBezTo>
                    <a:pt x="418" y="1881"/>
                    <a:pt x="581" y="1580"/>
                    <a:pt x="790" y="1278"/>
                  </a:cubicBezTo>
                  <a:cubicBezTo>
                    <a:pt x="1162" y="813"/>
                    <a:pt x="1719" y="558"/>
                    <a:pt x="1580" y="302"/>
                  </a:cubicBezTo>
                  <a:cubicBezTo>
                    <a:pt x="1463" y="93"/>
                    <a:pt x="1278" y="0"/>
                    <a:pt x="1138" y="0"/>
                  </a:cubicBezTo>
                  <a:cubicBezTo>
                    <a:pt x="604" y="0"/>
                    <a:pt x="24" y="790"/>
                    <a:pt x="0" y="1533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4193616" y="3922468"/>
              <a:ext cx="746616" cy="770710"/>
            </a:xfrm>
            <a:custGeom>
              <a:avLst/>
              <a:gdLst/>
              <a:ahLst/>
              <a:cxnLst/>
              <a:rect l="l" t="t" r="r" b="b"/>
              <a:pathLst>
                <a:path w="23736" h="24502" extrusionOk="0">
                  <a:moveTo>
                    <a:pt x="23735" y="12263"/>
                  </a:moveTo>
                  <a:cubicBezTo>
                    <a:pt x="23735" y="19021"/>
                    <a:pt x="18440" y="24502"/>
                    <a:pt x="11868" y="24502"/>
                  </a:cubicBezTo>
                  <a:cubicBezTo>
                    <a:pt x="5319" y="24502"/>
                    <a:pt x="0" y="19021"/>
                    <a:pt x="0" y="12263"/>
                  </a:cubicBezTo>
                  <a:cubicBezTo>
                    <a:pt x="0" y="5482"/>
                    <a:pt x="5319" y="1"/>
                    <a:pt x="11868" y="1"/>
                  </a:cubicBezTo>
                  <a:cubicBezTo>
                    <a:pt x="18440" y="1"/>
                    <a:pt x="23735" y="5482"/>
                    <a:pt x="23735" y="12263"/>
                  </a:cubicBezTo>
                  <a:close/>
                </a:path>
              </a:pathLst>
            </a:custGeom>
            <a:solidFill>
              <a:srgbClr val="E2BFA1"/>
            </a:solidFill>
            <a:ln w="11025" cap="flat" cmpd="sng">
              <a:solidFill>
                <a:srgbClr val="034444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3989063" y="3801932"/>
              <a:ext cx="1105297" cy="1063651"/>
            </a:xfrm>
            <a:custGeom>
              <a:avLst/>
              <a:gdLst/>
              <a:ahLst/>
              <a:cxnLst/>
              <a:rect l="l" t="t" r="r" b="b"/>
              <a:pathLst>
                <a:path w="35139" h="33815" extrusionOk="0">
                  <a:moveTo>
                    <a:pt x="18231" y="465"/>
                  </a:moveTo>
                  <a:cubicBezTo>
                    <a:pt x="27312" y="465"/>
                    <a:pt x="34674" y="7827"/>
                    <a:pt x="34697" y="16931"/>
                  </a:cubicBezTo>
                  <a:cubicBezTo>
                    <a:pt x="34697" y="23573"/>
                    <a:pt x="30679" y="29588"/>
                    <a:pt x="24525" y="32119"/>
                  </a:cubicBezTo>
                  <a:cubicBezTo>
                    <a:pt x="22505" y="32956"/>
                    <a:pt x="20345" y="33350"/>
                    <a:pt x="18231" y="33350"/>
                  </a:cubicBezTo>
                  <a:cubicBezTo>
                    <a:pt x="13935" y="33350"/>
                    <a:pt x="9731" y="31678"/>
                    <a:pt x="6596" y="28543"/>
                  </a:cubicBezTo>
                  <a:cubicBezTo>
                    <a:pt x="1882" y="23829"/>
                    <a:pt x="465" y="16745"/>
                    <a:pt x="3020" y="10637"/>
                  </a:cubicBezTo>
                  <a:cubicBezTo>
                    <a:pt x="5574" y="4483"/>
                    <a:pt x="11566" y="465"/>
                    <a:pt x="18231" y="465"/>
                  </a:cubicBezTo>
                  <a:close/>
                  <a:moveTo>
                    <a:pt x="18231" y="1"/>
                  </a:moveTo>
                  <a:cubicBezTo>
                    <a:pt x="13819" y="1"/>
                    <a:pt x="9499" y="1719"/>
                    <a:pt x="6271" y="4971"/>
                  </a:cubicBezTo>
                  <a:cubicBezTo>
                    <a:pt x="1417" y="9801"/>
                    <a:pt x="1" y="17047"/>
                    <a:pt x="2625" y="23387"/>
                  </a:cubicBezTo>
                  <a:cubicBezTo>
                    <a:pt x="5226" y="29704"/>
                    <a:pt x="11380" y="33815"/>
                    <a:pt x="18231" y="33815"/>
                  </a:cubicBezTo>
                  <a:cubicBezTo>
                    <a:pt x="27544" y="33815"/>
                    <a:pt x="35138" y="26244"/>
                    <a:pt x="35138" y="16931"/>
                  </a:cubicBezTo>
                  <a:cubicBezTo>
                    <a:pt x="35138" y="10080"/>
                    <a:pt x="31004" y="3926"/>
                    <a:pt x="24688" y="1278"/>
                  </a:cubicBezTo>
                  <a:cubicBezTo>
                    <a:pt x="22621" y="419"/>
                    <a:pt x="20414" y="1"/>
                    <a:pt x="18231" y="1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4082579" y="4568240"/>
              <a:ext cx="300993" cy="157841"/>
            </a:xfrm>
            <a:custGeom>
              <a:avLst/>
              <a:gdLst/>
              <a:ahLst/>
              <a:cxnLst/>
              <a:rect l="l" t="t" r="r" b="b"/>
              <a:pathLst>
                <a:path w="9569" h="5018" extrusionOk="0">
                  <a:moveTo>
                    <a:pt x="7966" y="5017"/>
                  </a:moveTo>
                  <a:lnTo>
                    <a:pt x="1579" y="5017"/>
                  </a:lnTo>
                  <a:cubicBezTo>
                    <a:pt x="720" y="5017"/>
                    <a:pt x="0" y="4320"/>
                    <a:pt x="0" y="3438"/>
                  </a:cubicBezTo>
                  <a:lnTo>
                    <a:pt x="0" y="1603"/>
                  </a:lnTo>
                  <a:cubicBezTo>
                    <a:pt x="0" y="721"/>
                    <a:pt x="697" y="1"/>
                    <a:pt x="1579" y="1"/>
                  </a:cubicBezTo>
                  <a:lnTo>
                    <a:pt x="7966" y="1"/>
                  </a:lnTo>
                  <a:cubicBezTo>
                    <a:pt x="8849" y="1"/>
                    <a:pt x="9568" y="697"/>
                    <a:pt x="9568" y="1603"/>
                  </a:cubicBezTo>
                  <a:lnTo>
                    <a:pt x="9568" y="3438"/>
                  </a:lnTo>
                  <a:cubicBezTo>
                    <a:pt x="9568" y="4320"/>
                    <a:pt x="8849" y="5017"/>
                    <a:pt x="7966" y="5017"/>
                  </a:cubicBezTo>
                  <a:close/>
                </a:path>
              </a:pathLst>
            </a:custGeom>
            <a:solidFill>
              <a:srgbClr val="CECECE"/>
            </a:solidFill>
            <a:ln w="11025" cap="flat" cmpd="sng">
              <a:solidFill>
                <a:srgbClr val="1E1E1E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4541321" y="4686573"/>
              <a:ext cx="36582" cy="72378"/>
            </a:xfrm>
            <a:custGeom>
              <a:avLst/>
              <a:gdLst/>
              <a:ahLst/>
              <a:cxnLst/>
              <a:rect l="l" t="t" r="r" b="b"/>
              <a:pathLst>
                <a:path w="1163" h="2301" extrusionOk="0">
                  <a:moveTo>
                    <a:pt x="442" y="1"/>
                  </a:moveTo>
                  <a:cubicBezTo>
                    <a:pt x="349" y="1"/>
                    <a:pt x="280" y="94"/>
                    <a:pt x="280" y="187"/>
                  </a:cubicBezTo>
                  <a:lnTo>
                    <a:pt x="1" y="2138"/>
                  </a:lnTo>
                  <a:cubicBezTo>
                    <a:pt x="1" y="2207"/>
                    <a:pt x="94" y="2300"/>
                    <a:pt x="187" y="2300"/>
                  </a:cubicBezTo>
                  <a:lnTo>
                    <a:pt x="999" y="2300"/>
                  </a:lnTo>
                  <a:cubicBezTo>
                    <a:pt x="1092" y="2300"/>
                    <a:pt x="1162" y="2230"/>
                    <a:pt x="1162" y="2138"/>
                  </a:cubicBezTo>
                  <a:lnTo>
                    <a:pt x="907" y="187"/>
                  </a:lnTo>
                  <a:cubicBezTo>
                    <a:pt x="907" y="94"/>
                    <a:pt x="814" y="1"/>
                    <a:pt x="744" y="1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>
              <a:off x="4039070" y="3821231"/>
              <a:ext cx="767785" cy="1049056"/>
            </a:xfrm>
            <a:custGeom>
              <a:avLst/>
              <a:gdLst/>
              <a:ahLst/>
              <a:cxnLst/>
              <a:rect l="l" t="t" r="r" b="b"/>
              <a:pathLst>
                <a:path w="24409" h="33351" extrusionOk="0">
                  <a:moveTo>
                    <a:pt x="16675" y="1"/>
                  </a:moveTo>
                  <a:cubicBezTo>
                    <a:pt x="7455" y="1"/>
                    <a:pt x="1" y="7456"/>
                    <a:pt x="1" y="16699"/>
                  </a:cubicBezTo>
                  <a:cubicBezTo>
                    <a:pt x="1" y="25895"/>
                    <a:pt x="7455" y="33350"/>
                    <a:pt x="16675" y="33350"/>
                  </a:cubicBezTo>
                  <a:cubicBezTo>
                    <a:pt x="19462" y="33350"/>
                    <a:pt x="22086" y="32654"/>
                    <a:pt x="24409" y="31469"/>
                  </a:cubicBezTo>
                  <a:cubicBezTo>
                    <a:pt x="19067" y="28706"/>
                    <a:pt x="15444" y="23132"/>
                    <a:pt x="15444" y="16699"/>
                  </a:cubicBezTo>
                  <a:cubicBezTo>
                    <a:pt x="15444" y="10242"/>
                    <a:pt x="19067" y="4669"/>
                    <a:pt x="24409" y="1882"/>
                  </a:cubicBezTo>
                  <a:cubicBezTo>
                    <a:pt x="22110" y="697"/>
                    <a:pt x="19462" y="1"/>
                    <a:pt x="16675" y="1"/>
                  </a:cubicBezTo>
                  <a:close/>
                </a:path>
              </a:pathLst>
            </a:custGeom>
            <a:solidFill>
              <a:srgbClr val="FCFCFC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>
              <a:off x="4224284" y="3942914"/>
              <a:ext cx="31" cy="208232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1" y="1"/>
                  </a:moveTo>
                  <a:lnTo>
                    <a:pt x="1" y="6620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4280526" y="3942914"/>
              <a:ext cx="31" cy="276898"/>
            </a:xfrm>
            <a:custGeom>
              <a:avLst/>
              <a:gdLst/>
              <a:ahLst/>
              <a:cxnLst/>
              <a:rect l="l" t="t" r="r" b="b"/>
              <a:pathLst>
                <a:path w="1" h="8803" fill="none" extrusionOk="0">
                  <a:moveTo>
                    <a:pt x="1" y="1"/>
                  </a:moveTo>
                  <a:lnTo>
                    <a:pt x="1" y="8803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4336045" y="3942914"/>
              <a:ext cx="31" cy="390860"/>
            </a:xfrm>
            <a:custGeom>
              <a:avLst/>
              <a:gdLst/>
              <a:ahLst/>
              <a:cxnLst/>
              <a:rect l="l" t="t" r="r" b="b"/>
              <a:pathLst>
                <a:path w="1" h="12426" fill="none" extrusionOk="0">
                  <a:moveTo>
                    <a:pt x="1" y="1"/>
                  </a:moveTo>
                  <a:lnTo>
                    <a:pt x="1" y="12426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4391563" y="3942914"/>
              <a:ext cx="31" cy="208232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1" y="1"/>
                  </a:moveTo>
                  <a:lnTo>
                    <a:pt x="1" y="6620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4444911" y="4279703"/>
              <a:ext cx="67219" cy="67219"/>
            </a:xfrm>
            <a:custGeom>
              <a:avLst/>
              <a:gdLst/>
              <a:ahLst/>
              <a:cxnLst/>
              <a:rect l="l" t="t" r="r" b="b"/>
              <a:pathLst>
                <a:path w="2137" h="2137" extrusionOk="0">
                  <a:moveTo>
                    <a:pt x="1069" y="0"/>
                  </a:moveTo>
                  <a:cubicBezTo>
                    <a:pt x="465" y="0"/>
                    <a:pt x="0" y="488"/>
                    <a:pt x="0" y="1068"/>
                  </a:cubicBezTo>
                  <a:cubicBezTo>
                    <a:pt x="0" y="1672"/>
                    <a:pt x="465" y="2137"/>
                    <a:pt x="1069" y="2137"/>
                  </a:cubicBezTo>
                  <a:cubicBezTo>
                    <a:pt x="1672" y="2137"/>
                    <a:pt x="2137" y="1672"/>
                    <a:pt x="2137" y="1068"/>
                  </a:cubicBezTo>
                  <a:cubicBezTo>
                    <a:pt x="2137" y="488"/>
                    <a:pt x="1672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4618040" y="4279703"/>
              <a:ext cx="67974" cy="67219"/>
            </a:xfrm>
            <a:custGeom>
              <a:avLst/>
              <a:gdLst/>
              <a:ahLst/>
              <a:cxnLst/>
              <a:rect l="l" t="t" r="r" b="b"/>
              <a:pathLst>
                <a:path w="2161" h="2137" extrusionOk="0">
                  <a:moveTo>
                    <a:pt x="1092" y="0"/>
                  </a:moveTo>
                  <a:cubicBezTo>
                    <a:pt x="488" y="0"/>
                    <a:pt x="0" y="488"/>
                    <a:pt x="0" y="1068"/>
                  </a:cubicBezTo>
                  <a:cubicBezTo>
                    <a:pt x="0" y="1672"/>
                    <a:pt x="488" y="2137"/>
                    <a:pt x="1092" y="2137"/>
                  </a:cubicBezTo>
                  <a:cubicBezTo>
                    <a:pt x="1672" y="2137"/>
                    <a:pt x="2160" y="1672"/>
                    <a:pt x="2160" y="1068"/>
                  </a:cubicBezTo>
                  <a:cubicBezTo>
                    <a:pt x="2160" y="488"/>
                    <a:pt x="1672" y="0"/>
                    <a:pt x="1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4412040" y="4216856"/>
              <a:ext cx="132960" cy="21956"/>
            </a:xfrm>
            <a:custGeom>
              <a:avLst/>
              <a:gdLst/>
              <a:ahLst/>
              <a:cxnLst/>
              <a:rect l="l" t="t" r="r" b="b"/>
              <a:pathLst>
                <a:path w="4227" h="698" extrusionOk="0">
                  <a:moveTo>
                    <a:pt x="349" y="1"/>
                  </a:moveTo>
                  <a:cubicBezTo>
                    <a:pt x="140" y="1"/>
                    <a:pt x="0" y="140"/>
                    <a:pt x="0" y="349"/>
                  </a:cubicBezTo>
                  <a:cubicBezTo>
                    <a:pt x="0" y="558"/>
                    <a:pt x="140" y="698"/>
                    <a:pt x="349" y="698"/>
                  </a:cubicBezTo>
                  <a:lnTo>
                    <a:pt x="3879" y="698"/>
                  </a:lnTo>
                  <a:cubicBezTo>
                    <a:pt x="4088" y="698"/>
                    <a:pt x="4227" y="558"/>
                    <a:pt x="4227" y="349"/>
                  </a:cubicBezTo>
                  <a:cubicBezTo>
                    <a:pt x="4227" y="140"/>
                    <a:pt x="4088" y="1"/>
                    <a:pt x="3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4585169" y="4216856"/>
              <a:ext cx="133715" cy="21956"/>
            </a:xfrm>
            <a:custGeom>
              <a:avLst/>
              <a:gdLst/>
              <a:ahLst/>
              <a:cxnLst/>
              <a:rect l="l" t="t" r="r" b="b"/>
              <a:pathLst>
                <a:path w="4251" h="698" extrusionOk="0">
                  <a:moveTo>
                    <a:pt x="349" y="1"/>
                  </a:moveTo>
                  <a:cubicBezTo>
                    <a:pt x="163" y="1"/>
                    <a:pt x="0" y="140"/>
                    <a:pt x="0" y="349"/>
                  </a:cubicBezTo>
                  <a:cubicBezTo>
                    <a:pt x="0" y="558"/>
                    <a:pt x="163" y="698"/>
                    <a:pt x="349" y="698"/>
                  </a:cubicBezTo>
                  <a:lnTo>
                    <a:pt x="3902" y="698"/>
                  </a:lnTo>
                  <a:cubicBezTo>
                    <a:pt x="4111" y="698"/>
                    <a:pt x="4250" y="558"/>
                    <a:pt x="4250" y="349"/>
                  </a:cubicBezTo>
                  <a:cubicBezTo>
                    <a:pt x="4250" y="140"/>
                    <a:pt x="4111" y="1"/>
                    <a:pt x="3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4544970" y="4378314"/>
              <a:ext cx="51177" cy="21956"/>
            </a:xfrm>
            <a:custGeom>
              <a:avLst/>
              <a:gdLst/>
              <a:ahLst/>
              <a:cxnLst/>
              <a:rect l="l" t="t" r="r" b="b"/>
              <a:pathLst>
                <a:path w="1627" h="698" extrusionOk="0">
                  <a:moveTo>
                    <a:pt x="349" y="0"/>
                  </a:moveTo>
                  <a:cubicBezTo>
                    <a:pt x="164" y="0"/>
                    <a:pt x="1" y="140"/>
                    <a:pt x="1" y="349"/>
                  </a:cubicBezTo>
                  <a:cubicBezTo>
                    <a:pt x="1" y="558"/>
                    <a:pt x="164" y="697"/>
                    <a:pt x="349" y="697"/>
                  </a:cubicBezTo>
                  <a:lnTo>
                    <a:pt x="1278" y="697"/>
                  </a:lnTo>
                  <a:cubicBezTo>
                    <a:pt x="1487" y="697"/>
                    <a:pt x="1627" y="558"/>
                    <a:pt x="1627" y="349"/>
                  </a:cubicBezTo>
                  <a:cubicBezTo>
                    <a:pt x="1627" y="140"/>
                    <a:pt x="1487" y="0"/>
                    <a:pt x="12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4256432" y="4330817"/>
              <a:ext cx="138842" cy="113269"/>
            </a:xfrm>
            <a:custGeom>
              <a:avLst/>
              <a:gdLst/>
              <a:ahLst/>
              <a:cxnLst/>
              <a:rect l="l" t="t" r="r" b="b"/>
              <a:pathLst>
                <a:path w="4414" h="3601" extrusionOk="0">
                  <a:moveTo>
                    <a:pt x="2207" y="1"/>
                  </a:moveTo>
                  <a:cubicBezTo>
                    <a:pt x="999" y="1"/>
                    <a:pt x="1" y="814"/>
                    <a:pt x="1" y="1789"/>
                  </a:cubicBezTo>
                  <a:cubicBezTo>
                    <a:pt x="1" y="2788"/>
                    <a:pt x="999" y="3601"/>
                    <a:pt x="2207" y="3601"/>
                  </a:cubicBezTo>
                  <a:cubicBezTo>
                    <a:pt x="3438" y="3601"/>
                    <a:pt x="4413" y="2788"/>
                    <a:pt x="4413" y="1789"/>
                  </a:cubicBezTo>
                  <a:cubicBezTo>
                    <a:pt x="4413" y="814"/>
                    <a:pt x="3438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4745874" y="4330817"/>
              <a:ext cx="138842" cy="113269"/>
            </a:xfrm>
            <a:custGeom>
              <a:avLst/>
              <a:gdLst/>
              <a:ahLst/>
              <a:cxnLst/>
              <a:rect l="l" t="t" r="r" b="b"/>
              <a:pathLst>
                <a:path w="4414" h="3601" extrusionOk="0">
                  <a:moveTo>
                    <a:pt x="2207" y="1"/>
                  </a:moveTo>
                  <a:cubicBezTo>
                    <a:pt x="999" y="1"/>
                    <a:pt x="1" y="814"/>
                    <a:pt x="1" y="1789"/>
                  </a:cubicBezTo>
                  <a:cubicBezTo>
                    <a:pt x="1" y="2788"/>
                    <a:pt x="999" y="3601"/>
                    <a:pt x="2207" y="3601"/>
                  </a:cubicBezTo>
                  <a:cubicBezTo>
                    <a:pt x="3438" y="3601"/>
                    <a:pt x="4413" y="2788"/>
                    <a:pt x="4413" y="1789"/>
                  </a:cubicBezTo>
                  <a:cubicBezTo>
                    <a:pt x="4413" y="814"/>
                    <a:pt x="3438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 txBox="1"/>
            <p:nvPr/>
          </p:nvSpPr>
          <p:spPr>
            <a:xfrm>
              <a:off x="4020362" y="4568975"/>
              <a:ext cx="419700" cy="1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latin typeface="Audiowide"/>
                  <a:ea typeface="Audiowide"/>
                  <a:cs typeface="Audiowide"/>
                  <a:sym typeface="Audiowide"/>
                </a:rPr>
                <a:t>002</a:t>
              </a:r>
              <a:endParaRPr sz="700">
                <a:latin typeface="Audiowide"/>
                <a:ea typeface="Audiowide"/>
                <a:cs typeface="Audiowide"/>
                <a:sym typeface="Audiowide"/>
              </a:endParaRPr>
            </a:p>
          </p:txBody>
        </p:sp>
      </p:grpSp>
      <p:sp>
        <p:nvSpPr>
          <p:cNvPr id="495" name="Google Shape;495;p30"/>
          <p:cNvSpPr txBox="1"/>
          <p:nvPr/>
        </p:nvSpPr>
        <p:spPr>
          <a:xfrm>
            <a:off x="5773563" y="4518600"/>
            <a:ext cx="4197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Audiowide"/>
                <a:ea typeface="Audiowide"/>
                <a:cs typeface="Audiowide"/>
                <a:sym typeface="Audiowide"/>
              </a:rPr>
              <a:t>003</a:t>
            </a:r>
            <a:endParaRPr sz="700"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" name="Google Shape;397;p30">
            <a:extLst>
              <a:ext uri="{FF2B5EF4-FFF2-40B4-BE49-F238E27FC236}">
                <a16:creationId xmlns:a16="http://schemas.microsoft.com/office/drawing/2014/main" id="{E901F4CE-8DBC-3035-50A3-96BA19315C74}"/>
              </a:ext>
            </a:extLst>
          </p:cNvPr>
          <p:cNvSpPr/>
          <p:nvPr/>
        </p:nvSpPr>
        <p:spPr>
          <a:xfrm rot="10800000">
            <a:off x="5648365" y="1375434"/>
            <a:ext cx="2497800" cy="21603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99;p30">
            <a:extLst>
              <a:ext uri="{FF2B5EF4-FFF2-40B4-BE49-F238E27FC236}">
                <a16:creationId xmlns:a16="http://schemas.microsoft.com/office/drawing/2014/main" id="{F76954C4-7FA1-F036-6F1A-145B5880694D}"/>
              </a:ext>
            </a:extLst>
          </p:cNvPr>
          <p:cNvSpPr txBox="1">
            <a:spLocks/>
          </p:cNvSpPr>
          <p:nvPr/>
        </p:nvSpPr>
        <p:spPr>
          <a:xfrm>
            <a:off x="6054293" y="1401363"/>
            <a:ext cx="1659900" cy="8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/>
            <a:r>
              <a:rPr lang="en-US" sz="1000" dirty="0"/>
              <a:t>The goal is to make machine learning </a:t>
            </a:r>
            <a:r>
              <a:rPr lang="en-US" sz="1000" b="1" dirty="0"/>
              <a:t>engaging, intuitive, gamified, and easy for anyone to understand</a:t>
            </a:r>
            <a:r>
              <a:rPr lang="en-US" sz="1000" dirty="0"/>
              <a:t>, regardless of technical background.</a:t>
            </a:r>
            <a:endParaRPr lang="en-US" sz="800" dirty="0"/>
          </a:p>
        </p:txBody>
      </p:sp>
      <p:sp>
        <p:nvSpPr>
          <p:cNvPr id="4" name="Google Shape;401;p30">
            <a:extLst>
              <a:ext uri="{FF2B5EF4-FFF2-40B4-BE49-F238E27FC236}">
                <a16:creationId xmlns:a16="http://schemas.microsoft.com/office/drawing/2014/main" id="{9459DCC6-35C5-A2C6-74FD-24407EF26E73}"/>
              </a:ext>
            </a:extLst>
          </p:cNvPr>
          <p:cNvSpPr txBox="1">
            <a:spLocks/>
          </p:cNvSpPr>
          <p:nvPr/>
        </p:nvSpPr>
        <p:spPr>
          <a:xfrm>
            <a:off x="6342774" y="2687760"/>
            <a:ext cx="11208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5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r>
              <a:rPr lang="en" sz="1400" dirty="0"/>
              <a:t>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CC5C574B-7AE6-488E-A81C-6768ECFB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">
            <a:extLst>
              <a:ext uri="{FF2B5EF4-FFF2-40B4-BE49-F238E27FC236}">
                <a16:creationId xmlns:a16="http://schemas.microsoft.com/office/drawing/2014/main" id="{ED65C8B7-B41F-98BC-1FC7-7324DDC9070E}"/>
              </a:ext>
            </a:extLst>
          </p:cNvPr>
          <p:cNvSpPr/>
          <p:nvPr/>
        </p:nvSpPr>
        <p:spPr>
          <a:xfrm>
            <a:off x="4199925" y="1405574"/>
            <a:ext cx="484800" cy="4848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1">
            <a:extLst>
              <a:ext uri="{FF2B5EF4-FFF2-40B4-BE49-F238E27FC236}">
                <a16:creationId xmlns:a16="http://schemas.microsoft.com/office/drawing/2014/main" id="{8185B742-A335-CD26-479E-42D874B6D587}"/>
              </a:ext>
            </a:extLst>
          </p:cNvPr>
          <p:cNvSpPr/>
          <p:nvPr/>
        </p:nvSpPr>
        <p:spPr>
          <a:xfrm>
            <a:off x="5287326" y="2522430"/>
            <a:ext cx="337208" cy="215395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Google Shape;502;p31">
            <a:extLst>
              <a:ext uri="{FF2B5EF4-FFF2-40B4-BE49-F238E27FC236}">
                <a16:creationId xmlns:a16="http://schemas.microsoft.com/office/drawing/2014/main" id="{C787A259-4838-56B2-DDCF-737AF33C669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36600" y="2390375"/>
            <a:ext cx="727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F76A8403-3629-9A4B-2DDA-EF9EC7467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1400" y="1227075"/>
            <a:ext cx="17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505" name="Google Shape;505;p31">
            <a:extLst>
              <a:ext uri="{FF2B5EF4-FFF2-40B4-BE49-F238E27FC236}">
                <a16:creationId xmlns:a16="http://schemas.microsoft.com/office/drawing/2014/main" id="{C11FA166-61D0-6894-A225-AC48FC6836DD}"/>
              </a:ext>
            </a:extLst>
          </p:cNvPr>
          <p:cNvGrpSpPr/>
          <p:nvPr/>
        </p:nvGrpSpPr>
        <p:grpSpPr>
          <a:xfrm flipH="1">
            <a:off x="284" y="2590428"/>
            <a:ext cx="2580834" cy="2559381"/>
            <a:chOff x="-761089" y="594525"/>
            <a:chExt cx="5186563" cy="5143450"/>
          </a:xfrm>
        </p:grpSpPr>
        <p:sp>
          <p:nvSpPr>
            <p:cNvPr id="506" name="Google Shape;506;p31">
              <a:extLst>
                <a:ext uri="{FF2B5EF4-FFF2-40B4-BE49-F238E27FC236}">
                  <a16:creationId xmlns:a16="http://schemas.microsoft.com/office/drawing/2014/main" id="{CDDD44B3-4497-EF07-E4F9-116156116381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1">
              <a:extLst>
                <a:ext uri="{FF2B5EF4-FFF2-40B4-BE49-F238E27FC236}">
                  <a16:creationId xmlns:a16="http://schemas.microsoft.com/office/drawing/2014/main" id="{1F70E9F8-C31E-BE14-CF7B-6D33F90DFD17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1">
              <a:extLst>
                <a:ext uri="{FF2B5EF4-FFF2-40B4-BE49-F238E27FC236}">
                  <a16:creationId xmlns:a16="http://schemas.microsoft.com/office/drawing/2014/main" id="{2CC56B13-A478-022A-6EC7-4160E9108942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1">
              <a:extLst>
                <a:ext uri="{FF2B5EF4-FFF2-40B4-BE49-F238E27FC236}">
                  <a16:creationId xmlns:a16="http://schemas.microsoft.com/office/drawing/2014/main" id="{F2FA0DF3-6A61-A4A9-11C5-4C66AAB9926E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8AB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A91C2E46-0689-DF17-7EA8-00E20E3F68E3}"/>
              </a:ext>
            </a:extLst>
          </p:cNvPr>
          <p:cNvSpPr/>
          <p:nvPr/>
        </p:nvSpPr>
        <p:spPr>
          <a:xfrm rot="5400000">
            <a:off x="6222649" y="2618825"/>
            <a:ext cx="828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1">
            <a:extLst>
              <a:ext uri="{FF2B5EF4-FFF2-40B4-BE49-F238E27FC236}">
                <a16:creationId xmlns:a16="http://schemas.microsoft.com/office/drawing/2014/main" id="{3A27A49F-10AA-2724-1E72-13F01FA6A457}"/>
              </a:ext>
            </a:extLst>
          </p:cNvPr>
          <p:cNvSpPr/>
          <p:nvPr/>
        </p:nvSpPr>
        <p:spPr>
          <a:xfrm rot="10800000">
            <a:off x="3508022" y="1326875"/>
            <a:ext cx="87000" cy="98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31">
            <a:extLst>
              <a:ext uri="{FF2B5EF4-FFF2-40B4-BE49-F238E27FC236}">
                <a16:creationId xmlns:a16="http://schemas.microsoft.com/office/drawing/2014/main" id="{619D80F4-EA2D-C11A-9401-0D4701B68F12}"/>
              </a:ext>
            </a:extLst>
          </p:cNvPr>
          <p:cNvGrpSpPr/>
          <p:nvPr/>
        </p:nvGrpSpPr>
        <p:grpSpPr>
          <a:xfrm>
            <a:off x="6563159" y="2590428"/>
            <a:ext cx="2580834" cy="2559381"/>
            <a:chOff x="-761089" y="594525"/>
            <a:chExt cx="5186563" cy="5143450"/>
          </a:xfrm>
        </p:grpSpPr>
        <p:sp>
          <p:nvSpPr>
            <p:cNvPr id="513" name="Google Shape;513;p31">
              <a:extLst>
                <a:ext uri="{FF2B5EF4-FFF2-40B4-BE49-F238E27FC236}">
                  <a16:creationId xmlns:a16="http://schemas.microsoft.com/office/drawing/2014/main" id="{4D0BBEBC-0A56-9C70-7DD3-C7F381BC44A0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1">
              <a:extLst>
                <a:ext uri="{FF2B5EF4-FFF2-40B4-BE49-F238E27FC236}">
                  <a16:creationId xmlns:a16="http://schemas.microsoft.com/office/drawing/2014/main" id="{7932C116-CB86-3D61-FDCC-918E9693A3F8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1">
              <a:extLst>
                <a:ext uri="{FF2B5EF4-FFF2-40B4-BE49-F238E27FC236}">
                  <a16:creationId xmlns:a16="http://schemas.microsoft.com/office/drawing/2014/main" id="{23CD67DC-83B5-1CF9-B88A-E3EF0775D519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1">
              <a:extLst>
                <a:ext uri="{FF2B5EF4-FFF2-40B4-BE49-F238E27FC236}">
                  <a16:creationId xmlns:a16="http://schemas.microsoft.com/office/drawing/2014/main" id="{327B5485-6A8A-5310-2674-889F99D2C679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1E6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2568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2"/>
          <p:cNvSpPr/>
          <p:nvPr/>
        </p:nvSpPr>
        <p:spPr>
          <a:xfrm>
            <a:off x="1775129" y="1206326"/>
            <a:ext cx="330967" cy="211429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2" name="Google Shape;522;p32"/>
          <p:cNvSpPr/>
          <p:nvPr/>
        </p:nvSpPr>
        <p:spPr>
          <a:xfrm>
            <a:off x="5756729" y="1206326"/>
            <a:ext cx="330967" cy="211429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3" name="Google Shape;523;p32"/>
          <p:cNvSpPr/>
          <p:nvPr/>
        </p:nvSpPr>
        <p:spPr>
          <a:xfrm>
            <a:off x="3748801" y="1185325"/>
            <a:ext cx="351300" cy="3513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2"/>
          <p:cNvSpPr txBox="1">
            <a:spLocks noGrp="1"/>
          </p:cNvSpPr>
          <p:nvPr>
            <p:ph type="subTitle" idx="1"/>
          </p:nvPr>
        </p:nvSpPr>
        <p:spPr>
          <a:xfrm>
            <a:off x="1565850" y="1796225"/>
            <a:ext cx="6012300" cy="9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 an interactive </a:t>
            </a:r>
            <a:r>
              <a:rPr lang="en-US" b="1" dirty="0"/>
              <a:t>Streamlit web application</a:t>
            </a:r>
            <a:r>
              <a:rPr lang="en-US" dirty="0"/>
              <a:t> where users compete against an AI model to guess the sentiment of real customer reviews.</a:t>
            </a:r>
            <a:endParaRPr dirty="0"/>
          </a:p>
        </p:txBody>
      </p:sp>
      <p:sp>
        <p:nvSpPr>
          <p:cNvPr id="525" name="Google Shape;525;p32"/>
          <p:cNvSpPr txBox="1">
            <a:spLocks noGrp="1"/>
          </p:cNvSpPr>
          <p:nvPr>
            <p:ph type="title"/>
          </p:nvPr>
        </p:nvSpPr>
        <p:spPr>
          <a:xfrm>
            <a:off x="1010600" y="1074575"/>
            <a:ext cx="7122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ARE YOU READY?</a:t>
            </a:r>
            <a:endParaRPr dirty="0"/>
          </a:p>
        </p:txBody>
      </p:sp>
      <p:sp>
        <p:nvSpPr>
          <p:cNvPr id="526" name="Google Shape;526;p32"/>
          <p:cNvSpPr/>
          <p:nvPr/>
        </p:nvSpPr>
        <p:spPr>
          <a:xfrm>
            <a:off x="2786500" y="3077100"/>
            <a:ext cx="1293000" cy="1293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A885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2"/>
          <p:cNvSpPr/>
          <p:nvPr/>
        </p:nvSpPr>
        <p:spPr>
          <a:xfrm>
            <a:off x="5064509" y="3077100"/>
            <a:ext cx="1293000" cy="12930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rgbClr val="DE7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32"/>
          <p:cNvSpPr/>
          <p:nvPr/>
        </p:nvSpPr>
        <p:spPr>
          <a:xfrm>
            <a:off x="5172350" y="3184950"/>
            <a:ext cx="1077300" cy="1077300"/>
          </a:xfrm>
          <a:prstGeom prst="mathMultiply">
            <a:avLst>
              <a:gd name="adj1" fmla="val 23520"/>
            </a:avLst>
          </a:prstGeom>
          <a:solidFill>
            <a:schemeClr val="lt1"/>
          </a:solidFill>
          <a:ln w="28575" cap="flat" cmpd="sng">
            <a:solidFill>
              <a:srgbClr val="DE7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2"/>
          <p:cNvSpPr/>
          <p:nvPr/>
        </p:nvSpPr>
        <p:spPr>
          <a:xfrm>
            <a:off x="2981800" y="3272400"/>
            <a:ext cx="902400" cy="902400"/>
          </a:xfrm>
          <a:prstGeom prst="donut">
            <a:avLst>
              <a:gd name="adj" fmla="val 25000"/>
            </a:avLst>
          </a:prstGeom>
          <a:solidFill>
            <a:schemeClr val="lt1"/>
          </a:solidFill>
          <a:ln w="28575" cap="flat" cmpd="sng">
            <a:solidFill>
              <a:srgbClr val="5A8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2"/>
          <p:cNvSpPr/>
          <p:nvPr/>
        </p:nvSpPr>
        <p:spPr>
          <a:xfrm rot="10800000">
            <a:off x="2224200" y="701727"/>
            <a:ext cx="80400" cy="51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2"/>
          <p:cNvSpPr/>
          <p:nvPr/>
        </p:nvSpPr>
        <p:spPr>
          <a:xfrm rot="10800000">
            <a:off x="6645400" y="701727"/>
            <a:ext cx="69600" cy="51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"/>
          <p:cNvSpPr/>
          <p:nvPr/>
        </p:nvSpPr>
        <p:spPr>
          <a:xfrm>
            <a:off x="5370473" y="633198"/>
            <a:ext cx="192881" cy="123208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7" name="Google Shape;537;p33"/>
          <p:cNvSpPr/>
          <p:nvPr/>
        </p:nvSpPr>
        <p:spPr>
          <a:xfrm>
            <a:off x="4315312" y="626525"/>
            <a:ext cx="209700" cy="2097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33"/>
          <p:cNvSpPr/>
          <p:nvPr/>
        </p:nvSpPr>
        <p:spPr>
          <a:xfrm>
            <a:off x="3260137" y="626525"/>
            <a:ext cx="209700" cy="2097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3"/>
          <p:cNvSpPr/>
          <p:nvPr/>
        </p:nvSpPr>
        <p:spPr>
          <a:xfrm>
            <a:off x="2629400" y="626525"/>
            <a:ext cx="209700" cy="2097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ORDER</a:t>
            </a:r>
            <a:endParaRPr dirty="0"/>
          </a:p>
        </p:txBody>
      </p:sp>
      <p:sp>
        <p:nvSpPr>
          <p:cNvPr id="541" name="Google Shape;541;p33"/>
          <p:cNvSpPr txBox="1"/>
          <p:nvPr/>
        </p:nvSpPr>
        <p:spPr>
          <a:xfrm>
            <a:off x="3541650" y="3088625"/>
            <a:ext cx="2060700" cy="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Random sample a review each round</a:t>
            </a:r>
            <a:endParaRPr dirty="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42" name="Google Shape;542;p33"/>
          <p:cNvSpPr txBox="1"/>
          <p:nvPr/>
        </p:nvSpPr>
        <p:spPr>
          <a:xfrm>
            <a:off x="3769050" y="3717675"/>
            <a:ext cx="16059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Ensures unpredictability and keeps the game engaging</a:t>
            </a:r>
            <a:endParaRPr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3" name="Google Shape;543;p33"/>
          <p:cNvSpPr txBox="1"/>
          <p:nvPr/>
        </p:nvSpPr>
        <p:spPr>
          <a:xfrm>
            <a:off x="1104900" y="3088600"/>
            <a:ext cx="2060699" cy="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Upload Review Dataset</a:t>
            </a:r>
          </a:p>
        </p:txBody>
      </p:sp>
      <p:sp>
        <p:nvSpPr>
          <p:cNvPr id="545" name="Google Shape;545;p33"/>
          <p:cNvSpPr txBox="1"/>
          <p:nvPr/>
        </p:nvSpPr>
        <p:spPr>
          <a:xfrm>
            <a:off x="5978400" y="3088600"/>
            <a:ext cx="2060700" cy="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Compare three Sentiments</a:t>
            </a:r>
            <a:endParaRPr dirty="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6064947" y="3717675"/>
            <a:ext cx="18333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- Human Guess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- AI Guess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- True Sentiment Label</a:t>
            </a:r>
            <a:endParaRPr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7" name="Google Shape;547;p33"/>
          <p:cNvSpPr/>
          <p:nvPr/>
        </p:nvSpPr>
        <p:spPr>
          <a:xfrm>
            <a:off x="6602400" y="2165400"/>
            <a:ext cx="812700" cy="8127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3"/>
          <p:cNvSpPr/>
          <p:nvPr/>
        </p:nvSpPr>
        <p:spPr>
          <a:xfrm>
            <a:off x="1728900" y="2165400"/>
            <a:ext cx="812700" cy="8127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3"/>
          <p:cNvSpPr/>
          <p:nvPr/>
        </p:nvSpPr>
        <p:spPr>
          <a:xfrm>
            <a:off x="4165650" y="2165400"/>
            <a:ext cx="812700" cy="8127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3"/>
          <p:cNvSpPr/>
          <p:nvPr/>
        </p:nvSpPr>
        <p:spPr>
          <a:xfrm>
            <a:off x="1485013" y="1201675"/>
            <a:ext cx="1300500" cy="54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 cap="flat" cmpd="sng">
            <a:solidFill>
              <a:srgbClr val="DE7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START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551" name="Google Shape;551;p33"/>
          <p:cNvCxnSpPr>
            <a:stCxn id="550" idx="2"/>
            <a:endCxn id="548" idx="0"/>
          </p:cNvCxnSpPr>
          <p:nvPr/>
        </p:nvCxnSpPr>
        <p:spPr>
          <a:xfrm rot="-5400000" flipH="1">
            <a:off x="1927363" y="1956775"/>
            <a:ext cx="416400" cy="600"/>
          </a:xfrm>
          <a:prstGeom prst="bentConnector3">
            <a:avLst>
              <a:gd name="adj1" fmla="val 50015"/>
            </a:avLst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33"/>
          <p:cNvCxnSpPr>
            <a:stCxn id="548" idx="6"/>
            <a:endCxn id="553" idx="2"/>
          </p:cNvCxnSpPr>
          <p:nvPr/>
        </p:nvCxnSpPr>
        <p:spPr>
          <a:xfrm>
            <a:off x="2541600" y="2571750"/>
            <a:ext cx="5802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33"/>
          <p:cNvCxnSpPr>
            <a:stCxn id="549" idx="6"/>
            <a:endCxn id="555" idx="2"/>
          </p:cNvCxnSpPr>
          <p:nvPr/>
        </p:nvCxnSpPr>
        <p:spPr>
          <a:xfrm>
            <a:off x="4978350" y="2571750"/>
            <a:ext cx="5850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33"/>
          <p:cNvCxnSpPr>
            <a:stCxn id="547" idx="6"/>
          </p:cNvCxnSpPr>
          <p:nvPr/>
        </p:nvCxnSpPr>
        <p:spPr>
          <a:xfrm>
            <a:off x="7415100" y="2571750"/>
            <a:ext cx="17916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557" name="Google Shape;557;p33"/>
          <p:cNvGrpSpPr/>
          <p:nvPr/>
        </p:nvGrpSpPr>
        <p:grpSpPr>
          <a:xfrm rot="-2702269">
            <a:off x="1854139" y="2243964"/>
            <a:ext cx="562522" cy="558736"/>
            <a:chOff x="1190625" y="238225"/>
            <a:chExt cx="5251000" cy="5219100"/>
          </a:xfrm>
        </p:grpSpPr>
        <p:sp>
          <p:nvSpPr>
            <p:cNvPr id="558" name="Google Shape;558;p33"/>
            <p:cNvSpPr/>
            <p:nvPr/>
          </p:nvSpPr>
          <p:spPr>
            <a:xfrm>
              <a:off x="1612225" y="2134275"/>
              <a:ext cx="1825925" cy="1035575"/>
            </a:xfrm>
            <a:custGeom>
              <a:avLst/>
              <a:gdLst/>
              <a:ahLst/>
              <a:cxnLst/>
              <a:rect l="l" t="t" r="r" b="b"/>
              <a:pathLst>
                <a:path w="73037" h="41423" extrusionOk="0">
                  <a:moveTo>
                    <a:pt x="12064" y="0"/>
                  </a:moveTo>
                  <a:cubicBezTo>
                    <a:pt x="8809" y="0"/>
                    <a:pt x="5600" y="1487"/>
                    <a:pt x="3523" y="4301"/>
                  </a:cubicBezTo>
                  <a:cubicBezTo>
                    <a:pt x="0" y="9031"/>
                    <a:pt x="979" y="15685"/>
                    <a:pt x="5709" y="19208"/>
                  </a:cubicBezTo>
                  <a:cubicBezTo>
                    <a:pt x="21791" y="31180"/>
                    <a:pt x="43515" y="39889"/>
                    <a:pt x="61000" y="41390"/>
                  </a:cubicBezTo>
                  <a:cubicBezTo>
                    <a:pt x="61326" y="41422"/>
                    <a:pt x="61619" y="41422"/>
                    <a:pt x="61946" y="41422"/>
                  </a:cubicBezTo>
                  <a:cubicBezTo>
                    <a:pt x="67426" y="41422"/>
                    <a:pt x="72058" y="37247"/>
                    <a:pt x="72547" y="31702"/>
                  </a:cubicBezTo>
                  <a:cubicBezTo>
                    <a:pt x="73036" y="25830"/>
                    <a:pt x="68698" y="20676"/>
                    <a:pt x="62859" y="20154"/>
                  </a:cubicBezTo>
                  <a:cubicBezTo>
                    <a:pt x="49224" y="18980"/>
                    <a:pt x="31348" y="11738"/>
                    <a:pt x="18431" y="2115"/>
                  </a:cubicBezTo>
                  <a:cubicBezTo>
                    <a:pt x="16515" y="689"/>
                    <a:pt x="14279" y="0"/>
                    <a:pt x="12064" y="0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2174100" y="2541900"/>
              <a:ext cx="1264850" cy="627950"/>
            </a:xfrm>
            <a:custGeom>
              <a:avLst/>
              <a:gdLst/>
              <a:ahLst/>
              <a:cxnLst/>
              <a:rect l="l" t="t" r="r" b="b"/>
              <a:pathLst>
                <a:path w="50594" h="25118" extrusionOk="0">
                  <a:moveTo>
                    <a:pt x="23259" y="0"/>
                  </a:moveTo>
                  <a:lnTo>
                    <a:pt x="1" y="13211"/>
                  </a:lnTo>
                  <a:cubicBezTo>
                    <a:pt x="12722" y="19670"/>
                    <a:pt x="26618" y="24041"/>
                    <a:pt x="38525" y="25085"/>
                  </a:cubicBezTo>
                  <a:cubicBezTo>
                    <a:pt x="38851" y="25117"/>
                    <a:pt x="39144" y="25117"/>
                    <a:pt x="39471" y="25117"/>
                  </a:cubicBezTo>
                  <a:cubicBezTo>
                    <a:pt x="44951" y="25117"/>
                    <a:pt x="49583" y="20942"/>
                    <a:pt x="50072" y="15397"/>
                  </a:cubicBezTo>
                  <a:cubicBezTo>
                    <a:pt x="50594" y="9525"/>
                    <a:pt x="46223" y="4371"/>
                    <a:pt x="40384" y="3849"/>
                  </a:cubicBezTo>
                  <a:cubicBezTo>
                    <a:pt x="35132" y="3393"/>
                    <a:pt x="29228" y="2055"/>
                    <a:pt x="23259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1241175" y="3431575"/>
              <a:ext cx="1429600" cy="1122975"/>
            </a:xfrm>
            <a:custGeom>
              <a:avLst/>
              <a:gdLst/>
              <a:ahLst/>
              <a:cxnLst/>
              <a:rect l="l" t="t" r="r" b="b"/>
              <a:pathLst>
                <a:path w="57184" h="44919" extrusionOk="0">
                  <a:moveTo>
                    <a:pt x="44990" y="0"/>
                  </a:moveTo>
                  <a:cubicBezTo>
                    <a:pt x="43154" y="0"/>
                    <a:pt x="41295" y="475"/>
                    <a:pt x="39601" y="1469"/>
                  </a:cubicBezTo>
                  <a:cubicBezTo>
                    <a:pt x="34871" y="4275"/>
                    <a:pt x="11254" y="19639"/>
                    <a:pt x="4143" y="26750"/>
                  </a:cubicBezTo>
                  <a:cubicBezTo>
                    <a:pt x="0" y="30892"/>
                    <a:pt x="0" y="37645"/>
                    <a:pt x="4143" y="41820"/>
                  </a:cubicBezTo>
                  <a:cubicBezTo>
                    <a:pt x="6231" y="43875"/>
                    <a:pt x="8971" y="44919"/>
                    <a:pt x="11678" y="44919"/>
                  </a:cubicBezTo>
                  <a:cubicBezTo>
                    <a:pt x="14418" y="44919"/>
                    <a:pt x="17158" y="43875"/>
                    <a:pt x="19214" y="41820"/>
                  </a:cubicBezTo>
                  <a:cubicBezTo>
                    <a:pt x="23715" y="37319"/>
                    <a:pt x="44298" y="23422"/>
                    <a:pt x="50431" y="19834"/>
                  </a:cubicBezTo>
                  <a:cubicBezTo>
                    <a:pt x="55487" y="16833"/>
                    <a:pt x="57183" y="10309"/>
                    <a:pt x="54182" y="5253"/>
                  </a:cubicBezTo>
                  <a:cubicBezTo>
                    <a:pt x="52186" y="1869"/>
                    <a:pt x="48633" y="0"/>
                    <a:pt x="44990" y="0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1741075" y="3431575"/>
              <a:ext cx="929700" cy="809025"/>
            </a:xfrm>
            <a:custGeom>
              <a:avLst/>
              <a:gdLst/>
              <a:ahLst/>
              <a:cxnLst/>
              <a:rect l="l" t="t" r="r" b="b"/>
              <a:pathLst>
                <a:path w="37188" h="32361" extrusionOk="0">
                  <a:moveTo>
                    <a:pt x="24994" y="0"/>
                  </a:moveTo>
                  <a:cubicBezTo>
                    <a:pt x="23158" y="0"/>
                    <a:pt x="21299" y="475"/>
                    <a:pt x="19605" y="1469"/>
                  </a:cubicBezTo>
                  <a:cubicBezTo>
                    <a:pt x="16930" y="3035"/>
                    <a:pt x="8318" y="8613"/>
                    <a:pt x="0" y="14419"/>
                  </a:cubicBezTo>
                  <a:cubicBezTo>
                    <a:pt x="3197" y="20813"/>
                    <a:pt x="7079" y="26815"/>
                    <a:pt x="11548" y="32360"/>
                  </a:cubicBezTo>
                  <a:cubicBezTo>
                    <a:pt x="18757" y="27272"/>
                    <a:pt x="26944" y="21889"/>
                    <a:pt x="30435" y="19834"/>
                  </a:cubicBezTo>
                  <a:cubicBezTo>
                    <a:pt x="35491" y="16833"/>
                    <a:pt x="37187" y="10309"/>
                    <a:pt x="34186" y="5253"/>
                  </a:cubicBezTo>
                  <a:cubicBezTo>
                    <a:pt x="32190" y="1869"/>
                    <a:pt x="28637" y="0"/>
                    <a:pt x="24994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3447900" y="3220950"/>
              <a:ext cx="640200" cy="1946875"/>
            </a:xfrm>
            <a:custGeom>
              <a:avLst/>
              <a:gdLst/>
              <a:ahLst/>
              <a:cxnLst/>
              <a:rect l="l" t="t" r="r" b="b"/>
              <a:pathLst>
                <a:path w="25608" h="77875" extrusionOk="0">
                  <a:moveTo>
                    <a:pt x="11859" y="1"/>
                  </a:moveTo>
                  <a:cubicBezTo>
                    <a:pt x="10906" y="1"/>
                    <a:pt x="9936" y="130"/>
                    <a:pt x="8971" y="402"/>
                  </a:cubicBezTo>
                  <a:cubicBezTo>
                    <a:pt x="3328" y="1968"/>
                    <a:pt x="1" y="7872"/>
                    <a:pt x="1599" y="13515"/>
                  </a:cubicBezTo>
                  <a:cubicBezTo>
                    <a:pt x="4046" y="22322"/>
                    <a:pt x="2839" y="37099"/>
                    <a:pt x="1664" y="51387"/>
                  </a:cubicBezTo>
                  <a:cubicBezTo>
                    <a:pt x="1240" y="56443"/>
                    <a:pt x="816" y="61695"/>
                    <a:pt x="555" y="66653"/>
                  </a:cubicBezTo>
                  <a:cubicBezTo>
                    <a:pt x="262" y="72524"/>
                    <a:pt x="4763" y="77548"/>
                    <a:pt x="10635" y="77841"/>
                  </a:cubicBezTo>
                  <a:cubicBezTo>
                    <a:pt x="10831" y="77841"/>
                    <a:pt x="11026" y="77874"/>
                    <a:pt x="11222" y="77874"/>
                  </a:cubicBezTo>
                  <a:cubicBezTo>
                    <a:pt x="16833" y="77874"/>
                    <a:pt x="21530" y="73438"/>
                    <a:pt x="21856" y="67762"/>
                  </a:cubicBezTo>
                  <a:cubicBezTo>
                    <a:pt x="22084" y="63097"/>
                    <a:pt x="22476" y="58270"/>
                    <a:pt x="22900" y="53116"/>
                  </a:cubicBezTo>
                  <a:cubicBezTo>
                    <a:pt x="24237" y="36969"/>
                    <a:pt x="25607" y="20267"/>
                    <a:pt x="22117" y="7774"/>
                  </a:cubicBezTo>
                  <a:cubicBezTo>
                    <a:pt x="20790" y="3090"/>
                    <a:pt x="16519" y="1"/>
                    <a:pt x="11859" y="1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3447900" y="3220950"/>
              <a:ext cx="610850" cy="1677750"/>
            </a:xfrm>
            <a:custGeom>
              <a:avLst/>
              <a:gdLst/>
              <a:ahLst/>
              <a:cxnLst/>
              <a:rect l="l" t="t" r="r" b="b"/>
              <a:pathLst>
                <a:path w="24434" h="67110" extrusionOk="0">
                  <a:moveTo>
                    <a:pt x="11859" y="1"/>
                  </a:moveTo>
                  <a:cubicBezTo>
                    <a:pt x="10906" y="1"/>
                    <a:pt x="9936" y="130"/>
                    <a:pt x="8971" y="402"/>
                  </a:cubicBezTo>
                  <a:cubicBezTo>
                    <a:pt x="3328" y="1968"/>
                    <a:pt x="1" y="7872"/>
                    <a:pt x="1599" y="13515"/>
                  </a:cubicBezTo>
                  <a:cubicBezTo>
                    <a:pt x="4046" y="22322"/>
                    <a:pt x="2839" y="37099"/>
                    <a:pt x="1664" y="51387"/>
                  </a:cubicBezTo>
                  <a:cubicBezTo>
                    <a:pt x="1240" y="56443"/>
                    <a:pt x="816" y="61695"/>
                    <a:pt x="555" y="66653"/>
                  </a:cubicBezTo>
                  <a:cubicBezTo>
                    <a:pt x="555" y="66816"/>
                    <a:pt x="555" y="66946"/>
                    <a:pt x="555" y="67110"/>
                  </a:cubicBezTo>
                  <a:cubicBezTo>
                    <a:pt x="3491" y="65218"/>
                    <a:pt x="6003" y="62608"/>
                    <a:pt x="7797" y="59444"/>
                  </a:cubicBezTo>
                  <a:lnTo>
                    <a:pt x="24270" y="30445"/>
                  </a:lnTo>
                  <a:cubicBezTo>
                    <a:pt x="24433" y="22192"/>
                    <a:pt x="23944" y="14396"/>
                    <a:pt x="22117" y="7774"/>
                  </a:cubicBezTo>
                  <a:cubicBezTo>
                    <a:pt x="20790" y="3090"/>
                    <a:pt x="16519" y="1"/>
                    <a:pt x="11859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2056675" y="4015300"/>
              <a:ext cx="1185750" cy="1365350"/>
            </a:xfrm>
            <a:custGeom>
              <a:avLst/>
              <a:gdLst/>
              <a:ahLst/>
              <a:cxnLst/>
              <a:rect l="l" t="t" r="r" b="b"/>
              <a:pathLst>
                <a:path w="47430" h="54614" extrusionOk="0">
                  <a:moveTo>
                    <a:pt x="35731" y="0"/>
                  </a:moveTo>
                  <a:cubicBezTo>
                    <a:pt x="33003" y="0"/>
                    <a:pt x="30272" y="1036"/>
                    <a:pt x="28184" y="3107"/>
                  </a:cubicBezTo>
                  <a:cubicBezTo>
                    <a:pt x="19801" y="11523"/>
                    <a:pt x="7960" y="26202"/>
                    <a:pt x="2284" y="39870"/>
                  </a:cubicBezTo>
                  <a:cubicBezTo>
                    <a:pt x="0" y="45317"/>
                    <a:pt x="2577" y="51548"/>
                    <a:pt x="8025" y="53798"/>
                  </a:cubicBezTo>
                  <a:cubicBezTo>
                    <a:pt x="9362" y="54353"/>
                    <a:pt x="10732" y="54614"/>
                    <a:pt x="12102" y="54614"/>
                  </a:cubicBezTo>
                  <a:cubicBezTo>
                    <a:pt x="16278" y="54614"/>
                    <a:pt x="20257" y="52135"/>
                    <a:pt x="21953" y="48057"/>
                  </a:cubicBezTo>
                  <a:cubicBezTo>
                    <a:pt x="26161" y="37945"/>
                    <a:pt x="35686" y="25778"/>
                    <a:pt x="43254" y="18177"/>
                  </a:cubicBezTo>
                  <a:cubicBezTo>
                    <a:pt x="47430" y="14035"/>
                    <a:pt x="47430" y="7282"/>
                    <a:pt x="43254" y="3107"/>
                  </a:cubicBezTo>
                  <a:cubicBezTo>
                    <a:pt x="41183" y="1036"/>
                    <a:pt x="38459" y="0"/>
                    <a:pt x="35731" y="0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2359225" y="4015300"/>
              <a:ext cx="883200" cy="862200"/>
            </a:xfrm>
            <a:custGeom>
              <a:avLst/>
              <a:gdLst/>
              <a:ahLst/>
              <a:cxnLst/>
              <a:rect l="l" t="t" r="r" b="b"/>
              <a:pathLst>
                <a:path w="35328" h="34488" extrusionOk="0">
                  <a:moveTo>
                    <a:pt x="23629" y="0"/>
                  </a:moveTo>
                  <a:cubicBezTo>
                    <a:pt x="20901" y="0"/>
                    <a:pt x="18170" y="1036"/>
                    <a:pt x="16082" y="3107"/>
                  </a:cubicBezTo>
                  <a:cubicBezTo>
                    <a:pt x="11254" y="7967"/>
                    <a:pt x="5285" y="14883"/>
                    <a:pt x="0" y="22516"/>
                  </a:cubicBezTo>
                  <a:cubicBezTo>
                    <a:pt x="5383" y="27083"/>
                    <a:pt x="11287" y="31095"/>
                    <a:pt x="17582" y="34487"/>
                  </a:cubicBezTo>
                  <a:cubicBezTo>
                    <a:pt x="21856" y="28387"/>
                    <a:pt x="26814" y="22516"/>
                    <a:pt x="31152" y="18177"/>
                  </a:cubicBezTo>
                  <a:cubicBezTo>
                    <a:pt x="35328" y="14035"/>
                    <a:pt x="35328" y="7282"/>
                    <a:pt x="31152" y="3107"/>
                  </a:cubicBezTo>
                  <a:cubicBezTo>
                    <a:pt x="29081" y="1036"/>
                    <a:pt x="26357" y="0"/>
                    <a:pt x="23629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1872375" y="2494600"/>
              <a:ext cx="2280950" cy="2242225"/>
            </a:xfrm>
            <a:custGeom>
              <a:avLst/>
              <a:gdLst/>
              <a:ahLst/>
              <a:cxnLst/>
              <a:rect l="l" t="t" r="r" b="b"/>
              <a:pathLst>
                <a:path w="91238" h="89689" extrusionOk="0">
                  <a:moveTo>
                    <a:pt x="59173" y="0"/>
                  </a:moveTo>
                  <a:lnTo>
                    <a:pt x="7731" y="29260"/>
                  </a:lnTo>
                  <a:cubicBezTo>
                    <a:pt x="2186" y="32392"/>
                    <a:pt x="0" y="39274"/>
                    <a:pt x="2708" y="45048"/>
                  </a:cubicBezTo>
                  <a:cubicBezTo>
                    <a:pt x="11646" y="64196"/>
                    <a:pt x="27042" y="79593"/>
                    <a:pt x="46157" y="88530"/>
                  </a:cubicBezTo>
                  <a:cubicBezTo>
                    <a:pt x="47840" y="89315"/>
                    <a:pt x="49613" y="89689"/>
                    <a:pt x="51360" y="89689"/>
                  </a:cubicBezTo>
                  <a:cubicBezTo>
                    <a:pt x="55638" y="89689"/>
                    <a:pt x="59754" y="87445"/>
                    <a:pt x="61978" y="83507"/>
                  </a:cubicBezTo>
                  <a:lnTo>
                    <a:pt x="91238" y="32065"/>
                  </a:lnTo>
                  <a:lnTo>
                    <a:pt x="59173" y="0"/>
                  </a:lnTo>
                  <a:close/>
                </a:path>
              </a:pathLst>
            </a:custGeom>
            <a:solidFill>
              <a:srgbClr val="E88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1872375" y="2494600"/>
              <a:ext cx="2280950" cy="2242225"/>
            </a:xfrm>
            <a:custGeom>
              <a:avLst/>
              <a:gdLst/>
              <a:ahLst/>
              <a:cxnLst/>
              <a:rect l="l" t="t" r="r" b="b"/>
              <a:pathLst>
                <a:path w="91238" h="89689" extrusionOk="0">
                  <a:moveTo>
                    <a:pt x="59173" y="0"/>
                  </a:moveTo>
                  <a:lnTo>
                    <a:pt x="7731" y="29260"/>
                  </a:lnTo>
                  <a:cubicBezTo>
                    <a:pt x="2186" y="32392"/>
                    <a:pt x="0" y="39274"/>
                    <a:pt x="2708" y="45048"/>
                  </a:cubicBezTo>
                  <a:cubicBezTo>
                    <a:pt x="11646" y="64196"/>
                    <a:pt x="27042" y="79593"/>
                    <a:pt x="46157" y="88530"/>
                  </a:cubicBezTo>
                  <a:cubicBezTo>
                    <a:pt x="47840" y="89315"/>
                    <a:pt x="49613" y="89689"/>
                    <a:pt x="51360" y="89689"/>
                  </a:cubicBezTo>
                  <a:cubicBezTo>
                    <a:pt x="55638" y="89689"/>
                    <a:pt x="59754" y="87445"/>
                    <a:pt x="61978" y="83507"/>
                  </a:cubicBezTo>
                  <a:lnTo>
                    <a:pt x="91238" y="32065"/>
                  </a:lnTo>
                  <a:lnTo>
                    <a:pt x="59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1872375" y="3142100"/>
              <a:ext cx="1633450" cy="1594725"/>
            </a:xfrm>
            <a:custGeom>
              <a:avLst/>
              <a:gdLst/>
              <a:ahLst/>
              <a:cxnLst/>
              <a:rect l="l" t="t" r="r" b="b"/>
              <a:pathLst>
                <a:path w="65338" h="63789" extrusionOk="0">
                  <a:moveTo>
                    <a:pt x="13635" y="0"/>
                  </a:moveTo>
                  <a:lnTo>
                    <a:pt x="7731" y="3360"/>
                  </a:lnTo>
                  <a:cubicBezTo>
                    <a:pt x="2186" y="6492"/>
                    <a:pt x="0" y="13374"/>
                    <a:pt x="2708" y="19148"/>
                  </a:cubicBezTo>
                  <a:cubicBezTo>
                    <a:pt x="11646" y="38296"/>
                    <a:pt x="27042" y="53693"/>
                    <a:pt x="46157" y="62630"/>
                  </a:cubicBezTo>
                  <a:cubicBezTo>
                    <a:pt x="47840" y="63415"/>
                    <a:pt x="49613" y="63789"/>
                    <a:pt x="51360" y="63789"/>
                  </a:cubicBezTo>
                  <a:cubicBezTo>
                    <a:pt x="55638" y="63789"/>
                    <a:pt x="59754" y="61545"/>
                    <a:pt x="61978" y="57607"/>
                  </a:cubicBezTo>
                  <a:lnTo>
                    <a:pt x="65338" y="51703"/>
                  </a:lnTo>
                  <a:cubicBezTo>
                    <a:pt x="55911" y="38394"/>
                    <a:pt x="43972" y="45766"/>
                    <a:pt x="31772" y="33566"/>
                  </a:cubicBezTo>
                  <a:cubicBezTo>
                    <a:pt x="19572" y="21366"/>
                    <a:pt x="26944" y="9427"/>
                    <a:pt x="13635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3215500" y="314700"/>
              <a:ext cx="1113975" cy="1202950"/>
            </a:xfrm>
            <a:custGeom>
              <a:avLst/>
              <a:gdLst/>
              <a:ahLst/>
              <a:cxnLst/>
              <a:rect l="l" t="t" r="r" b="b"/>
              <a:pathLst>
                <a:path w="44559" h="48118" extrusionOk="0">
                  <a:moveTo>
                    <a:pt x="11856" y="0"/>
                  </a:moveTo>
                  <a:cubicBezTo>
                    <a:pt x="9557" y="0"/>
                    <a:pt x="7344" y="1311"/>
                    <a:pt x="6296" y="3526"/>
                  </a:cubicBezTo>
                  <a:lnTo>
                    <a:pt x="1566" y="13671"/>
                  </a:lnTo>
                  <a:cubicBezTo>
                    <a:pt x="0" y="17063"/>
                    <a:pt x="1762" y="21010"/>
                    <a:pt x="5317" y="22120"/>
                  </a:cubicBezTo>
                  <a:cubicBezTo>
                    <a:pt x="17680" y="25871"/>
                    <a:pt x="31478" y="40256"/>
                    <a:pt x="33631" y="48118"/>
                  </a:cubicBezTo>
                  <a:lnTo>
                    <a:pt x="43580" y="43257"/>
                  </a:lnTo>
                  <a:cubicBezTo>
                    <a:pt x="44559" y="27534"/>
                    <a:pt x="34675" y="9887"/>
                    <a:pt x="14385" y="558"/>
                  </a:cubicBezTo>
                  <a:cubicBezTo>
                    <a:pt x="13567" y="179"/>
                    <a:pt x="12706" y="0"/>
                    <a:pt x="118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3717825" y="1024900"/>
              <a:ext cx="684250" cy="636250"/>
            </a:xfrm>
            <a:custGeom>
              <a:avLst/>
              <a:gdLst/>
              <a:ahLst/>
              <a:cxnLst/>
              <a:rect l="l" t="t" r="r" b="b"/>
              <a:pathLst>
                <a:path w="27370" h="25450" extrusionOk="0">
                  <a:moveTo>
                    <a:pt x="13721" y="0"/>
                  </a:moveTo>
                  <a:cubicBezTo>
                    <a:pt x="13037" y="0"/>
                    <a:pt x="12344" y="56"/>
                    <a:pt x="11646" y="170"/>
                  </a:cubicBezTo>
                  <a:cubicBezTo>
                    <a:pt x="4731" y="1279"/>
                    <a:pt x="1" y="7803"/>
                    <a:pt x="1143" y="14751"/>
                  </a:cubicBezTo>
                  <a:cubicBezTo>
                    <a:pt x="2143" y="21015"/>
                    <a:pt x="7543" y="25450"/>
                    <a:pt x="13688" y="25450"/>
                  </a:cubicBezTo>
                  <a:cubicBezTo>
                    <a:pt x="14359" y="25450"/>
                    <a:pt x="15040" y="25397"/>
                    <a:pt x="15724" y="25288"/>
                  </a:cubicBezTo>
                  <a:cubicBezTo>
                    <a:pt x="22672" y="24146"/>
                    <a:pt x="27369" y="17622"/>
                    <a:pt x="26260" y="10674"/>
                  </a:cubicBezTo>
                  <a:cubicBezTo>
                    <a:pt x="25233" y="4453"/>
                    <a:pt x="19850" y="0"/>
                    <a:pt x="1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5130275" y="2341250"/>
              <a:ext cx="1224075" cy="1066400"/>
            </a:xfrm>
            <a:custGeom>
              <a:avLst/>
              <a:gdLst/>
              <a:ahLst/>
              <a:cxnLst/>
              <a:rect l="l" t="t" r="r" b="b"/>
              <a:pathLst>
                <a:path w="48963" h="42656" extrusionOk="0">
                  <a:moveTo>
                    <a:pt x="6998" y="1"/>
                  </a:moveTo>
                  <a:cubicBezTo>
                    <a:pt x="6283" y="1"/>
                    <a:pt x="5570" y="23"/>
                    <a:pt x="4861" y="67"/>
                  </a:cubicBezTo>
                  <a:lnTo>
                    <a:pt x="1" y="10016"/>
                  </a:lnTo>
                  <a:cubicBezTo>
                    <a:pt x="7862" y="12169"/>
                    <a:pt x="22247" y="25967"/>
                    <a:pt x="25999" y="38297"/>
                  </a:cubicBezTo>
                  <a:cubicBezTo>
                    <a:pt x="26831" y="40991"/>
                    <a:pt x="29263" y="42655"/>
                    <a:pt x="31859" y="42655"/>
                  </a:cubicBezTo>
                  <a:cubicBezTo>
                    <a:pt x="32721" y="42655"/>
                    <a:pt x="33601" y="42472"/>
                    <a:pt x="34447" y="42081"/>
                  </a:cubicBezTo>
                  <a:lnTo>
                    <a:pt x="44592" y="37351"/>
                  </a:lnTo>
                  <a:cubicBezTo>
                    <a:pt x="47626" y="35916"/>
                    <a:pt x="48963" y="32295"/>
                    <a:pt x="47560" y="29262"/>
                  </a:cubicBezTo>
                  <a:cubicBezTo>
                    <a:pt x="38652" y="9887"/>
                    <a:pt x="22158" y="1"/>
                    <a:pt x="69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4962275" y="2269350"/>
              <a:ext cx="684225" cy="636250"/>
            </a:xfrm>
            <a:custGeom>
              <a:avLst/>
              <a:gdLst/>
              <a:ahLst/>
              <a:cxnLst/>
              <a:rect l="l" t="t" r="r" b="b"/>
              <a:pathLst>
                <a:path w="27369" h="25450" extrusionOk="0">
                  <a:moveTo>
                    <a:pt x="13657" y="0"/>
                  </a:moveTo>
                  <a:cubicBezTo>
                    <a:pt x="7547" y="0"/>
                    <a:pt x="2140" y="4453"/>
                    <a:pt x="1143" y="10674"/>
                  </a:cubicBezTo>
                  <a:cubicBezTo>
                    <a:pt x="1" y="17622"/>
                    <a:pt x="4731" y="24146"/>
                    <a:pt x="11646" y="25287"/>
                  </a:cubicBezTo>
                  <a:cubicBezTo>
                    <a:pt x="12330" y="25397"/>
                    <a:pt x="13010" y="25450"/>
                    <a:pt x="13682" y="25450"/>
                  </a:cubicBezTo>
                  <a:cubicBezTo>
                    <a:pt x="19827" y="25450"/>
                    <a:pt x="25231" y="21015"/>
                    <a:pt x="26260" y="14751"/>
                  </a:cubicBezTo>
                  <a:cubicBezTo>
                    <a:pt x="27369" y="7836"/>
                    <a:pt x="22672" y="1279"/>
                    <a:pt x="15724" y="170"/>
                  </a:cubicBezTo>
                  <a:cubicBezTo>
                    <a:pt x="15029" y="56"/>
                    <a:pt x="14339" y="0"/>
                    <a:pt x="136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3034450" y="1291950"/>
              <a:ext cx="2450600" cy="2192475"/>
            </a:xfrm>
            <a:custGeom>
              <a:avLst/>
              <a:gdLst/>
              <a:ahLst/>
              <a:cxnLst/>
              <a:rect l="l" t="t" r="r" b="b"/>
              <a:pathLst>
                <a:path w="98024" h="87699" extrusionOk="0">
                  <a:moveTo>
                    <a:pt x="42598" y="0"/>
                  </a:moveTo>
                  <a:cubicBezTo>
                    <a:pt x="32553" y="0"/>
                    <a:pt x="22974" y="3506"/>
                    <a:pt x="15821" y="10659"/>
                  </a:cubicBezTo>
                  <a:cubicBezTo>
                    <a:pt x="1" y="26479"/>
                    <a:pt x="2023" y="54173"/>
                    <a:pt x="20355" y="72506"/>
                  </a:cubicBezTo>
                  <a:cubicBezTo>
                    <a:pt x="30382" y="82550"/>
                    <a:pt x="43228" y="87698"/>
                    <a:pt x="55396" y="87698"/>
                  </a:cubicBezTo>
                  <a:cubicBezTo>
                    <a:pt x="65438" y="87698"/>
                    <a:pt x="75017" y="84193"/>
                    <a:pt x="82170" y="77040"/>
                  </a:cubicBezTo>
                  <a:cubicBezTo>
                    <a:pt x="98023" y="61187"/>
                    <a:pt x="96001" y="33525"/>
                    <a:pt x="77668" y="15193"/>
                  </a:cubicBezTo>
                  <a:cubicBezTo>
                    <a:pt x="67624" y="5149"/>
                    <a:pt x="54770" y="0"/>
                    <a:pt x="42598" y="0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3034450" y="1343925"/>
              <a:ext cx="1103400" cy="2104000"/>
            </a:xfrm>
            <a:custGeom>
              <a:avLst/>
              <a:gdLst/>
              <a:ahLst/>
              <a:cxnLst/>
              <a:rect l="l" t="t" r="r" b="b"/>
              <a:pathLst>
                <a:path w="44136" h="84160" extrusionOk="0">
                  <a:moveTo>
                    <a:pt x="29652" y="1"/>
                  </a:moveTo>
                  <a:lnTo>
                    <a:pt x="29652" y="1"/>
                  </a:lnTo>
                  <a:cubicBezTo>
                    <a:pt x="24531" y="1762"/>
                    <a:pt x="19801" y="4600"/>
                    <a:pt x="15821" y="8580"/>
                  </a:cubicBezTo>
                  <a:cubicBezTo>
                    <a:pt x="1" y="24400"/>
                    <a:pt x="2023" y="52094"/>
                    <a:pt x="20355" y="70427"/>
                  </a:cubicBezTo>
                  <a:cubicBezTo>
                    <a:pt x="27336" y="77375"/>
                    <a:pt x="35621" y="81974"/>
                    <a:pt x="44135" y="84160"/>
                  </a:cubicBezTo>
                  <a:cubicBezTo>
                    <a:pt x="17517" y="63414"/>
                    <a:pt x="19899" y="22932"/>
                    <a:pt x="29652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3571875" y="1291550"/>
              <a:ext cx="1897675" cy="1784525"/>
            </a:xfrm>
            <a:custGeom>
              <a:avLst/>
              <a:gdLst/>
              <a:ahLst/>
              <a:cxnLst/>
              <a:rect l="l" t="t" r="r" b="b"/>
              <a:pathLst>
                <a:path w="75907" h="71381" extrusionOk="0">
                  <a:moveTo>
                    <a:pt x="21129" y="1"/>
                  </a:moveTo>
                  <a:cubicBezTo>
                    <a:pt x="13540" y="1"/>
                    <a:pt x="6214" y="2003"/>
                    <a:pt x="0" y="6075"/>
                  </a:cubicBezTo>
                  <a:cubicBezTo>
                    <a:pt x="8905" y="17035"/>
                    <a:pt x="27172" y="26299"/>
                    <a:pt x="43123" y="28257"/>
                  </a:cubicBezTo>
                  <a:cubicBezTo>
                    <a:pt x="45081" y="44208"/>
                    <a:pt x="54345" y="62475"/>
                    <a:pt x="65305" y="71380"/>
                  </a:cubicBezTo>
                  <a:cubicBezTo>
                    <a:pt x="75906" y="55201"/>
                    <a:pt x="72481" y="31486"/>
                    <a:pt x="56171" y="15176"/>
                  </a:cubicBezTo>
                  <a:cubicBezTo>
                    <a:pt x="46146" y="5151"/>
                    <a:pt x="33299" y="1"/>
                    <a:pt x="21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3345975" y="1931775"/>
              <a:ext cx="485250" cy="430375"/>
            </a:xfrm>
            <a:custGeom>
              <a:avLst/>
              <a:gdLst/>
              <a:ahLst/>
              <a:cxnLst/>
              <a:rect l="l" t="t" r="r" b="b"/>
              <a:pathLst>
                <a:path w="19410" h="17215" extrusionOk="0">
                  <a:moveTo>
                    <a:pt x="7784" y="1"/>
                  </a:moveTo>
                  <a:cubicBezTo>
                    <a:pt x="5948" y="1"/>
                    <a:pt x="4236" y="612"/>
                    <a:pt x="2969" y="1865"/>
                  </a:cubicBezTo>
                  <a:cubicBezTo>
                    <a:pt x="0" y="4833"/>
                    <a:pt x="620" y="10248"/>
                    <a:pt x="4339" y="13967"/>
                  </a:cubicBezTo>
                  <a:cubicBezTo>
                    <a:pt x="6473" y="16101"/>
                    <a:pt x="9167" y="17215"/>
                    <a:pt x="11635" y="17215"/>
                  </a:cubicBezTo>
                  <a:cubicBezTo>
                    <a:pt x="13468" y="17215"/>
                    <a:pt x="15176" y="16601"/>
                    <a:pt x="16441" y="15337"/>
                  </a:cubicBezTo>
                  <a:cubicBezTo>
                    <a:pt x="19409" y="12368"/>
                    <a:pt x="18789" y="6953"/>
                    <a:pt x="15071" y="3235"/>
                  </a:cubicBezTo>
                  <a:cubicBezTo>
                    <a:pt x="12939" y="1103"/>
                    <a:pt x="10250" y="1"/>
                    <a:pt x="7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3"/>
            <p:cNvSpPr/>
            <p:nvPr/>
          </p:nvSpPr>
          <p:spPr>
            <a:xfrm>
              <a:off x="4258500" y="2843975"/>
              <a:ext cx="485250" cy="429900"/>
            </a:xfrm>
            <a:custGeom>
              <a:avLst/>
              <a:gdLst/>
              <a:ahLst/>
              <a:cxnLst/>
              <a:rect l="l" t="t" r="r" b="b"/>
              <a:pathLst>
                <a:path w="19410" h="17196" extrusionOk="0">
                  <a:moveTo>
                    <a:pt x="7775" y="0"/>
                  </a:moveTo>
                  <a:cubicBezTo>
                    <a:pt x="5942" y="0"/>
                    <a:pt x="4234" y="614"/>
                    <a:pt x="2969" y="1878"/>
                  </a:cubicBezTo>
                  <a:cubicBezTo>
                    <a:pt x="1" y="4814"/>
                    <a:pt x="621" y="10229"/>
                    <a:pt x="4339" y="13948"/>
                  </a:cubicBezTo>
                  <a:cubicBezTo>
                    <a:pt x="6474" y="16082"/>
                    <a:pt x="9167" y="17196"/>
                    <a:pt x="11636" y="17196"/>
                  </a:cubicBezTo>
                  <a:cubicBezTo>
                    <a:pt x="13468" y="17196"/>
                    <a:pt x="15177" y="16582"/>
                    <a:pt x="16441" y="15318"/>
                  </a:cubicBezTo>
                  <a:cubicBezTo>
                    <a:pt x="19410" y="12349"/>
                    <a:pt x="18790" y="6967"/>
                    <a:pt x="15071" y="3248"/>
                  </a:cubicBezTo>
                  <a:cubicBezTo>
                    <a:pt x="12937" y="1114"/>
                    <a:pt x="10244" y="0"/>
                    <a:pt x="77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3"/>
            <p:cNvSpPr/>
            <p:nvPr/>
          </p:nvSpPr>
          <p:spPr>
            <a:xfrm>
              <a:off x="1190625" y="238225"/>
              <a:ext cx="5251000" cy="5219100"/>
            </a:xfrm>
            <a:custGeom>
              <a:avLst/>
              <a:gdLst/>
              <a:ahLst/>
              <a:cxnLst/>
              <a:rect l="l" t="t" r="r" b="b"/>
              <a:pathLst>
                <a:path w="210040" h="208764" extrusionOk="0">
                  <a:moveTo>
                    <a:pt x="114789" y="34508"/>
                  </a:moveTo>
                  <a:cubicBezTo>
                    <a:pt x="118475" y="34508"/>
                    <a:pt x="121705" y="36563"/>
                    <a:pt x="123336" y="39629"/>
                  </a:cubicBezTo>
                  <a:cubicBezTo>
                    <a:pt x="120992" y="39281"/>
                    <a:pt x="118653" y="39107"/>
                    <a:pt x="116338" y="39107"/>
                  </a:cubicBezTo>
                  <a:cubicBezTo>
                    <a:pt x="112788" y="39107"/>
                    <a:pt x="109293" y="39518"/>
                    <a:pt x="105917" y="40347"/>
                  </a:cubicBezTo>
                  <a:cubicBezTo>
                    <a:pt x="107417" y="36922"/>
                    <a:pt x="110810" y="34508"/>
                    <a:pt x="114789" y="34508"/>
                  </a:cubicBezTo>
                  <a:close/>
                  <a:moveTo>
                    <a:pt x="107580" y="69484"/>
                  </a:moveTo>
                  <a:cubicBezTo>
                    <a:pt x="106797" y="69484"/>
                    <a:pt x="106015" y="69786"/>
                    <a:pt x="105427" y="70390"/>
                  </a:cubicBezTo>
                  <a:lnTo>
                    <a:pt x="103046" y="72771"/>
                  </a:lnTo>
                  <a:cubicBezTo>
                    <a:pt x="101839" y="73945"/>
                    <a:pt x="101839" y="75902"/>
                    <a:pt x="103046" y="77077"/>
                  </a:cubicBezTo>
                  <a:cubicBezTo>
                    <a:pt x="103633" y="77664"/>
                    <a:pt x="104416" y="77990"/>
                    <a:pt x="105199" y="77990"/>
                  </a:cubicBezTo>
                  <a:cubicBezTo>
                    <a:pt x="105982" y="77990"/>
                    <a:pt x="106765" y="77664"/>
                    <a:pt x="107385" y="77077"/>
                  </a:cubicBezTo>
                  <a:lnTo>
                    <a:pt x="109733" y="74695"/>
                  </a:lnTo>
                  <a:cubicBezTo>
                    <a:pt x="110940" y="73521"/>
                    <a:pt x="110940" y="71564"/>
                    <a:pt x="109733" y="70390"/>
                  </a:cubicBezTo>
                  <a:cubicBezTo>
                    <a:pt x="109146" y="69786"/>
                    <a:pt x="108363" y="69484"/>
                    <a:pt x="107580" y="69484"/>
                  </a:cubicBezTo>
                  <a:close/>
                  <a:moveTo>
                    <a:pt x="115627" y="82515"/>
                  </a:moveTo>
                  <a:cubicBezTo>
                    <a:pt x="114034" y="82515"/>
                    <a:pt x="112697" y="83746"/>
                    <a:pt x="112604" y="85362"/>
                  </a:cubicBezTo>
                  <a:cubicBezTo>
                    <a:pt x="112408" y="88298"/>
                    <a:pt x="113452" y="91169"/>
                    <a:pt x="115540" y="93224"/>
                  </a:cubicBezTo>
                  <a:cubicBezTo>
                    <a:pt x="117432" y="95148"/>
                    <a:pt x="120008" y="96192"/>
                    <a:pt x="122716" y="96192"/>
                  </a:cubicBezTo>
                  <a:cubicBezTo>
                    <a:pt x="122944" y="96192"/>
                    <a:pt x="123173" y="96192"/>
                    <a:pt x="123401" y="96159"/>
                  </a:cubicBezTo>
                  <a:cubicBezTo>
                    <a:pt x="125097" y="96062"/>
                    <a:pt x="126369" y="94594"/>
                    <a:pt x="126239" y="92897"/>
                  </a:cubicBezTo>
                  <a:cubicBezTo>
                    <a:pt x="126145" y="91294"/>
                    <a:pt x="124778" y="90054"/>
                    <a:pt x="123160" y="90054"/>
                  </a:cubicBezTo>
                  <a:cubicBezTo>
                    <a:pt x="123099" y="90054"/>
                    <a:pt x="123038" y="90056"/>
                    <a:pt x="122977" y="90059"/>
                  </a:cubicBezTo>
                  <a:cubicBezTo>
                    <a:pt x="122869" y="90069"/>
                    <a:pt x="122761" y="90073"/>
                    <a:pt x="122653" y="90073"/>
                  </a:cubicBezTo>
                  <a:cubicBezTo>
                    <a:pt x="121622" y="90073"/>
                    <a:pt x="120616" y="89653"/>
                    <a:pt x="119878" y="88885"/>
                  </a:cubicBezTo>
                  <a:cubicBezTo>
                    <a:pt x="119030" y="88070"/>
                    <a:pt x="118606" y="86928"/>
                    <a:pt x="118704" y="85786"/>
                  </a:cubicBezTo>
                  <a:cubicBezTo>
                    <a:pt x="118802" y="84090"/>
                    <a:pt x="117529" y="82622"/>
                    <a:pt x="115866" y="82524"/>
                  </a:cubicBezTo>
                  <a:cubicBezTo>
                    <a:pt x="115786" y="82518"/>
                    <a:pt x="115706" y="82515"/>
                    <a:pt x="115627" y="82515"/>
                  </a:cubicBezTo>
                  <a:close/>
                  <a:moveTo>
                    <a:pt x="169167" y="85460"/>
                  </a:moveTo>
                  <a:lnTo>
                    <a:pt x="169167" y="85460"/>
                  </a:lnTo>
                  <a:cubicBezTo>
                    <a:pt x="170080" y="85949"/>
                    <a:pt x="170895" y="86569"/>
                    <a:pt x="171613" y="87319"/>
                  </a:cubicBezTo>
                  <a:cubicBezTo>
                    <a:pt x="171678" y="87385"/>
                    <a:pt x="171711" y="87417"/>
                    <a:pt x="171776" y="87482"/>
                  </a:cubicBezTo>
                  <a:cubicBezTo>
                    <a:pt x="173309" y="89211"/>
                    <a:pt x="174255" y="91462"/>
                    <a:pt x="174255" y="93974"/>
                  </a:cubicBezTo>
                  <a:cubicBezTo>
                    <a:pt x="174255" y="97921"/>
                    <a:pt x="171874" y="101313"/>
                    <a:pt x="168482" y="102814"/>
                  </a:cubicBezTo>
                  <a:cubicBezTo>
                    <a:pt x="169525" y="98443"/>
                    <a:pt x="169917" y="93778"/>
                    <a:pt x="169558" y="88950"/>
                  </a:cubicBezTo>
                  <a:cubicBezTo>
                    <a:pt x="169460" y="87776"/>
                    <a:pt x="169330" y="86602"/>
                    <a:pt x="169167" y="85460"/>
                  </a:cubicBezTo>
                  <a:close/>
                  <a:moveTo>
                    <a:pt x="136221" y="98125"/>
                  </a:moveTo>
                  <a:cubicBezTo>
                    <a:pt x="135438" y="98125"/>
                    <a:pt x="134655" y="98426"/>
                    <a:pt x="134068" y="99030"/>
                  </a:cubicBezTo>
                  <a:lnTo>
                    <a:pt x="131686" y="101379"/>
                  </a:lnTo>
                  <a:cubicBezTo>
                    <a:pt x="130479" y="102585"/>
                    <a:pt x="130479" y="104510"/>
                    <a:pt x="131686" y="105717"/>
                  </a:cubicBezTo>
                  <a:cubicBezTo>
                    <a:pt x="132274" y="106304"/>
                    <a:pt x="133056" y="106598"/>
                    <a:pt x="133839" y="106598"/>
                  </a:cubicBezTo>
                  <a:cubicBezTo>
                    <a:pt x="134622" y="106598"/>
                    <a:pt x="135405" y="106304"/>
                    <a:pt x="135992" y="105717"/>
                  </a:cubicBezTo>
                  <a:lnTo>
                    <a:pt x="138373" y="103336"/>
                  </a:lnTo>
                  <a:cubicBezTo>
                    <a:pt x="139580" y="102161"/>
                    <a:pt x="139580" y="100204"/>
                    <a:pt x="138373" y="99030"/>
                  </a:cubicBezTo>
                  <a:cubicBezTo>
                    <a:pt x="137786" y="98426"/>
                    <a:pt x="137003" y="98125"/>
                    <a:pt x="136221" y="98125"/>
                  </a:cubicBezTo>
                  <a:close/>
                  <a:moveTo>
                    <a:pt x="28953" y="78902"/>
                  </a:moveTo>
                  <a:cubicBezTo>
                    <a:pt x="30527" y="78902"/>
                    <a:pt x="32112" y="79390"/>
                    <a:pt x="33468" y="80404"/>
                  </a:cubicBezTo>
                  <a:cubicBezTo>
                    <a:pt x="43450" y="87841"/>
                    <a:pt x="56432" y="93974"/>
                    <a:pt x="68306" y="97040"/>
                  </a:cubicBezTo>
                  <a:lnTo>
                    <a:pt x="50593" y="107120"/>
                  </a:lnTo>
                  <a:cubicBezTo>
                    <a:pt x="41068" y="103270"/>
                    <a:pt x="32033" y="98280"/>
                    <a:pt x="24400" y="92604"/>
                  </a:cubicBezTo>
                  <a:cubicBezTo>
                    <a:pt x="22769" y="91364"/>
                    <a:pt x="21725" y="89603"/>
                    <a:pt x="21399" y="87613"/>
                  </a:cubicBezTo>
                  <a:cubicBezTo>
                    <a:pt x="21105" y="85591"/>
                    <a:pt x="21627" y="83601"/>
                    <a:pt x="22834" y="81970"/>
                  </a:cubicBezTo>
                  <a:cubicBezTo>
                    <a:pt x="24332" y="79966"/>
                    <a:pt x="26630" y="78902"/>
                    <a:pt x="28953" y="78902"/>
                  </a:cubicBezTo>
                  <a:close/>
                  <a:moveTo>
                    <a:pt x="116355" y="45207"/>
                  </a:moveTo>
                  <a:cubicBezTo>
                    <a:pt x="127739" y="45207"/>
                    <a:pt x="139841" y="50067"/>
                    <a:pt x="149269" y="59495"/>
                  </a:cubicBezTo>
                  <a:cubicBezTo>
                    <a:pt x="162512" y="72738"/>
                    <a:pt x="166720" y="91201"/>
                    <a:pt x="161175" y="105652"/>
                  </a:cubicBezTo>
                  <a:cubicBezTo>
                    <a:pt x="160751" y="106696"/>
                    <a:pt x="160294" y="107739"/>
                    <a:pt x="159805" y="108718"/>
                  </a:cubicBezTo>
                  <a:cubicBezTo>
                    <a:pt x="150671" y="99715"/>
                    <a:pt x="143136" y="84090"/>
                    <a:pt x="141407" y="69998"/>
                  </a:cubicBezTo>
                  <a:cubicBezTo>
                    <a:pt x="141244" y="68628"/>
                    <a:pt x="140135" y="67519"/>
                    <a:pt x="138765" y="67356"/>
                  </a:cubicBezTo>
                  <a:cubicBezTo>
                    <a:pt x="124641" y="65627"/>
                    <a:pt x="109016" y="58092"/>
                    <a:pt x="100045" y="48958"/>
                  </a:cubicBezTo>
                  <a:cubicBezTo>
                    <a:pt x="101024" y="48469"/>
                    <a:pt x="102035" y="48012"/>
                    <a:pt x="103079" y="47621"/>
                  </a:cubicBezTo>
                  <a:cubicBezTo>
                    <a:pt x="103111" y="47588"/>
                    <a:pt x="103144" y="47588"/>
                    <a:pt x="103144" y="47588"/>
                  </a:cubicBezTo>
                  <a:cubicBezTo>
                    <a:pt x="107287" y="45990"/>
                    <a:pt x="111788" y="45207"/>
                    <a:pt x="116355" y="45207"/>
                  </a:cubicBezTo>
                  <a:close/>
                  <a:moveTo>
                    <a:pt x="180062" y="90875"/>
                  </a:moveTo>
                  <a:lnTo>
                    <a:pt x="180062" y="90875"/>
                  </a:lnTo>
                  <a:cubicBezTo>
                    <a:pt x="189456" y="95376"/>
                    <a:pt x="197350" y="103727"/>
                    <a:pt x="202374" y="114655"/>
                  </a:cubicBezTo>
                  <a:cubicBezTo>
                    <a:pt x="203059" y="116155"/>
                    <a:pt x="202406" y="117982"/>
                    <a:pt x="200873" y="118700"/>
                  </a:cubicBezTo>
                  <a:lnTo>
                    <a:pt x="190728" y="123430"/>
                  </a:lnTo>
                  <a:cubicBezTo>
                    <a:pt x="190312" y="123630"/>
                    <a:pt x="189878" y="123727"/>
                    <a:pt x="189445" y="123727"/>
                  </a:cubicBezTo>
                  <a:cubicBezTo>
                    <a:pt x="189030" y="123727"/>
                    <a:pt x="188615" y="123638"/>
                    <a:pt x="188217" y="123462"/>
                  </a:cubicBezTo>
                  <a:cubicBezTo>
                    <a:pt x="187369" y="123071"/>
                    <a:pt x="186781" y="122418"/>
                    <a:pt x="186520" y="121538"/>
                  </a:cubicBezTo>
                  <a:cubicBezTo>
                    <a:pt x="184433" y="114687"/>
                    <a:pt x="179833" y="108522"/>
                    <a:pt x="176310" y="104510"/>
                  </a:cubicBezTo>
                  <a:cubicBezTo>
                    <a:pt x="178855" y="101705"/>
                    <a:pt x="180388" y="98019"/>
                    <a:pt x="180388" y="93974"/>
                  </a:cubicBezTo>
                  <a:cubicBezTo>
                    <a:pt x="180388" y="92897"/>
                    <a:pt x="180290" y="91854"/>
                    <a:pt x="180062" y="90875"/>
                  </a:cubicBezTo>
                  <a:close/>
                  <a:moveTo>
                    <a:pt x="94761" y="52318"/>
                  </a:moveTo>
                  <a:cubicBezTo>
                    <a:pt x="104090" y="62267"/>
                    <a:pt x="120498" y="70618"/>
                    <a:pt x="135666" y="73097"/>
                  </a:cubicBezTo>
                  <a:cubicBezTo>
                    <a:pt x="138145" y="88265"/>
                    <a:pt x="146496" y="104673"/>
                    <a:pt x="156445" y="114002"/>
                  </a:cubicBezTo>
                  <a:cubicBezTo>
                    <a:pt x="155629" y="115046"/>
                    <a:pt x="154749" y="116057"/>
                    <a:pt x="153803" y="117003"/>
                  </a:cubicBezTo>
                  <a:cubicBezTo>
                    <a:pt x="147246" y="123560"/>
                    <a:pt x="138439" y="126789"/>
                    <a:pt x="129175" y="126789"/>
                  </a:cubicBezTo>
                  <a:cubicBezTo>
                    <a:pt x="117790" y="126789"/>
                    <a:pt x="105721" y="121929"/>
                    <a:pt x="96261" y="112502"/>
                  </a:cubicBezTo>
                  <a:cubicBezTo>
                    <a:pt x="90520" y="106728"/>
                    <a:pt x="86345" y="99911"/>
                    <a:pt x="84029" y="92636"/>
                  </a:cubicBezTo>
                  <a:cubicBezTo>
                    <a:pt x="83996" y="92506"/>
                    <a:pt x="83964" y="92375"/>
                    <a:pt x="83931" y="92245"/>
                  </a:cubicBezTo>
                  <a:cubicBezTo>
                    <a:pt x="82952" y="89081"/>
                    <a:pt x="82333" y="85851"/>
                    <a:pt x="82072" y="82557"/>
                  </a:cubicBezTo>
                  <a:cubicBezTo>
                    <a:pt x="81289" y="71792"/>
                    <a:pt x="84714" y="61974"/>
                    <a:pt x="91760" y="54960"/>
                  </a:cubicBezTo>
                  <a:cubicBezTo>
                    <a:pt x="92706" y="54014"/>
                    <a:pt x="93717" y="53134"/>
                    <a:pt x="94761" y="52318"/>
                  </a:cubicBezTo>
                  <a:close/>
                  <a:moveTo>
                    <a:pt x="29325" y="140849"/>
                  </a:moveTo>
                  <a:cubicBezTo>
                    <a:pt x="31707" y="145350"/>
                    <a:pt x="34447" y="149623"/>
                    <a:pt x="37513" y="153636"/>
                  </a:cubicBezTo>
                  <a:cubicBezTo>
                    <a:pt x="29978" y="158757"/>
                    <a:pt x="21855" y="164596"/>
                    <a:pt x="19083" y="167369"/>
                  </a:cubicBezTo>
                  <a:cubicBezTo>
                    <a:pt x="17647" y="168804"/>
                    <a:pt x="15755" y="169619"/>
                    <a:pt x="13700" y="169619"/>
                  </a:cubicBezTo>
                  <a:cubicBezTo>
                    <a:pt x="11678" y="169619"/>
                    <a:pt x="9786" y="168804"/>
                    <a:pt x="8351" y="167369"/>
                  </a:cubicBezTo>
                  <a:cubicBezTo>
                    <a:pt x="6915" y="165933"/>
                    <a:pt x="6133" y="164041"/>
                    <a:pt x="6133" y="162019"/>
                  </a:cubicBezTo>
                  <a:cubicBezTo>
                    <a:pt x="6133" y="159996"/>
                    <a:pt x="6915" y="158072"/>
                    <a:pt x="8351" y="156637"/>
                  </a:cubicBezTo>
                  <a:cubicBezTo>
                    <a:pt x="11547" y="153440"/>
                    <a:pt x="19083" y="147764"/>
                    <a:pt x="29325" y="140849"/>
                  </a:cubicBezTo>
                  <a:close/>
                  <a:moveTo>
                    <a:pt x="79364" y="97790"/>
                  </a:moveTo>
                  <a:cubicBezTo>
                    <a:pt x="82104" y="104738"/>
                    <a:pt x="86377" y="111230"/>
                    <a:pt x="91955" y="116808"/>
                  </a:cubicBezTo>
                  <a:cubicBezTo>
                    <a:pt x="97533" y="122386"/>
                    <a:pt x="104025" y="126659"/>
                    <a:pt x="110973" y="129366"/>
                  </a:cubicBezTo>
                  <a:lnTo>
                    <a:pt x="86606" y="172229"/>
                  </a:lnTo>
                  <a:cubicBezTo>
                    <a:pt x="84933" y="175179"/>
                    <a:pt x="81805" y="176872"/>
                    <a:pt x="78588" y="176872"/>
                  </a:cubicBezTo>
                  <a:cubicBezTo>
                    <a:pt x="77287" y="176872"/>
                    <a:pt x="75972" y="176595"/>
                    <a:pt x="74732" y="176013"/>
                  </a:cubicBezTo>
                  <a:cubicBezTo>
                    <a:pt x="56269" y="167401"/>
                    <a:pt x="41362" y="152494"/>
                    <a:pt x="32750" y="134031"/>
                  </a:cubicBezTo>
                  <a:cubicBezTo>
                    <a:pt x="30728" y="129725"/>
                    <a:pt x="32392" y="124506"/>
                    <a:pt x="36534" y="122157"/>
                  </a:cubicBezTo>
                  <a:lnTo>
                    <a:pt x="79364" y="97790"/>
                  </a:lnTo>
                  <a:close/>
                  <a:moveTo>
                    <a:pt x="53268" y="169815"/>
                  </a:moveTo>
                  <a:cubicBezTo>
                    <a:pt x="57215" y="172979"/>
                    <a:pt x="61456" y="175817"/>
                    <a:pt x="65892" y="178329"/>
                  </a:cubicBezTo>
                  <a:cubicBezTo>
                    <a:pt x="62010" y="183287"/>
                    <a:pt x="56791" y="190692"/>
                    <a:pt x="53758" y="197966"/>
                  </a:cubicBezTo>
                  <a:cubicBezTo>
                    <a:pt x="52583" y="200804"/>
                    <a:pt x="49843" y="202631"/>
                    <a:pt x="46744" y="202631"/>
                  </a:cubicBezTo>
                  <a:cubicBezTo>
                    <a:pt x="45733" y="202631"/>
                    <a:pt x="44754" y="202435"/>
                    <a:pt x="43841" y="202076"/>
                  </a:cubicBezTo>
                  <a:cubicBezTo>
                    <a:pt x="41949" y="201293"/>
                    <a:pt x="40514" y="199825"/>
                    <a:pt x="39731" y="197933"/>
                  </a:cubicBezTo>
                  <a:cubicBezTo>
                    <a:pt x="38948" y="196074"/>
                    <a:pt x="38948" y="194019"/>
                    <a:pt x="39731" y="192127"/>
                  </a:cubicBezTo>
                  <a:cubicBezTo>
                    <a:pt x="43156" y="183874"/>
                    <a:pt x="48669" y="175784"/>
                    <a:pt x="53268" y="169815"/>
                  </a:cubicBezTo>
                  <a:close/>
                  <a:moveTo>
                    <a:pt x="92840" y="1"/>
                  </a:moveTo>
                  <a:cubicBezTo>
                    <a:pt x="89384" y="1"/>
                    <a:pt x="86065" y="1972"/>
                    <a:pt x="84518" y="5280"/>
                  </a:cubicBezTo>
                  <a:lnTo>
                    <a:pt x="83148" y="8249"/>
                  </a:lnTo>
                  <a:cubicBezTo>
                    <a:pt x="82430" y="9782"/>
                    <a:pt x="83083" y="11609"/>
                    <a:pt x="84616" y="12326"/>
                  </a:cubicBezTo>
                  <a:cubicBezTo>
                    <a:pt x="85038" y="12524"/>
                    <a:pt x="85483" y="12618"/>
                    <a:pt x="85920" y="12618"/>
                  </a:cubicBezTo>
                  <a:cubicBezTo>
                    <a:pt x="87071" y="12618"/>
                    <a:pt x="88173" y="11969"/>
                    <a:pt x="88693" y="10858"/>
                  </a:cubicBezTo>
                  <a:lnTo>
                    <a:pt x="90063" y="7890"/>
                  </a:lnTo>
                  <a:cubicBezTo>
                    <a:pt x="90588" y="6768"/>
                    <a:pt x="91690" y="6118"/>
                    <a:pt x="92843" y="6118"/>
                  </a:cubicBezTo>
                  <a:cubicBezTo>
                    <a:pt x="93267" y="6118"/>
                    <a:pt x="93697" y="6206"/>
                    <a:pt x="94108" y="6389"/>
                  </a:cubicBezTo>
                  <a:cubicBezTo>
                    <a:pt x="105036" y="11413"/>
                    <a:pt x="113387" y="19307"/>
                    <a:pt x="117888" y="28701"/>
                  </a:cubicBezTo>
                  <a:cubicBezTo>
                    <a:pt x="116910" y="28473"/>
                    <a:pt x="115866" y="28375"/>
                    <a:pt x="114789" y="28375"/>
                  </a:cubicBezTo>
                  <a:cubicBezTo>
                    <a:pt x="110744" y="28375"/>
                    <a:pt x="107058" y="29908"/>
                    <a:pt x="104253" y="32453"/>
                  </a:cubicBezTo>
                  <a:cubicBezTo>
                    <a:pt x="100241" y="28930"/>
                    <a:pt x="94076" y="24330"/>
                    <a:pt x="87226" y="22243"/>
                  </a:cubicBezTo>
                  <a:cubicBezTo>
                    <a:pt x="86377" y="21982"/>
                    <a:pt x="85888" y="21460"/>
                    <a:pt x="85595" y="21068"/>
                  </a:cubicBezTo>
                  <a:cubicBezTo>
                    <a:pt x="85012" y="20224"/>
                    <a:pt x="84057" y="19764"/>
                    <a:pt x="83090" y="19764"/>
                  </a:cubicBezTo>
                  <a:cubicBezTo>
                    <a:pt x="82487" y="19764"/>
                    <a:pt x="81880" y="19943"/>
                    <a:pt x="81354" y="20318"/>
                  </a:cubicBezTo>
                  <a:cubicBezTo>
                    <a:pt x="79951" y="21264"/>
                    <a:pt x="79625" y="23189"/>
                    <a:pt x="80571" y="24559"/>
                  </a:cubicBezTo>
                  <a:cubicBezTo>
                    <a:pt x="81778" y="26255"/>
                    <a:pt x="83442" y="27495"/>
                    <a:pt x="85431" y="28082"/>
                  </a:cubicBezTo>
                  <a:cubicBezTo>
                    <a:pt x="90096" y="29517"/>
                    <a:pt x="95511" y="32844"/>
                    <a:pt x="100567" y="37346"/>
                  </a:cubicBezTo>
                  <a:cubicBezTo>
                    <a:pt x="99784" y="38977"/>
                    <a:pt x="99262" y="40771"/>
                    <a:pt x="99099" y="42663"/>
                  </a:cubicBezTo>
                  <a:cubicBezTo>
                    <a:pt x="97207" y="43478"/>
                    <a:pt x="95413" y="44457"/>
                    <a:pt x="93684" y="45566"/>
                  </a:cubicBezTo>
                  <a:cubicBezTo>
                    <a:pt x="93619" y="45599"/>
                    <a:pt x="93554" y="45664"/>
                    <a:pt x="93489" y="45696"/>
                  </a:cubicBezTo>
                  <a:cubicBezTo>
                    <a:pt x="91336" y="47099"/>
                    <a:pt x="89313" y="48763"/>
                    <a:pt x="87421" y="50622"/>
                  </a:cubicBezTo>
                  <a:cubicBezTo>
                    <a:pt x="79136" y="58940"/>
                    <a:pt x="75058" y="70422"/>
                    <a:pt x="75972" y="83014"/>
                  </a:cubicBezTo>
                  <a:cubicBezTo>
                    <a:pt x="76200" y="85982"/>
                    <a:pt x="76689" y="88950"/>
                    <a:pt x="77440" y="91854"/>
                  </a:cubicBezTo>
                  <a:lnTo>
                    <a:pt x="76298" y="92506"/>
                  </a:lnTo>
                  <a:cubicBezTo>
                    <a:pt x="63674" y="90516"/>
                    <a:pt x="48408" y="83894"/>
                    <a:pt x="37121" y="75478"/>
                  </a:cubicBezTo>
                  <a:cubicBezTo>
                    <a:pt x="34672" y="73661"/>
                    <a:pt x="31809" y="72785"/>
                    <a:pt x="28968" y="72785"/>
                  </a:cubicBezTo>
                  <a:cubicBezTo>
                    <a:pt x="24772" y="72785"/>
                    <a:pt x="20625" y="74698"/>
                    <a:pt x="17941" y="78316"/>
                  </a:cubicBezTo>
                  <a:cubicBezTo>
                    <a:pt x="15755" y="81252"/>
                    <a:pt x="14842" y="84873"/>
                    <a:pt x="15364" y="88494"/>
                  </a:cubicBezTo>
                  <a:cubicBezTo>
                    <a:pt x="15886" y="92114"/>
                    <a:pt x="17810" y="95311"/>
                    <a:pt x="20746" y="97497"/>
                  </a:cubicBezTo>
                  <a:cubicBezTo>
                    <a:pt x="27596" y="102585"/>
                    <a:pt x="35523" y="107185"/>
                    <a:pt x="43906" y="110936"/>
                  </a:cubicBezTo>
                  <a:lnTo>
                    <a:pt x="33501" y="116840"/>
                  </a:lnTo>
                  <a:cubicBezTo>
                    <a:pt x="27042" y="120526"/>
                    <a:pt x="24204" y="128388"/>
                    <a:pt x="26650" y="135271"/>
                  </a:cubicBezTo>
                  <a:cubicBezTo>
                    <a:pt x="19441" y="140131"/>
                    <a:pt x="8677" y="147666"/>
                    <a:pt x="4012" y="152298"/>
                  </a:cubicBezTo>
                  <a:cubicBezTo>
                    <a:pt x="1435" y="154908"/>
                    <a:pt x="0" y="158333"/>
                    <a:pt x="0" y="162019"/>
                  </a:cubicBezTo>
                  <a:cubicBezTo>
                    <a:pt x="0" y="165672"/>
                    <a:pt x="1435" y="169130"/>
                    <a:pt x="4012" y="171707"/>
                  </a:cubicBezTo>
                  <a:cubicBezTo>
                    <a:pt x="6622" y="174284"/>
                    <a:pt x="10047" y="175719"/>
                    <a:pt x="13700" y="175719"/>
                  </a:cubicBezTo>
                  <a:cubicBezTo>
                    <a:pt x="17386" y="175719"/>
                    <a:pt x="20811" y="174284"/>
                    <a:pt x="23421" y="171707"/>
                  </a:cubicBezTo>
                  <a:cubicBezTo>
                    <a:pt x="25509" y="169619"/>
                    <a:pt x="32587" y="164367"/>
                    <a:pt x="41395" y="158398"/>
                  </a:cubicBezTo>
                  <a:cubicBezTo>
                    <a:pt x="43678" y="161008"/>
                    <a:pt x="46092" y="163487"/>
                    <a:pt x="48636" y="165835"/>
                  </a:cubicBezTo>
                  <a:cubicBezTo>
                    <a:pt x="43743" y="172131"/>
                    <a:pt x="37806" y="180808"/>
                    <a:pt x="34088" y="189778"/>
                  </a:cubicBezTo>
                  <a:cubicBezTo>
                    <a:pt x="32685" y="193171"/>
                    <a:pt x="32685" y="196890"/>
                    <a:pt x="34088" y="200282"/>
                  </a:cubicBezTo>
                  <a:cubicBezTo>
                    <a:pt x="35490" y="203674"/>
                    <a:pt x="38100" y="206317"/>
                    <a:pt x="41492" y="207719"/>
                  </a:cubicBezTo>
                  <a:cubicBezTo>
                    <a:pt x="43156" y="208404"/>
                    <a:pt x="44950" y="208763"/>
                    <a:pt x="46744" y="208763"/>
                  </a:cubicBezTo>
                  <a:cubicBezTo>
                    <a:pt x="52322" y="208763"/>
                    <a:pt x="57280" y="205436"/>
                    <a:pt x="59401" y="200315"/>
                  </a:cubicBezTo>
                  <a:cubicBezTo>
                    <a:pt x="61717" y="194769"/>
                    <a:pt x="65925" y="188050"/>
                    <a:pt x="71405" y="181199"/>
                  </a:cubicBezTo>
                  <a:cubicBezTo>
                    <a:pt x="71666" y="181330"/>
                    <a:pt x="71894" y="181428"/>
                    <a:pt x="72155" y="181558"/>
                  </a:cubicBezTo>
                  <a:cubicBezTo>
                    <a:pt x="74210" y="182537"/>
                    <a:pt x="76396" y="182993"/>
                    <a:pt x="78549" y="182993"/>
                  </a:cubicBezTo>
                  <a:cubicBezTo>
                    <a:pt x="82039" y="182993"/>
                    <a:pt x="85464" y="181787"/>
                    <a:pt x="88204" y="179601"/>
                  </a:cubicBezTo>
                  <a:lnTo>
                    <a:pt x="88204" y="179601"/>
                  </a:lnTo>
                  <a:cubicBezTo>
                    <a:pt x="88041" y="181689"/>
                    <a:pt x="87911" y="183776"/>
                    <a:pt x="87813" y="185799"/>
                  </a:cubicBezTo>
                  <a:cubicBezTo>
                    <a:pt x="87617" y="189452"/>
                    <a:pt x="88857" y="192975"/>
                    <a:pt x="91303" y="195683"/>
                  </a:cubicBezTo>
                  <a:cubicBezTo>
                    <a:pt x="93749" y="198423"/>
                    <a:pt x="97109" y="200021"/>
                    <a:pt x="100763" y="200217"/>
                  </a:cubicBezTo>
                  <a:lnTo>
                    <a:pt x="101513" y="200217"/>
                  </a:lnTo>
                  <a:cubicBezTo>
                    <a:pt x="104514" y="200217"/>
                    <a:pt x="107352" y="199271"/>
                    <a:pt x="109733" y="197477"/>
                  </a:cubicBezTo>
                  <a:cubicBezTo>
                    <a:pt x="111103" y="196465"/>
                    <a:pt x="111364" y="194541"/>
                    <a:pt x="110353" y="193171"/>
                  </a:cubicBezTo>
                  <a:cubicBezTo>
                    <a:pt x="109757" y="192382"/>
                    <a:pt x="108843" y="191968"/>
                    <a:pt x="107919" y="191968"/>
                  </a:cubicBezTo>
                  <a:cubicBezTo>
                    <a:pt x="107276" y="191968"/>
                    <a:pt x="106629" y="192169"/>
                    <a:pt x="106080" y="192584"/>
                  </a:cubicBezTo>
                  <a:cubicBezTo>
                    <a:pt x="104742" y="193595"/>
                    <a:pt x="103177" y="194117"/>
                    <a:pt x="101513" y="194117"/>
                  </a:cubicBezTo>
                  <a:cubicBezTo>
                    <a:pt x="101383" y="194117"/>
                    <a:pt x="101252" y="194117"/>
                    <a:pt x="101089" y="194084"/>
                  </a:cubicBezTo>
                  <a:cubicBezTo>
                    <a:pt x="99067" y="193986"/>
                    <a:pt x="97207" y="193106"/>
                    <a:pt x="95837" y="191605"/>
                  </a:cubicBezTo>
                  <a:cubicBezTo>
                    <a:pt x="94500" y="190105"/>
                    <a:pt x="93815" y="188147"/>
                    <a:pt x="93913" y="186125"/>
                  </a:cubicBezTo>
                  <a:cubicBezTo>
                    <a:pt x="94174" y="181199"/>
                    <a:pt x="94598" y="175980"/>
                    <a:pt x="95022" y="170957"/>
                  </a:cubicBezTo>
                  <a:lnTo>
                    <a:pt x="95120" y="169652"/>
                  </a:lnTo>
                  <a:lnTo>
                    <a:pt x="111397" y="141012"/>
                  </a:lnTo>
                  <a:lnTo>
                    <a:pt x="111397" y="141012"/>
                  </a:lnTo>
                  <a:cubicBezTo>
                    <a:pt x="111919" y="150635"/>
                    <a:pt x="111005" y="161562"/>
                    <a:pt x="110157" y="172196"/>
                  </a:cubicBezTo>
                  <a:cubicBezTo>
                    <a:pt x="109864" y="175458"/>
                    <a:pt x="109635" y="178557"/>
                    <a:pt x="109407" y="181591"/>
                  </a:cubicBezTo>
                  <a:cubicBezTo>
                    <a:pt x="109309" y="183287"/>
                    <a:pt x="110549" y="184755"/>
                    <a:pt x="112245" y="184853"/>
                  </a:cubicBezTo>
                  <a:lnTo>
                    <a:pt x="112473" y="184853"/>
                  </a:lnTo>
                  <a:cubicBezTo>
                    <a:pt x="114072" y="184853"/>
                    <a:pt x="115409" y="183646"/>
                    <a:pt x="115507" y="182015"/>
                  </a:cubicBezTo>
                  <a:cubicBezTo>
                    <a:pt x="115735" y="179014"/>
                    <a:pt x="115964" y="175948"/>
                    <a:pt x="116257" y="172686"/>
                  </a:cubicBezTo>
                  <a:cubicBezTo>
                    <a:pt x="117399" y="158561"/>
                    <a:pt x="118573" y="143980"/>
                    <a:pt x="116583" y="131911"/>
                  </a:cubicBezTo>
                  <a:lnTo>
                    <a:pt x="116910" y="131324"/>
                  </a:lnTo>
                  <a:cubicBezTo>
                    <a:pt x="119813" y="132074"/>
                    <a:pt x="122781" y="132563"/>
                    <a:pt x="125750" y="132759"/>
                  </a:cubicBezTo>
                  <a:cubicBezTo>
                    <a:pt x="126924" y="132857"/>
                    <a:pt x="128098" y="132889"/>
                    <a:pt x="129240" y="132889"/>
                  </a:cubicBezTo>
                  <a:cubicBezTo>
                    <a:pt x="140461" y="132889"/>
                    <a:pt x="150606" y="128877"/>
                    <a:pt x="158141" y="121342"/>
                  </a:cubicBezTo>
                  <a:cubicBezTo>
                    <a:pt x="161534" y="117949"/>
                    <a:pt x="164208" y="114002"/>
                    <a:pt x="166133" y="109664"/>
                  </a:cubicBezTo>
                  <a:cubicBezTo>
                    <a:pt x="168025" y="109501"/>
                    <a:pt x="169786" y="108979"/>
                    <a:pt x="171417" y="108196"/>
                  </a:cubicBezTo>
                  <a:cubicBezTo>
                    <a:pt x="175919" y="113252"/>
                    <a:pt x="179246" y="118667"/>
                    <a:pt x="180681" y="123332"/>
                  </a:cubicBezTo>
                  <a:cubicBezTo>
                    <a:pt x="181432" y="125876"/>
                    <a:pt x="183291" y="127964"/>
                    <a:pt x="185705" y="129040"/>
                  </a:cubicBezTo>
                  <a:cubicBezTo>
                    <a:pt x="186912" y="129562"/>
                    <a:pt x="188184" y="129823"/>
                    <a:pt x="189456" y="129823"/>
                  </a:cubicBezTo>
                  <a:cubicBezTo>
                    <a:pt x="190761" y="129823"/>
                    <a:pt x="192098" y="129529"/>
                    <a:pt x="193305" y="128975"/>
                  </a:cubicBezTo>
                  <a:lnTo>
                    <a:pt x="203483" y="124245"/>
                  </a:lnTo>
                  <a:cubicBezTo>
                    <a:pt x="208017" y="122125"/>
                    <a:pt x="210039" y="116677"/>
                    <a:pt x="207919" y="112110"/>
                  </a:cubicBezTo>
                  <a:cubicBezTo>
                    <a:pt x="201101" y="97236"/>
                    <a:pt x="189358" y="86537"/>
                    <a:pt x="175593" y="82622"/>
                  </a:cubicBezTo>
                  <a:cubicBezTo>
                    <a:pt x="173440" y="80567"/>
                    <a:pt x="170700" y="79067"/>
                    <a:pt x="167633" y="78479"/>
                  </a:cubicBezTo>
                  <a:cubicBezTo>
                    <a:pt x="165122" y="69900"/>
                    <a:pt x="160294" y="61876"/>
                    <a:pt x="153607" y="55156"/>
                  </a:cubicBezTo>
                  <a:cubicBezTo>
                    <a:pt x="146757" y="48306"/>
                    <a:pt x="138667" y="43641"/>
                    <a:pt x="130284" y="41162"/>
                  </a:cubicBezTo>
                  <a:cubicBezTo>
                    <a:pt x="129697" y="38063"/>
                    <a:pt x="128229" y="35323"/>
                    <a:pt x="126141" y="33170"/>
                  </a:cubicBezTo>
                  <a:cubicBezTo>
                    <a:pt x="122227" y="19405"/>
                    <a:pt x="111527" y="7662"/>
                    <a:pt x="96653" y="844"/>
                  </a:cubicBezTo>
                  <a:cubicBezTo>
                    <a:pt x="95418" y="271"/>
                    <a:pt x="94120" y="1"/>
                    <a:pt x="92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33"/>
          <p:cNvGrpSpPr/>
          <p:nvPr/>
        </p:nvGrpSpPr>
        <p:grpSpPr>
          <a:xfrm>
            <a:off x="4351856" y="2354071"/>
            <a:ext cx="440314" cy="435265"/>
            <a:chOff x="1160450" y="238325"/>
            <a:chExt cx="5279550" cy="5219000"/>
          </a:xfrm>
        </p:grpSpPr>
        <p:sp>
          <p:nvSpPr>
            <p:cNvPr id="580" name="Google Shape;580;p33"/>
            <p:cNvSpPr/>
            <p:nvPr/>
          </p:nvSpPr>
          <p:spPr>
            <a:xfrm>
              <a:off x="4980225" y="724150"/>
              <a:ext cx="1378225" cy="4247950"/>
            </a:xfrm>
            <a:custGeom>
              <a:avLst/>
              <a:gdLst/>
              <a:ahLst/>
              <a:cxnLst/>
              <a:rect l="l" t="t" r="r" b="b"/>
              <a:pathLst>
                <a:path w="55129" h="169918" extrusionOk="0">
                  <a:moveTo>
                    <a:pt x="131" y="0"/>
                  </a:moveTo>
                  <a:lnTo>
                    <a:pt x="1" y="169917"/>
                  </a:lnTo>
                  <a:cubicBezTo>
                    <a:pt x="1002" y="169688"/>
                    <a:pt x="2053" y="169585"/>
                    <a:pt x="3132" y="169585"/>
                  </a:cubicBezTo>
                  <a:cubicBezTo>
                    <a:pt x="3284" y="169585"/>
                    <a:pt x="3436" y="169587"/>
                    <a:pt x="3589" y="169591"/>
                  </a:cubicBezTo>
                  <a:cubicBezTo>
                    <a:pt x="3756" y="169597"/>
                    <a:pt x="3923" y="169600"/>
                    <a:pt x="4089" y="169600"/>
                  </a:cubicBezTo>
                  <a:cubicBezTo>
                    <a:pt x="10344" y="169600"/>
                    <a:pt x="15868" y="165451"/>
                    <a:pt x="17615" y="159414"/>
                  </a:cubicBezTo>
                  <a:cubicBezTo>
                    <a:pt x="18953" y="154749"/>
                    <a:pt x="22606" y="151096"/>
                    <a:pt x="27271" y="149758"/>
                  </a:cubicBezTo>
                  <a:cubicBezTo>
                    <a:pt x="33468" y="147964"/>
                    <a:pt x="37676" y="142190"/>
                    <a:pt x="37448" y="135732"/>
                  </a:cubicBezTo>
                  <a:cubicBezTo>
                    <a:pt x="37285" y="130871"/>
                    <a:pt x="39634" y="126272"/>
                    <a:pt x="43646" y="123564"/>
                  </a:cubicBezTo>
                  <a:cubicBezTo>
                    <a:pt x="48996" y="119944"/>
                    <a:pt x="51214" y="113159"/>
                    <a:pt x="48996" y="107091"/>
                  </a:cubicBezTo>
                  <a:cubicBezTo>
                    <a:pt x="47332" y="102525"/>
                    <a:pt x="48147" y="97436"/>
                    <a:pt x="51148" y="93619"/>
                  </a:cubicBezTo>
                  <a:cubicBezTo>
                    <a:pt x="55128" y="88498"/>
                    <a:pt x="55128" y="81387"/>
                    <a:pt x="51148" y="76266"/>
                  </a:cubicBezTo>
                  <a:cubicBezTo>
                    <a:pt x="48147" y="72449"/>
                    <a:pt x="47332" y="67360"/>
                    <a:pt x="48996" y="62794"/>
                  </a:cubicBezTo>
                  <a:cubicBezTo>
                    <a:pt x="51214" y="56726"/>
                    <a:pt x="48996" y="49941"/>
                    <a:pt x="43646" y="46321"/>
                  </a:cubicBezTo>
                  <a:cubicBezTo>
                    <a:pt x="39634" y="43613"/>
                    <a:pt x="37285" y="39014"/>
                    <a:pt x="37448" y="34153"/>
                  </a:cubicBezTo>
                  <a:cubicBezTo>
                    <a:pt x="37676" y="27695"/>
                    <a:pt x="33468" y="21921"/>
                    <a:pt x="27271" y="20127"/>
                  </a:cubicBezTo>
                  <a:cubicBezTo>
                    <a:pt x="22606" y="18789"/>
                    <a:pt x="18953" y="15136"/>
                    <a:pt x="17615" y="10471"/>
                  </a:cubicBezTo>
                  <a:cubicBezTo>
                    <a:pt x="15868" y="4434"/>
                    <a:pt x="10344" y="285"/>
                    <a:pt x="4089" y="285"/>
                  </a:cubicBezTo>
                  <a:cubicBezTo>
                    <a:pt x="3923" y="285"/>
                    <a:pt x="3756" y="288"/>
                    <a:pt x="3589" y="294"/>
                  </a:cubicBezTo>
                  <a:cubicBezTo>
                    <a:pt x="3442" y="298"/>
                    <a:pt x="3296" y="300"/>
                    <a:pt x="3150" y="300"/>
                  </a:cubicBezTo>
                  <a:cubicBezTo>
                    <a:pt x="2129" y="300"/>
                    <a:pt x="1130" y="200"/>
                    <a:pt x="131" y="0"/>
                  </a:cubicBezTo>
                  <a:close/>
                </a:path>
              </a:pathLst>
            </a:custGeom>
            <a:solidFill>
              <a:srgbClr val="DE7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1242000" y="314350"/>
              <a:ext cx="4807375" cy="5066725"/>
            </a:xfrm>
            <a:custGeom>
              <a:avLst/>
              <a:gdLst/>
              <a:ahLst/>
              <a:cxnLst/>
              <a:rect l="l" t="t" r="r" b="b"/>
              <a:pathLst>
                <a:path w="192295" h="202669" extrusionOk="0">
                  <a:moveTo>
                    <a:pt x="102329" y="1"/>
                  </a:moveTo>
                  <a:cubicBezTo>
                    <a:pt x="99270" y="1"/>
                    <a:pt x="96212" y="996"/>
                    <a:pt x="93652" y="2986"/>
                  </a:cubicBezTo>
                  <a:cubicBezTo>
                    <a:pt x="91142" y="4959"/>
                    <a:pt x="88083" y="5987"/>
                    <a:pt x="84983" y="5987"/>
                  </a:cubicBezTo>
                  <a:cubicBezTo>
                    <a:pt x="83369" y="5987"/>
                    <a:pt x="81744" y="5708"/>
                    <a:pt x="80180" y="5139"/>
                  </a:cubicBezTo>
                  <a:cubicBezTo>
                    <a:pt x="78603" y="4562"/>
                    <a:pt x="76977" y="4285"/>
                    <a:pt x="75371" y="4285"/>
                  </a:cubicBezTo>
                  <a:cubicBezTo>
                    <a:pt x="70799" y="4285"/>
                    <a:pt x="66386" y="6529"/>
                    <a:pt x="63707" y="10488"/>
                  </a:cubicBezTo>
                  <a:cubicBezTo>
                    <a:pt x="61088" y="14369"/>
                    <a:pt x="56698" y="16694"/>
                    <a:pt x="52015" y="16694"/>
                  </a:cubicBezTo>
                  <a:cubicBezTo>
                    <a:pt x="51857" y="16694"/>
                    <a:pt x="51698" y="16691"/>
                    <a:pt x="51539" y="16686"/>
                  </a:cubicBezTo>
                  <a:cubicBezTo>
                    <a:pt x="51372" y="16680"/>
                    <a:pt x="51205" y="16677"/>
                    <a:pt x="51039" y="16677"/>
                  </a:cubicBezTo>
                  <a:cubicBezTo>
                    <a:pt x="44784" y="16677"/>
                    <a:pt x="39260" y="20826"/>
                    <a:pt x="37513" y="26863"/>
                  </a:cubicBezTo>
                  <a:cubicBezTo>
                    <a:pt x="36175" y="31528"/>
                    <a:pt x="32522" y="35181"/>
                    <a:pt x="27857" y="36519"/>
                  </a:cubicBezTo>
                  <a:cubicBezTo>
                    <a:pt x="21660" y="38313"/>
                    <a:pt x="17452" y="44087"/>
                    <a:pt x="17680" y="50545"/>
                  </a:cubicBezTo>
                  <a:cubicBezTo>
                    <a:pt x="17843" y="55406"/>
                    <a:pt x="15494" y="60005"/>
                    <a:pt x="11482" y="62713"/>
                  </a:cubicBezTo>
                  <a:cubicBezTo>
                    <a:pt x="6133" y="66333"/>
                    <a:pt x="3914" y="73118"/>
                    <a:pt x="6133" y="79186"/>
                  </a:cubicBezTo>
                  <a:cubicBezTo>
                    <a:pt x="7796" y="83752"/>
                    <a:pt x="6981" y="88841"/>
                    <a:pt x="3980" y="92658"/>
                  </a:cubicBezTo>
                  <a:cubicBezTo>
                    <a:pt x="0" y="97779"/>
                    <a:pt x="0" y="104890"/>
                    <a:pt x="3980" y="110011"/>
                  </a:cubicBezTo>
                  <a:cubicBezTo>
                    <a:pt x="6981" y="113828"/>
                    <a:pt x="7796" y="118917"/>
                    <a:pt x="6133" y="123483"/>
                  </a:cubicBezTo>
                  <a:cubicBezTo>
                    <a:pt x="3914" y="129551"/>
                    <a:pt x="6133" y="136336"/>
                    <a:pt x="11482" y="139956"/>
                  </a:cubicBezTo>
                  <a:cubicBezTo>
                    <a:pt x="15494" y="142664"/>
                    <a:pt x="17843" y="147263"/>
                    <a:pt x="17680" y="152124"/>
                  </a:cubicBezTo>
                  <a:cubicBezTo>
                    <a:pt x="17452" y="158582"/>
                    <a:pt x="21660" y="164356"/>
                    <a:pt x="27857" y="166150"/>
                  </a:cubicBezTo>
                  <a:cubicBezTo>
                    <a:pt x="32522" y="167488"/>
                    <a:pt x="36175" y="171141"/>
                    <a:pt x="37513" y="175806"/>
                  </a:cubicBezTo>
                  <a:cubicBezTo>
                    <a:pt x="39260" y="181843"/>
                    <a:pt x="44784" y="185992"/>
                    <a:pt x="51039" y="185992"/>
                  </a:cubicBezTo>
                  <a:cubicBezTo>
                    <a:pt x="51205" y="185992"/>
                    <a:pt x="51372" y="185989"/>
                    <a:pt x="51539" y="185983"/>
                  </a:cubicBezTo>
                  <a:cubicBezTo>
                    <a:pt x="51698" y="185978"/>
                    <a:pt x="51857" y="185975"/>
                    <a:pt x="52015" y="185975"/>
                  </a:cubicBezTo>
                  <a:cubicBezTo>
                    <a:pt x="56698" y="185975"/>
                    <a:pt x="61088" y="188300"/>
                    <a:pt x="63707" y="192181"/>
                  </a:cubicBezTo>
                  <a:cubicBezTo>
                    <a:pt x="66386" y="196140"/>
                    <a:pt x="70799" y="198384"/>
                    <a:pt x="75371" y="198384"/>
                  </a:cubicBezTo>
                  <a:cubicBezTo>
                    <a:pt x="76977" y="198384"/>
                    <a:pt x="78603" y="198107"/>
                    <a:pt x="80180" y="197531"/>
                  </a:cubicBezTo>
                  <a:cubicBezTo>
                    <a:pt x="81744" y="196961"/>
                    <a:pt x="83369" y="196682"/>
                    <a:pt x="84983" y="196682"/>
                  </a:cubicBezTo>
                  <a:cubicBezTo>
                    <a:pt x="88083" y="196682"/>
                    <a:pt x="91142" y="197710"/>
                    <a:pt x="93652" y="199683"/>
                  </a:cubicBezTo>
                  <a:cubicBezTo>
                    <a:pt x="96212" y="201673"/>
                    <a:pt x="99270" y="202668"/>
                    <a:pt x="102329" y="202668"/>
                  </a:cubicBezTo>
                  <a:cubicBezTo>
                    <a:pt x="105387" y="202668"/>
                    <a:pt x="108445" y="201673"/>
                    <a:pt x="111005" y="199683"/>
                  </a:cubicBezTo>
                  <a:cubicBezTo>
                    <a:pt x="113515" y="197710"/>
                    <a:pt x="116574" y="196682"/>
                    <a:pt x="119674" y="196682"/>
                  </a:cubicBezTo>
                  <a:cubicBezTo>
                    <a:pt x="121288" y="196682"/>
                    <a:pt x="122913" y="196961"/>
                    <a:pt x="124477" y="197531"/>
                  </a:cubicBezTo>
                  <a:cubicBezTo>
                    <a:pt x="126055" y="198107"/>
                    <a:pt x="127680" y="198384"/>
                    <a:pt x="129286" y="198384"/>
                  </a:cubicBezTo>
                  <a:cubicBezTo>
                    <a:pt x="133858" y="198384"/>
                    <a:pt x="138271" y="196140"/>
                    <a:pt x="140950" y="192181"/>
                  </a:cubicBezTo>
                  <a:cubicBezTo>
                    <a:pt x="142973" y="189180"/>
                    <a:pt x="146072" y="187092"/>
                    <a:pt x="149530" y="186309"/>
                  </a:cubicBezTo>
                  <a:cubicBezTo>
                    <a:pt x="154031" y="185298"/>
                    <a:pt x="157782" y="181514"/>
                    <a:pt x="159087" y="176328"/>
                  </a:cubicBezTo>
                  <a:cubicBezTo>
                    <a:pt x="160261" y="171630"/>
                    <a:pt x="163491" y="167944"/>
                    <a:pt x="167634" y="166607"/>
                  </a:cubicBezTo>
                  <a:cubicBezTo>
                    <a:pt x="173146" y="164813"/>
                    <a:pt x="176865" y="158974"/>
                    <a:pt x="176669" y="152483"/>
                  </a:cubicBezTo>
                  <a:cubicBezTo>
                    <a:pt x="176506" y="147590"/>
                    <a:pt x="178594" y="142958"/>
                    <a:pt x="182149" y="140250"/>
                  </a:cubicBezTo>
                  <a:cubicBezTo>
                    <a:pt x="186879" y="136597"/>
                    <a:pt x="188836" y="129746"/>
                    <a:pt x="186879" y="123647"/>
                  </a:cubicBezTo>
                  <a:cubicBezTo>
                    <a:pt x="185411" y="119047"/>
                    <a:pt x="186129" y="113926"/>
                    <a:pt x="188771" y="110077"/>
                  </a:cubicBezTo>
                  <a:cubicBezTo>
                    <a:pt x="192294" y="104923"/>
                    <a:pt x="192294" y="97746"/>
                    <a:pt x="188771" y="92592"/>
                  </a:cubicBezTo>
                  <a:cubicBezTo>
                    <a:pt x="186129" y="88743"/>
                    <a:pt x="185411" y="83622"/>
                    <a:pt x="186879" y="79023"/>
                  </a:cubicBezTo>
                  <a:cubicBezTo>
                    <a:pt x="188836" y="72923"/>
                    <a:pt x="186879" y="66072"/>
                    <a:pt x="182149" y="62419"/>
                  </a:cubicBezTo>
                  <a:cubicBezTo>
                    <a:pt x="178594" y="59712"/>
                    <a:pt x="176506" y="55080"/>
                    <a:pt x="176669" y="50187"/>
                  </a:cubicBezTo>
                  <a:cubicBezTo>
                    <a:pt x="176865" y="43695"/>
                    <a:pt x="173146" y="37856"/>
                    <a:pt x="167634" y="36062"/>
                  </a:cubicBezTo>
                  <a:cubicBezTo>
                    <a:pt x="163491" y="34725"/>
                    <a:pt x="160261" y="31039"/>
                    <a:pt x="159087" y="26341"/>
                  </a:cubicBezTo>
                  <a:cubicBezTo>
                    <a:pt x="157782" y="21220"/>
                    <a:pt x="154096" y="17436"/>
                    <a:pt x="149660" y="16360"/>
                  </a:cubicBezTo>
                  <a:cubicBezTo>
                    <a:pt x="146170" y="15610"/>
                    <a:pt x="143006" y="13522"/>
                    <a:pt x="140950" y="10488"/>
                  </a:cubicBezTo>
                  <a:cubicBezTo>
                    <a:pt x="138271" y="6529"/>
                    <a:pt x="133858" y="4285"/>
                    <a:pt x="129286" y="4285"/>
                  </a:cubicBezTo>
                  <a:cubicBezTo>
                    <a:pt x="127680" y="4285"/>
                    <a:pt x="126055" y="4562"/>
                    <a:pt x="124477" y="5139"/>
                  </a:cubicBezTo>
                  <a:cubicBezTo>
                    <a:pt x="122913" y="5708"/>
                    <a:pt x="121288" y="5987"/>
                    <a:pt x="119674" y="5987"/>
                  </a:cubicBezTo>
                  <a:cubicBezTo>
                    <a:pt x="116574" y="5987"/>
                    <a:pt x="113515" y="4959"/>
                    <a:pt x="111005" y="2986"/>
                  </a:cubicBezTo>
                  <a:cubicBezTo>
                    <a:pt x="108445" y="996"/>
                    <a:pt x="105387" y="1"/>
                    <a:pt x="102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2767775" y="1816925"/>
              <a:ext cx="2064875" cy="1894225"/>
            </a:xfrm>
            <a:custGeom>
              <a:avLst/>
              <a:gdLst/>
              <a:ahLst/>
              <a:cxnLst/>
              <a:rect l="l" t="t" r="r" b="b"/>
              <a:pathLst>
                <a:path w="82595" h="75769" extrusionOk="0">
                  <a:moveTo>
                    <a:pt x="41298" y="0"/>
                  </a:moveTo>
                  <a:cubicBezTo>
                    <a:pt x="39120" y="0"/>
                    <a:pt x="36943" y="1142"/>
                    <a:pt x="35817" y="3425"/>
                  </a:cubicBezTo>
                  <a:lnTo>
                    <a:pt x="26912" y="21431"/>
                  </a:lnTo>
                  <a:lnTo>
                    <a:pt x="7014" y="24334"/>
                  </a:lnTo>
                  <a:cubicBezTo>
                    <a:pt x="2023" y="25052"/>
                    <a:pt x="1" y="31217"/>
                    <a:pt x="3654" y="34773"/>
                  </a:cubicBezTo>
                  <a:lnTo>
                    <a:pt x="18040" y="48799"/>
                  </a:lnTo>
                  <a:lnTo>
                    <a:pt x="14647" y="68600"/>
                  </a:lnTo>
                  <a:cubicBezTo>
                    <a:pt x="13950" y="72552"/>
                    <a:pt x="17099" y="75769"/>
                    <a:pt x="20676" y="75769"/>
                  </a:cubicBezTo>
                  <a:cubicBezTo>
                    <a:pt x="21615" y="75769"/>
                    <a:pt x="22583" y="75547"/>
                    <a:pt x="23520" y="75058"/>
                  </a:cubicBezTo>
                  <a:lnTo>
                    <a:pt x="41298" y="65696"/>
                  </a:lnTo>
                  <a:lnTo>
                    <a:pt x="59075" y="75058"/>
                  </a:lnTo>
                  <a:cubicBezTo>
                    <a:pt x="60012" y="75547"/>
                    <a:pt x="60980" y="75769"/>
                    <a:pt x="61920" y="75769"/>
                  </a:cubicBezTo>
                  <a:cubicBezTo>
                    <a:pt x="65496" y="75769"/>
                    <a:pt x="68646" y="72552"/>
                    <a:pt x="67948" y="68600"/>
                  </a:cubicBezTo>
                  <a:lnTo>
                    <a:pt x="64556" y="48799"/>
                  </a:lnTo>
                  <a:lnTo>
                    <a:pt x="78941" y="34773"/>
                  </a:lnTo>
                  <a:cubicBezTo>
                    <a:pt x="82594" y="31217"/>
                    <a:pt x="80572" y="25052"/>
                    <a:pt x="75581" y="24334"/>
                  </a:cubicBezTo>
                  <a:lnTo>
                    <a:pt x="55683" y="21431"/>
                  </a:lnTo>
                  <a:lnTo>
                    <a:pt x="46778" y="3425"/>
                  </a:lnTo>
                  <a:cubicBezTo>
                    <a:pt x="45652" y="1142"/>
                    <a:pt x="43475" y="0"/>
                    <a:pt x="41298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3723550" y="697225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3067" y="1"/>
                  </a:moveTo>
                  <a:cubicBezTo>
                    <a:pt x="1370" y="1"/>
                    <a:pt x="0" y="1371"/>
                    <a:pt x="0" y="3035"/>
                  </a:cubicBezTo>
                  <a:cubicBezTo>
                    <a:pt x="0" y="4731"/>
                    <a:pt x="1370" y="6101"/>
                    <a:pt x="3067" y="6101"/>
                  </a:cubicBezTo>
                  <a:cubicBezTo>
                    <a:pt x="4763" y="6101"/>
                    <a:pt x="6133" y="4731"/>
                    <a:pt x="6133" y="3035"/>
                  </a:cubicBezTo>
                  <a:cubicBezTo>
                    <a:pt x="6133" y="1371"/>
                    <a:pt x="4763" y="1"/>
                    <a:pt x="3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3723550" y="4845675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3067" y="0"/>
                  </a:moveTo>
                  <a:cubicBezTo>
                    <a:pt x="1370" y="0"/>
                    <a:pt x="0" y="1370"/>
                    <a:pt x="0" y="3067"/>
                  </a:cubicBezTo>
                  <a:cubicBezTo>
                    <a:pt x="0" y="4730"/>
                    <a:pt x="1370" y="6100"/>
                    <a:pt x="3067" y="6100"/>
                  </a:cubicBezTo>
                  <a:cubicBezTo>
                    <a:pt x="4763" y="6100"/>
                    <a:pt x="6133" y="4730"/>
                    <a:pt x="6133" y="3067"/>
                  </a:cubicBezTo>
                  <a:cubicBezTo>
                    <a:pt x="6133" y="1370"/>
                    <a:pt x="4763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3571050" y="1155550"/>
              <a:ext cx="152525" cy="153325"/>
            </a:xfrm>
            <a:custGeom>
              <a:avLst/>
              <a:gdLst/>
              <a:ahLst/>
              <a:cxnLst/>
              <a:rect l="l" t="t" r="r" b="b"/>
              <a:pathLst>
                <a:path w="6101" h="6133" extrusionOk="0">
                  <a:moveTo>
                    <a:pt x="3067" y="0"/>
                  </a:moveTo>
                  <a:cubicBezTo>
                    <a:pt x="1370" y="0"/>
                    <a:pt x="0" y="1370"/>
                    <a:pt x="0" y="3067"/>
                  </a:cubicBezTo>
                  <a:cubicBezTo>
                    <a:pt x="0" y="4763"/>
                    <a:pt x="1370" y="6133"/>
                    <a:pt x="3067" y="6133"/>
                  </a:cubicBezTo>
                  <a:cubicBezTo>
                    <a:pt x="4730" y="6133"/>
                    <a:pt x="6100" y="4763"/>
                    <a:pt x="6100" y="3067"/>
                  </a:cubicBezTo>
                  <a:cubicBezTo>
                    <a:pt x="6100" y="1370"/>
                    <a:pt x="4730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3265225" y="8497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3067" y="1"/>
                  </a:moveTo>
                  <a:cubicBezTo>
                    <a:pt x="1371" y="1"/>
                    <a:pt x="1" y="1371"/>
                    <a:pt x="1" y="3067"/>
                  </a:cubicBezTo>
                  <a:cubicBezTo>
                    <a:pt x="1" y="4763"/>
                    <a:pt x="1371" y="6133"/>
                    <a:pt x="3067" y="6133"/>
                  </a:cubicBezTo>
                  <a:cubicBezTo>
                    <a:pt x="4731" y="6133"/>
                    <a:pt x="6101" y="4763"/>
                    <a:pt x="6101" y="3067"/>
                  </a:cubicBezTo>
                  <a:cubicBezTo>
                    <a:pt x="6101" y="1371"/>
                    <a:pt x="4731" y="1"/>
                    <a:pt x="3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2475025" y="4053825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3067" y="0"/>
                  </a:moveTo>
                  <a:cubicBezTo>
                    <a:pt x="1370" y="0"/>
                    <a:pt x="0" y="1370"/>
                    <a:pt x="0" y="3034"/>
                  </a:cubicBezTo>
                  <a:cubicBezTo>
                    <a:pt x="0" y="4730"/>
                    <a:pt x="1370" y="6100"/>
                    <a:pt x="3067" y="6100"/>
                  </a:cubicBezTo>
                  <a:cubicBezTo>
                    <a:pt x="4763" y="6100"/>
                    <a:pt x="6133" y="4730"/>
                    <a:pt x="6133" y="3034"/>
                  </a:cubicBezTo>
                  <a:cubicBezTo>
                    <a:pt x="6133" y="1370"/>
                    <a:pt x="4763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2169200" y="3748000"/>
              <a:ext cx="153350" cy="152525"/>
            </a:xfrm>
            <a:custGeom>
              <a:avLst/>
              <a:gdLst/>
              <a:ahLst/>
              <a:cxnLst/>
              <a:rect l="l" t="t" r="r" b="b"/>
              <a:pathLst>
                <a:path w="6134" h="6101" extrusionOk="0">
                  <a:moveTo>
                    <a:pt x="3067" y="1"/>
                  </a:moveTo>
                  <a:cubicBezTo>
                    <a:pt x="1371" y="1"/>
                    <a:pt x="1" y="1371"/>
                    <a:pt x="1" y="3035"/>
                  </a:cubicBezTo>
                  <a:cubicBezTo>
                    <a:pt x="1" y="4731"/>
                    <a:pt x="1371" y="6101"/>
                    <a:pt x="3067" y="6101"/>
                  </a:cubicBezTo>
                  <a:cubicBezTo>
                    <a:pt x="4763" y="6101"/>
                    <a:pt x="6133" y="4731"/>
                    <a:pt x="6133" y="3035"/>
                  </a:cubicBezTo>
                  <a:cubicBezTo>
                    <a:pt x="6133" y="1371"/>
                    <a:pt x="4763" y="1"/>
                    <a:pt x="3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2475025" y="3136375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3067" y="1"/>
                  </a:moveTo>
                  <a:cubicBezTo>
                    <a:pt x="1370" y="1"/>
                    <a:pt x="0" y="1371"/>
                    <a:pt x="0" y="3035"/>
                  </a:cubicBezTo>
                  <a:cubicBezTo>
                    <a:pt x="0" y="4731"/>
                    <a:pt x="1370" y="6101"/>
                    <a:pt x="3067" y="6101"/>
                  </a:cubicBezTo>
                  <a:cubicBezTo>
                    <a:pt x="4763" y="6101"/>
                    <a:pt x="6133" y="4731"/>
                    <a:pt x="6133" y="3035"/>
                  </a:cubicBezTo>
                  <a:cubicBezTo>
                    <a:pt x="6133" y="1371"/>
                    <a:pt x="4763" y="1"/>
                    <a:pt x="3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1649725" y="27718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3035" y="1"/>
                  </a:moveTo>
                  <a:cubicBezTo>
                    <a:pt x="1371" y="1"/>
                    <a:pt x="1" y="1371"/>
                    <a:pt x="1" y="3035"/>
                  </a:cubicBezTo>
                  <a:cubicBezTo>
                    <a:pt x="1" y="4731"/>
                    <a:pt x="1371" y="6101"/>
                    <a:pt x="3035" y="6101"/>
                  </a:cubicBezTo>
                  <a:cubicBezTo>
                    <a:pt x="4731" y="6101"/>
                    <a:pt x="6101" y="4731"/>
                    <a:pt x="6101" y="3035"/>
                  </a:cubicBezTo>
                  <a:cubicBezTo>
                    <a:pt x="6101" y="1371"/>
                    <a:pt x="4731" y="1"/>
                    <a:pt x="30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1802225" y="2466050"/>
              <a:ext cx="153350" cy="152525"/>
            </a:xfrm>
            <a:custGeom>
              <a:avLst/>
              <a:gdLst/>
              <a:ahLst/>
              <a:cxnLst/>
              <a:rect l="l" t="t" r="r" b="b"/>
              <a:pathLst>
                <a:path w="6134" h="6101" extrusionOk="0">
                  <a:moveTo>
                    <a:pt x="3067" y="0"/>
                  </a:moveTo>
                  <a:cubicBezTo>
                    <a:pt x="1371" y="0"/>
                    <a:pt x="1" y="1371"/>
                    <a:pt x="1" y="3034"/>
                  </a:cubicBezTo>
                  <a:cubicBezTo>
                    <a:pt x="1" y="4730"/>
                    <a:pt x="1371" y="6100"/>
                    <a:pt x="3067" y="6100"/>
                  </a:cubicBezTo>
                  <a:cubicBezTo>
                    <a:pt x="4763" y="6100"/>
                    <a:pt x="6133" y="4730"/>
                    <a:pt x="6133" y="3034"/>
                  </a:cubicBezTo>
                  <a:cubicBezTo>
                    <a:pt x="6133" y="1371"/>
                    <a:pt x="4763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5339050" y="3382675"/>
              <a:ext cx="153325" cy="153325"/>
            </a:xfrm>
            <a:custGeom>
              <a:avLst/>
              <a:gdLst/>
              <a:ahLst/>
              <a:cxnLst/>
              <a:rect l="l" t="t" r="r" b="b"/>
              <a:pathLst>
                <a:path w="6133" h="6133" extrusionOk="0">
                  <a:moveTo>
                    <a:pt x="3067" y="0"/>
                  </a:moveTo>
                  <a:cubicBezTo>
                    <a:pt x="1370" y="0"/>
                    <a:pt x="0" y="1370"/>
                    <a:pt x="0" y="3066"/>
                  </a:cubicBezTo>
                  <a:cubicBezTo>
                    <a:pt x="0" y="4763"/>
                    <a:pt x="1370" y="6133"/>
                    <a:pt x="3067" y="6133"/>
                  </a:cubicBezTo>
                  <a:cubicBezTo>
                    <a:pt x="4763" y="6133"/>
                    <a:pt x="6133" y="4763"/>
                    <a:pt x="6133" y="3066"/>
                  </a:cubicBezTo>
                  <a:cubicBezTo>
                    <a:pt x="6133" y="1370"/>
                    <a:pt x="4763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2720475" y="1741075"/>
              <a:ext cx="2159475" cy="2046500"/>
            </a:xfrm>
            <a:custGeom>
              <a:avLst/>
              <a:gdLst/>
              <a:ahLst/>
              <a:cxnLst/>
              <a:rect l="l" t="t" r="r" b="b"/>
              <a:pathLst>
                <a:path w="86379" h="81860" extrusionOk="0">
                  <a:moveTo>
                    <a:pt x="43190" y="6100"/>
                  </a:moveTo>
                  <a:cubicBezTo>
                    <a:pt x="44364" y="6100"/>
                    <a:pt x="45408" y="6753"/>
                    <a:pt x="45930" y="7797"/>
                  </a:cubicBezTo>
                  <a:lnTo>
                    <a:pt x="54835" y="25835"/>
                  </a:lnTo>
                  <a:cubicBezTo>
                    <a:pt x="55259" y="26716"/>
                    <a:pt x="56140" y="27368"/>
                    <a:pt x="57118" y="27499"/>
                  </a:cubicBezTo>
                  <a:lnTo>
                    <a:pt x="77016" y="30402"/>
                  </a:lnTo>
                  <a:cubicBezTo>
                    <a:pt x="78191" y="30565"/>
                    <a:pt x="79104" y="31348"/>
                    <a:pt x="79495" y="32457"/>
                  </a:cubicBezTo>
                  <a:cubicBezTo>
                    <a:pt x="79854" y="33599"/>
                    <a:pt x="79561" y="34773"/>
                    <a:pt x="78713" y="35621"/>
                  </a:cubicBezTo>
                  <a:lnTo>
                    <a:pt x="64327" y="49648"/>
                  </a:lnTo>
                  <a:cubicBezTo>
                    <a:pt x="63610" y="50333"/>
                    <a:pt x="63283" y="51344"/>
                    <a:pt x="63447" y="52355"/>
                  </a:cubicBezTo>
                  <a:lnTo>
                    <a:pt x="66839" y="72156"/>
                  </a:lnTo>
                  <a:cubicBezTo>
                    <a:pt x="67035" y="73330"/>
                    <a:pt x="66578" y="74439"/>
                    <a:pt x="65632" y="75157"/>
                  </a:cubicBezTo>
                  <a:cubicBezTo>
                    <a:pt x="65079" y="75544"/>
                    <a:pt x="64452" y="75744"/>
                    <a:pt x="63823" y="75744"/>
                  </a:cubicBezTo>
                  <a:cubicBezTo>
                    <a:pt x="63340" y="75744"/>
                    <a:pt x="62856" y="75626"/>
                    <a:pt x="62403" y="75385"/>
                  </a:cubicBezTo>
                  <a:lnTo>
                    <a:pt x="44625" y="66023"/>
                  </a:lnTo>
                  <a:cubicBezTo>
                    <a:pt x="44168" y="65795"/>
                    <a:pt x="43679" y="65681"/>
                    <a:pt x="43190" y="65681"/>
                  </a:cubicBezTo>
                  <a:cubicBezTo>
                    <a:pt x="42700" y="65681"/>
                    <a:pt x="42211" y="65795"/>
                    <a:pt x="41754" y="66023"/>
                  </a:cubicBezTo>
                  <a:lnTo>
                    <a:pt x="23976" y="75385"/>
                  </a:lnTo>
                  <a:cubicBezTo>
                    <a:pt x="23523" y="75626"/>
                    <a:pt x="23039" y="75744"/>
                    <a:pt x="22556" y="75744"/>
                  </a:cubicBezTo>
                  <a:cubicBezTo>
                    <a:pt x="21927" y="75744"/>
                    <a:pt x="21301" y="75544"/>
                    <a:pt x="20747" y="75157"/>
                  </a:cubicBezTo>
                  <a:cubicBezTo>
                    <a:pt x="19801" y="74439"/>
                    <a:pt x="19344" y="73330"/>
                    <a:pt x="19540" y="72156"/>
                  </a:cubicBezTo>
                  <a:lnTo>
                    <a:pt x="22933" y="52355"/>
                  </a:lnTo>
                  <a:cubicBezTo>
                    <a:pt x="23096" y="51344"/>
                    <a:pt x="22770" y="50333"/>
                    <a:pt x="22052" y="49648"/>
                  </a:cubicBezTo>
                  <a:lnTo>
                    <a:pt x="7667" y="35621"/>
                  </a:lnTo>
                  <a:cubicBezTo>
                    <a:pt x="6818" y="34773"/>
                    <a:pt x="6525" y="33599"/>
                    <a:pt x="6884" y="32457"/>
                  </a:cubicBezTo>
                  <a:cubicBezTo>
                    <a:pt x="7275" y="31348"/>
                    <a:pt x="8188" y="30565"/>
                    <a:pt x="9363" y="30402"/>
                  </a:cubicBezTo>
                  <a:lnTo>
                    <a:pt x="29261" y="27499"/>
                  </a:lnTo>
                  <a:cubicBezTo>
                    <a:pt x="30239" y="27368"/>
                    <a:pt x="31120" y="26716"/>
                    <a:pt x="31544" y="25835"/>
                  </a:cubicBezTo>
                  <a:lnTo>
                    <a:pt x="40450" y="7797"/>
                  </a:lnTo>
                  <a:cubicBezTo>
                    <a:pt x="40971" y="6753"/>
                    <a:pt x="41983" y="6100"/>
                    <a:pt x="43190" y="6100"/>
                  </a:cubicBezTo>
                  <a:close/>
                  <a:moveTo>
                    <a:pt x="43190" y="0"/>
                  </a:moveTo>
                  <a:cubicBezTo>
                    <a:pt x="39667" y="0"/>
                    <a:pt x="36535" y="1958"/>
                    <a:pt x="34969" y="5089"/>
                  </a:cubicBezTo>
                  <a:lnTo>
                    <a:pt x="26782" y="21693"/>
                  </a:lnTo>
                  <a:lnTo>
                    <a:pt x="8482" y="24335"/>
                  </a:lnTo>
                  <a:cubicBezTo>
                    <a:pt x="4992" y="24857"/>
                    <a:pt x="2154" y="27238"/>
                    <a:pt x="1077" y="30598"/>
                  </a:cubicBezTo>
                  <a:cubicBezTo>
                    <a:pt x="1" y="33925"/>
                    <a:pt x="882" y="37546"/>
                    <a:pt x="3393" y="39992"/>
                  </a:cubicBezTo>
                  <a:lnTo>
                    <a:pt x="16637" y="52877"/>
                  </a:lnTo>
                  <a:lnTo>
                    <a:pt x="13505" y="71112"/>
                  </a:lnTo>
                  <a:cubicBezTo>
                    <a:pt x="12918" y="74569"/>
                    <a:pt x="14321" y="78027"/>
                    <a:pt x="17159" y="80082"/>
                  </a:cubicBezTo>
                  <a:cubicBezTo>
                    <a:pt x="18764" y="81263"/>
                    <a:pt x="20652" y="81860"/>
                    <a:pt x="22549" y="81860"/>
                  </a:cubicBezTo>
                  <a:cubicBezTo>
                    <a:pt x="24006" y="81860"/>
                    <a:pt x="25469" y="81508"/>
                    <a:pt x="26814" y="80800"/>
                  </a:cubicBezTo>
                  <a:lnTo>
                    <a:pt x="43190" y="72188"/>
                  </a:lnTo>
                  <a:lnTo>
                    <a:pt x="59565" y="80800"/>
                  </a:lnTo>
                  <a:cubicBezTo>
                    <a:pt x="60902" y="81485"/>
                    <a:pt x="62370" y="81844"/>
                    <a:pt x="63838" y="81844"/>
                  </a:cubicBezTo>
                  <a:cubicBezTo>
                    <a:pt x="65730" y="81844"/>
                    <a:pt x="67622" y="81256"/>
                    <a:pt x="69220" y="80082"/>
                  </a:cubicBezTo>
                  <a:cubicBezTo>
                    <a:pt x="72058" y="78027"/>
                    <a:pt x="73461" y="74569"/>
                    <a:pt x="72874" y="71112"/>
                  </a:cubicBezTo>
                  <a:lnTo>
                    <a:pt x="69742" y="52877"/>
                  </a:lnTo>
                  <a:lnTo>
                    <a:pt x="82986" y="39992"/>
                  </a:lnTo>
                  <a:cubicBezTo>
                    <a:pt x="85498" y="37546"/>
                    <a:pt x="86378" y="33925"/>
                    <a:pt x="85302" y="30598"/>
                  </a:cubicBezTo>
                  <a:cubicBezTo>
                    <a:pt x="84225" y="27238"/>
                    <a:pt x="81387" y="24857"/>
                    <a:pt x="77897" y="24335"/>
                  </a:cubicBezTo>
                  <a:lnTo>
                    <a:pt x="59597" y="21693"/>
                  </a:lnTo>
                  <a:lnTo>
                    <a:pt x="51410" y="5089"/>
                  </a:lnTo>
                  <a:cubicBezTo>
                    <a:pt x="49844" y="1958"/>
                    <a:pt x="46713" y="0"/>
                    <a:pt x="431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160450" y="238325"/>
              <a:ext cx="5279550" cy="5219000"/>
            </a:xfrm>
            <a:custGeom>
              <a:avLst/>
              <a:gdLst/>
              <a:ahLst/>
              <a:cxnLst/>
              <a:rect l="l" t="t" r="r" b="b"/>
              <a:pathLst>
                <a:path w="211182" h="208760" extrusionOk="0">
                  <a:moveTo>
                    <a:pt x="105591" y="0"/>
                  </a:moveTo>
                  <a:cubicBezTo>
                    <a:pt x="101872" y="0"/>
                    <a:pt x="98153" y="1215"/>
                    <a:pt x="95054" y="3645"/>
                  </a:cubicBezTo>
                  <a:cubicBezTo>
                    <a:pt x="93067" y="5184"/>
                    <a:pt x="90689" y="5980"/>
                    <a:pt x="88276" y="5980"/>
                  </a:cubicBezTo>
                  <a:cubicBezTo>
                    <a:pt x="87004" y="5980"/>
                    <a:pt x="85724" y="5759"/>
                    <a:pt x="84486" y="5309"/>
                  </a:cubicBezTo>
                  <a:cubicBezTo>
                    <a:pt x="82553" y="4602"/>
                    <a:pt x="80562" y="4262"/>
                    <a:pt x="78598" y="4262"/>
                  </a:cubicBezTo>
                  <a:cubicBezTo>
                    <a:pt x="73035" y="4262"/>
                    <a:pt x="67679" y="6988"/>
                    <a:pt x="64424" y="11833"/>
                  </a:cubicBezTo>
                  <a:cubicBezTo>
                    <a:pt x="62345" y="14889"/>
                    <a:pt x="58956" y="16667"/>
                    <a:pt x="55288" y="16667"/>
                  </a:cubicBezTo>
                  <a:cubicBezTo>
                    <a:pt x="55159" y="16667"/>
                    <a:pt x="55029" y="16665"/>
                    <a:pt x="54899" y="16661"/>
                  </a:cubicBezTo>
                  <a:cubicBezTo>
                    <a:pt x="54706" y="16654"/>
                    <a:pt x="54514" y="16651"/>
                    <a:pt x="54322" y="16651"/>
                  </a:cubicBezTo>
                  <a:cubicBezTo>
                    <a:pt x="46696" y="16651"/>
                    <a:pt x="39971" y="21675"/>
                    <a:pt x="37839" y="29089"/>
                  </a:cubicBezTo>
                  <a:cubicBezTo>
                    <a:pt x="37774" y="29285"/>
                    <a:pt x="37709" y="29480"/>
                    <a:pt x="37643" y="29676"/>
                  </a:cubicBezTo>
                  <a:cubicBezTo>
                    <a:pt x="37089" y="31242"/>
                    <a:pt x="37937" y="33003"/>
                    <a:pt x="39535" y="33558"/>
                  </a:cubicBezTo>
                  <a:cubicBezTo>
                    <a:pt x="39867" y="33673"/>
                    <a:pt x="40205" y="33728"/>
                    <a:pt x="40537" y="33728"/>
                  </a:cubicBezTo>
                  <a:cubicBezTo>
                    <a:pt x="41801" y="33728"/>
                    <a:pt x="42978" y="32932"/>
                    <a:pt x="43417" y="31666"/>
                  </a:cubicBezTo>
                  <a:cubicBezTo>
                    <a:pt x="43548" y="31340"/>
                    <a:pt x="43645" y="31046"/>
                    <a:pt x="43711" y="30753"/>
                  </a:cubicBezTo>
                  <a:cubicBezTo>
                    <a:pt x="45074" y="26030"/>
                    <a:pt x="49363" y="22785"/>
                    <a:pt x="54274" y="22785"/>
                  </a:cubicBezTo>
                  <a:cubicBezTo>
                    <a:pt x="54416" y="22785"/>
                    <a:pt x="54560" y="22788"/>
                    <a:pt x="54704" y="22793"/>
                  </a:cubicBezTo>
                  <a:cubicBezTo>
                    <a:pt x="54898" y="22800"/>
                    <a:pt x="55092" y="22803"/>
                    <a:pt x="55286" y="22803"/>
                  </a:cubicBezTo>
                  <a:cubicBezTo>
                    <a:pt x="61001" y="22803"/>
                    <a:pt x="66294" y="20022"/>
                    <a:pt x="69480" y="15258"/>
                  </a:cubicBezTo>
                  <a:cubicBezTo>
                    <a:pt x="71582" y="12142"/>
                    <a:pt x="75042" y="10386"/>
                    <a:pt x="78631" y="10386"/>
                  </a:cubicBezTo>
                  <a:cubicBezTo>
                    <a:pt x="79888" y="10386"/>
                    <a:pt x="81162" y="10601"/>
                    <a:pt x="82398" y="11050"/>
                  </a:cubicBezTo>
                  <a:cubicBezTo>
                    <a:pt x="84313" y="11745"/>
                    <a:pt x="86294" y="12085"/>
                    <a:pt x="88259" y="12085"/>
                  </a:cubicBezTo>
                  <a:cubicBezTo>
                    <a:pt x="92018" y="12085"/>
                    <a:pt x="95721" y="10840"/>
                    <a:pt x="98806" y="8441"/>
                  </a:cubicBezTo>
                  <a:cubicBezTo>
                    <a:pt x="100795" y="6891"/>
                    <a:pt x="103193" y="6116"/>
                    <a:pt x="105591" y="6116"/>
                  </a:cubicBezTo>
                  <a:cubicBezTo>
                    <a:pt x="107988" y="6116"/>
                    <a:pt x="110386" y="6891"/>
                    <a:pt x="112376" y="8441"/>
                  </a:cubicBezTo>
                  <a:cubicBezTo>
                    <a:pt x="115460" y="10840"/>
                    <a:pt x="119163" y="12085"/>
                    <a:pt x="122922" y="12085"/>
                  </a:cubicBezTo>
                  <a:cubicBezTo>
                    <a:pt x="124887" y="12085"/>
                    <a:pt x="126868" y="11745"/>
                    <a:pt x="128783" y="11050"/>
                  </a:cubicBezTo>
                  <a:cubicBezTo>
                    <a:pt x="130019" y="10601"/>
                    <a:pt x="131293" y="10386"/>
                    <a:pt x="132550" y="10386"/>
                  </a:cubicBezTo>
                  <a:cubicBezTo>
                    <a:pt x="136139" y="10386"/>
                    <a:pt x="139599" y="12142"/>
                    <a:pt x="141701" y="15258"/>
                  </a:cubicBezTo>
                  <a:cubicBezTo>
                    <a:pt x="144887" y="20022"/>
                    <a:pt x="150180" y="22803"/>
                    <a:pt x="155895" y="22803"/>
                  </a:cubicBezTo>
                  <a:cubicBezTo>
                    <a:pt x="156089" y="22803"/>
                    <a:pt x="156283" y="22800"/>
                    <a:pt x="156478" y="22793"/>
                  </a:cubicBezTo>
                  <a:cubicBezTo>
                    <a:pt x="156599" y="22789"/>
                    <a:pt x="156721" y="22787"/>
                    <a:pt x="156842" y="22787"/>
                  </a:cubicBezTo>
                  <a:cubicBezTo>
                    <a:pt x="161780" y="22787"/>
                    <a:pt x="166101" y="26009"/>
                    <a:pt x="167470" y="30753"/>
                  </a:cubicBezTo>
                  <a:cubicBezTo>
                    <a:pt x="169101" y="36461"/>
                    <a:pt x="173505" y="40865"/>
                    <a:pt x="179214" y="42496"/>
                  </a:cubicBezTo>
                  <a:cubicBezTo>
                    <a:pt x="184074" y="43898"/>
                    <a:pt x="187369" y="48400"/>
                    <a:pt x="187173" y="53489"/>
                  </a:cubicBezTo>
                  <a:cubicBezTo>
                    <a:pt x="186977" y="59425"/>
                    <a:pt x="189782" y="64971"/>
                    <a:pt x="194708" y="68298"/>
                  </a:cubicBezTo>
                  <a:cubicBezTo>
                    <a:pt x="198916" y="71103"/>
                    <a:pt x="200645" y="76420"/>
                    <a:pt x="198916" y="81183"/>
                  </a:cubicBezTo>
                  <a:cubicBezTo>
                    <a:pt x="196894" y="86761"/>
                    <a:pt x="197840" y="92893"/>
                    <a:pt x="201526" y="97591"/>
                  </a:cubicBezTo>
                  <a:cubicBezTo>
                    <a:pt x="204624" y="101570"/>
                    <a:pt x="204624" y="107181"/>
                    <a:pt x="201526" y="111160"/>
                  </a:cubicBezTo>
                  <a:cubicBezTo>
                    <a:pt x="197840" y="115858"/>
                    <a:pt x="196894" y="121990"/>
                    <a:pt x="198916" y="127568"/>
                  </a:cubicBezTo>
                  <a:cubicBezTo>
                    <a:pt x="200645" y="132331"/>
                    <a:pt x="198916" y="137648"/>
                    <a:pt x="194708" y="140486"/>
                  </a:cubicBezTo>
                  <a:cubicBezTo>
                    <a:pt x="189782" y="143780"/>
                    <a:pt x="186977" y="149326"/>
                    <a:pt x="187173" y="155263"/>
                  </a:cubicBezTo>
                  <a:cubicBezTo>
                    <a:pt x="187369" y="160351"/>
                    <a:pt x="184074" y="164853"/>
                    <a:pt x="179214" y="166255"/>
                  </a:cubicBezTo>
                  <a:cubicBezTo>
                    <a:pt x="173505" y="167886"/>
                    <a:pt x="169101" y="172290"/>
                    <a:pt x="167470" y="177999"/>
                  </a:cubicBezTo>
                  <a:cubicBezTo>
                    <a:pt x="166101" y="182742"/>
                    <a:pt x="161780" y="185964"/>
                    <a:pt x="156842" y="185964"/>
                  </a:cubicBezTo>
                  <a:cubicBezTo>
                    <a:pt x="156721" y="185964"/>
                    <a:pt x="156599" y="185962"/>
                    <a:pt x="156478" y="185958"/>
                  </a:cubicBezTo>
                  <a:cubicBezTo>
                    <a:pt x="156283" y="185951"/>
                    <a:pt x="156089" y="185948"/>
                    <a:pt x="155895" y="185948"/>
                  </a:cubicBezTo>
                  <a:cubicBezTo>
                    <a:pt x="150180" y="185948"/>
                    <a:pt x="144886" y="188730"/>
                    <a:pt x="141668" y="193526"/>
                  </a:cubicBezTo>
                  <a:cubicBezTo>
                    <a:pt x="139592" y="196616"/>
                    <a:pt x="136140" y="198366"/>
                    <a:pt x="132555" y="198366"/>
                  </a:cubicBezTo>
                  <a:cubicBezTo>
                    <a:pt x="131296" y="198366"/>
                    <a:pt x="130021" y="198150"/>
                    <a:pt x="128783" y="197701"/>
                  </a:cubicBezTo>
                  <a:cubicBezTo>
                    <a:pt x="126868" y="197007"/>
                    <a:pt x="124887" y="196666"/>
                    <a:pt x="122922" y="196666"/>
                  </a:cubicBezTo>
                  <a:cubicBezTo>
                    <a:pt x="119163" y="196666"/>
                    <a:pt x="115460" y="197912"/>
                    <a:pt x="112376" y="200311"/>
                  </a:cubicBezTo>
                  <a:cubicBezTo>
                    <a:pt x="110386" y="201860"/>
                    <a:pt x="107988" y="202635"/>
                    <a:pt x="105591" y="202635"/>
                  </a:cubicBezTo>
                  <a:cubicBezTo>
                    <a:pt x="103193" y="202635"/>
                    <a:pt x="100795" y="201860"/>
                    <a:pt x="98806" y="200311"/>
                  </a:cubicBezTo>
                  <a:cubicBezTo>
                    <a:pt x="95721" y="197912"/>
                    <a:pt x="92018" y="196666"/>
                    <a:pt x="88259" y="196666"/>
                  </a:cubicBezTo>
                  <a:cubicBezTo>
                    <a:pt x="86294" y="196666"/>
                    <a:pt x="84313" y="197007"/>
                    <a:pt x="82398" y="197701"/>
                  </a:cubicBezTo>
                  <a:cubicBezTo>
                    <a:pt x="81160" y="198150"/>
                    <a:pt x="79885" y="198366"/>
                    <a:pt x="78626" y="198366"/>
                  </a:cubicBezTo>
                  <a:cubicBezTo>
                    <a:pt x="75039" y="198366"/>
                    <a:pt x="71581" y="196616"/>
                    <a:pt x="69480" y="193526"/>
                  </a:cubicBezTo>
                  <a:cubicBezTo>
                    <a:pt x="66294" y="188730"/>
                    <a:pt x="61001" y="185948"/>
                    <a:pt x="55286" y="185948"/>
                  </a:cubicBezTo>
                  <a:cubicBezTo>
                    <a:pt x="55092" y="185948"/>
                    <a:pt x="54898" y="185951"/>
                    <a:pt x="54704" y="185958"/>
                  </a:cubicBezTo>
                  <a:cubicBezTo>
                    <a:pt x="54582" y="185962"/>
                    <a:pt x="54460" y="185964"/>
                    <a:pt x="54339" y="185964"/>
                  </a:cubicBezTo>
                  <a:cubicBezTo>
                    <a:pt x="49401" y="185964"/>
                    <a:pt x="45080" y="182742"/>
                    <a:pt x="43711" y="177999"/>
                  </a:cubicBezTo>
                  <a:cubicBezTo>
                    <a:pt x="42080" y="172290"/>
                    <a:pt x="37676" y="167886"/>
                    <a:pt x="31968" y="166255"/>
                  </a:cubicBezTo>
                  <a:cubicBezTo>
                    <a:pt x="27107" y="164853"/>
                    <a:pt x="23813" y="160351"/>
                    <a:pt x="24008" y="155263"/>
                  </a:cubicBezTo>
                  <a:cubicBezTo>
                    <a:pt x="24204" y="149326"/>
                    <a:pt x="21399" y="143780"/>
                    <a:pt x="16440" y="140486"/>
                  </a:cubicBezTo>
                  <a:cubicBezTo>
                    <a:pt x="12265" y="137648"/>
                    <a:pt x="10536" y="132331"/>
                    <a:pt x="12265" y="127568"/>
                  </a:cubicBezTo>
                  <a:cubicBezTo>
                    <a:pt x="14288" y="121990"/>
                    <a:pt x="13309" y="115858"/>
                    <a:pt x="9656" y="111160"/>
                  </a:cubicBezTo>
                  <a:cubicBezTo>
                    <a:pt x="6557" y="107181"/>
                    <a:pt x="6557" y="101570"/>
                    <a:pt x="9656" y="97591"/>
                  </a:cubicBezTo>
                  <a:cubicBezTo>
                    <a:pt x="13309" y="92893"/>
                    <a:pt x="14288" y="86761"/>
                    <a:pt x="12265" y="81183"/>
                  </a:cubicBezTo>
                  <a:cubicBezTo>
                    <a:pt x="10536" y="76420"/>
                    <a:pt x="12265" y="71103"/>
                    <a:pt x="16440" y="68298"/>
                  </a:cubicBezTo>
                  <a:cubicBezTo>
                    <a:pt x="21399" y="64971"/>
                    <a:pt x="24204" y="59425"/>
                    <a:pt x="24008" y="53489"/>
                  </a:cubicBezTo>
                  <a:cubicBezTo>
                    <a:pt x="23813" y="48400"/>
                    <a:pt x="27107" y="43898"/>
                    <a:pt x="31968" y="42496"/>
                  </a:cubicBezTo>
                  <a:cubicBezTo>
                    <a:pt x="32294" y="42430"/>
                    <a:pt x="32587" y="42300"/>
                    <a:pt x="32881" y="42202"/>
                  </a:cubicBezTo>
                  <a:cubicBezTo>
                    <a:pt x="34479" y="41648"/>
                    <a:pt x="35327" y="39919"/>
                    <a:pt x="34773" y="38320"/>
                  </a:cubicBezTo>
                  <a:cubicBezTo>
                    <a:pt x="34333" y="37054"/>
                    <a:pt x="33157" y="36259"/>
                    <a:pt x="31892" y="36259"/>
                  </a:cubicBezTo>
                  <a:cubicBezTo>
                    <a:pt x="31561" y="36259"/>
                    <a:pt x="31223" y="36313"/>
                    <a:pt x="30891" y="36428"/>
                  </a:cubicBezTo>
                  <a:cubicBezTo>
                    <a:pt x="30695" y="36494"/>
                    <a:pt x="30500" y="36559"/>
                    <a:pt x="30271" y="36624"/>
                  </a:cubicBezTo>
                  <a:cubicBezTo>
                    <a:pt x="22703" y="38810"/>
                    <a:pt x="17615" y="45823"/>
                    <a:pt x="17876" y="53684"/>
                  </a:cubicBezTo>
                  <a:cubicBezTo>
                    <a:pt x="18006" y="57501"/>
                    <a:pt x="16212" y="61089"/>
                    <a:pt x="13048" y="63209"/>
                  </a:cubicBezTo>
                  <a:cubicBezTo>
                    <a:pt x="6491" y="67613"/>
                    <a:pt x="3817" y="75866"/>
                    <a:pt x="6524" y="83271"/>
                  </a:cubicBezTo>
                  <a:cubicBezTo>
                    <a:pt x="7829" y="86859"/>
                    <a:pt x="7209" y="90806"/>
                    <a:pt x="4860" y="93839"/>
                  </a:cubicBezTo>
                  <a:cubicBezTo>
                    <a:pt x="0" y="100037"/>
                    <a:pt x="0" y="108714"/>
                    <a:pt x="4860" y="114912"/>
                  </a:cubicBezTo>
                  <a:cubicBezTo>
                    <a:pt x="7209" y="117945"/>
                    <a:pt x="7829" y="121892"/>
                    <a:pt x="6524" y="125481"/>
                  </a:cubicBezTo>
                  <a:cubicBezTo>
                    <a:pt x="3817" y="132885"/>
                    <a:pt x="6491" y="141138"/>
                    <a:pt x="13048" y="145542"/>
                  </a:cubicBezTo>
                  <a:cubicBezTo>
                    <a:pt x="16212" y="147695"/>
                    <a:pt x="18006" y="151250"/>
                    <a:pt x="17876" y="155067"/>
                  </a:cubicBezTo>
                  <a:cubicBezTo>
                    <a:pt x="17615" y="162928"/>
                    <a:pt x="22703" y="169941"/>
                    <a:pt x="30271" y="172127"/>
                  </a:cubicBezTo>
                  <a:cubicBezTo>
                    <a:pt x="33957" y="173171"/>
                    <a:pt x="36795" y="176009"/>
                    <a:pt x="37839" y="179695"/>
                  </a:cubicBezTo>
                  <a:cubicBezTo>
                    <a:pt x="39971" y="187077"/>
                    <a:pt x="46696" y="192100"/>
                    <a:pt x="54322" y="192100"/>
                  </a:cubicBezTo>
                  <a:cubicBezTo>
                    <a:pt x="54514" y="192100"/>
                    <a:pt x="54706" y="192097"/>
                    <a:pt x="54899" y="192090"/>
                  </a:cubicBezTo>
                  <a:cubicBezTo>
                    <a:pt x="55030" y="192086"/>
                    <a:pt x="55161" y="192084"/>
                    <a:pt x="55291" y="192084"/>
                  </a:cubicBezTo>
                  <a:cubicBezTo>
                    <a:pt x="58987" y="192084"/>
                    <a:pt x="62345" y="193862"/>
                    <a:pt x="64424" y="196918"/>
                  </a:cubicBezTo>
                  <a:cubicBezTo>
                    <a:pt x="67679" y="201763"/>
                    <a:pt x="73035" y="204489"/>
                    <a:pt x="78598" y="204489"/>
                  </a:cubicBezTo>
                  <a:cubicBezTo>
                    <a:pt x="80562" y="204489"/>
                    <a:pt x="82553" y="204149"/>
                    <a:pt x="84486" y="203442"/>
                  </a:cubicBezTo>
                  <a:cubicBezTo>
                    <a:pt x="85724" y="202992"/>
                    <a:pt x="87004" y="202771"/>
                    <a:pt x="88276" y="202771"/>
                  </a:cubicBezTo>
                  <a:cubicBezTo>
                    <a:pt x="90689" y="202771"/>
                    <a:pt x="93067" y="203567"/>
                    <a:pt x="95054" y="205106"/>
                  </a:cubicBezTo>
                  <a:cubicBezTo>
                    <a:pt x="98153" y="207552"/>
                    <a:pt x="101872" y="208759"/>
                    <a:pt x="105591" y="208759"/>
                  </a:cubicBezTo>
                  <a:cubicBezTo>
                    <a:pt x="109309" y="208759"/>
                    <a:pt x="113028" y="207552"/>
                    <a:pt x="116127" y="205106"/>
                  </a:cubicBezTo>
                  <a:cubicBezTo>
                    <a:pt x="118114" y="203567"/>
                    <a:pt x="120492" y="202771"/>
                    <a:pt x="122906" y="202771"/>
                  </a:cubicBezTo>
                  <a:cubicBezTo>
                    <a:pt x="124177" y="202771"/>
                    <a:pt x="125458" y="202992"/>
                    <a:pt x="126696" y="203442"/>
                  </a:cubicBezTo>
                  <a:cubicBezTo>
                    <a:pt x="128628" y="204149"/>
                    <a:pt x="130619" y="204489"/>
                    <a:pt x="132584" y="204489"/>
                  </a:cubicBezTo>
                  <a:cubicBezTo>
                    <a:pt x="138146" y="204489"/>
                    <a:pt x="143503" y="201763"/>
                    <a:pt x="146757" y="196918"/>
                  </a:cubicBezTo>
                  <a:cubicBezTo>
                    <a:pt x="148836" y="193862"/>
                    <a:pt x="152225" y="192084"/>
                    <a:pt x="155893" y="192084"/>
                  </a:cubicBezTo>
                  <a:cubicBezTo>
                    <a:pt x="156022" y="192084"/>
                    <a:pt x="156152" y="192086"/>
                    <a:pt x="156282" y="192090"/>
                  </a:cubicBezTo>
                  <a:cubicBezTo>
                    <a:pt x="156475" y="192097"/>
                    <a:pt x="156667" y="192100"/>
                    <a:pt x="156859" y="192100"/>
                  </a:cubicBezTo>
                  <a:cubicBezTo>
                    <a:pt x="164485" y="192100"/>
                    <a:pt x="171210" y="187077"/>
                    <a:pt x="173342" y="179695"/>
                  </a:cubicBezTo>
                  <a:cubicBezTo>
                    <a:pt x="174386" y="176009"/>
                    <a:pt x="177224" y="173171"/>
                    <a:pt x="180910" y="172127"/>
                  </a:cubicBezTo>
                  <a:cubicBezTo>
                    <a:pt x="188478" y="169941"/>
                    <a:pt x="193566" y="162928"/>
                    <a:pt x="193305" y="155067"/>
                  </a:cubicBezTo>
                  <a:cubicBezTo>
                    <a:pt x="193175" y="151250"/>
                    <a:pt x="194969" y="147695"/>
                    <a:pt x="198133" y="145542"/>
                  </a:cubicBezTo>
                  <a:cubicBezTo>
                    <a:pt x="204690" y="141138"/>
                    <a:pt x="207365" y="132885"/>
                    <a:pt x="204657" y="125481"/>
                  </a:cubicBezTo>
                  <a:cubicBezTo>
                    <a:pt x="203352" y="121892"/>
                    <a:pt x="203972" y="117945"/>
                    <a:pt x="206321" y="114912"/>
                  </a:cubicBezTo>
                  <a:cubicBezTo>
                    <a:pt x="211181" y="108714"/>
                    <a:pt x="211181" y="100037"/>
                    <a:pt x="206321" y="93839"/>
                  </a:cubicBezTo>
                  <a:cubicBezTo>
                    <a:pt x="203972" y="90806"/>
                    <a:pt x="203352" y="86859"/>
                    <a:pt x="204657" y="83271"/>
                  </a:cubicBezTo>
                  <a:cubicBezTo>
                    <a:pt x="207365" y="75866"/>
                    <a:pt x="204690" y="67613"/>
                    <a:pt x="198133" y="63209"/>
                  </a:cubicBezTo>
                  <a:cubicBezTo>
                    <a:pt x="194969" y="61089"/>
                    <a:pt x="193175" y="57501"/>
                    <a:pt x="193305" y="53684"/>
                  </a:cubicBezTo>
                  <a:cubicBezTo>
                    <a:pt x="193566" y="45823"/>
                    <a:pt x="188478" y="38810"/>
                    <a:pt x="180910" y="36624"/>
                  </a:cubicBezTo>
                  <a:cubicBezTo>
                    <a:pt x="177224" y="35580"/>
                    <a:pt x="174386" y="32742"/>
                    <a:pt x="173342" y="29056"/>
                  </a:cubicBezTo>
                  <a:cubicBezTo>
                    <a:pt x="171210" y="21674"/>
                    <a:pt x="164485" y="16651"/>
                    <a:pt x="156859" y="16651"/>
                  </a:cubicBezTo>
                  <a:cubicBezTo>
                    <a:pt x="156667" y="16651"/>
                    <a:pt x="156475" y="16654"/>
                    <a:pt x="156282" y="16661"/>
                  </a:cubicBezTo>
                  <a:cubicBezTo>
                    <a:pt x="156151" y="16665"/>
                    <a:pt x="156020" y="16667"/>
                    <a:pt x="155890" y="16667"/>
                  </a:cubicBezTo>
                  <a:cubicBezTo>
                    <a:pt x="152194" y="16667"/>
                    <a:pt x="148836" y="14889"/>
                    <a:pt x="146757" y="11833"/>
                  </a:cubicBezTo>
                  <a:cubicBezTo>
                    <a:pt x="143503" y="6988"/>
                    <a:pt x="138146" y="4262"/>
                    <a:pt x="132584" y="4262"/>
                  </a:cubicBezTo>
                  <a:cubicBezTo>
                    <a:pt x="130619" y="4262"/>
                    <a:pt x="128628" y="4602"/>
                    <a:pt x="126696" y="5309"/>
                  </a:cubicBezTo>
                  <a:cubicBezTo>
                    <a:pt x="125458" y="5759"/>
                    <a:pt x="124177" y="5980"/>
                    <a:pt x="122906" y="5980"/>
                  </a:cubicBezTo>
                  <a:cubicBezTo>
                    <a:pt x="120492" y="5980"/>
                    <a:pt x="118114" y="5184"/>
                    <a:pt x="116127" y="3645"/>
                  </a:cubicBezTo>
                  <a:cubicBezTo>
                    <a:pt x="113028" y="1215"/>
                    <a:pt x="109309" y="0"/>
                    <a:pt x="105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5" name="Google Shape;595;p33"/>
          <p:cNvGrpSpPr/>
          <p:nvPr/>
        </p:nvGrpSpPr>
        <p:grpSpPr>
          <a:xfrm>
            <a:off x="6776464" y="2340270"/>
            <a:ext cx="464496" cy="462829"/>
            <a:chOff x="1184900" y="244625"/>
            <a:chExt cx="5224925" cy="5206175"/>
          </a:xfrm>
        </p:grpSpPr>
        <p:sp>
          <p:nvSpPr>
            <p:cNvPr id="596" name="Google Shape;596;p33"/>
            <p:cNvSpPr/>
            <p:nvPr/>
          </p:nvSpPr>
          <p:spPr>
            <a:xfrm>
              <a:off x="1370825" y="3465025"/>
              <a:ext cx="1436125" cy="1909675"/>
            </a:xfrm>
            <a:custGeom>
              <a:avLst/>
              <a:gdLst/>
              <a:ahLst/>
              <a:cxnLst/>
              <a:rect l="l" t="t" r="r" b="b"/>
              <a:pathLst>
                <a:path w="57445" h="76387" extrusionOk="0">
                  <a:moveTo>
                    <a:pt x="34545" y="1"/>
                  </a:moveTo>
                  <a:lnTo>
                    <a:pt x="17518" y="40678"/>
                  </a:lnTo>
                  <a:cubicBezTo>
                    <a:pt x="16931" y="42048"/>
                    <a:pt x="16017" y="43222"/>
                    <a:pt x="14843" y="44135"/>
                  </a:cubicBezTo>
                  <a:lnTo>
                    <a:pt x="2121" y="53824"/>
                  </a:lnTo>
                  <a:cubicBezTo>
                    <a:pt x="523" y="55063"/>
                    <a:pt x="1" y="57216"/>
                    <a:pt x="882" y="59043"/>
                  </a:cubicBezTo>
                  <a:cubicBezTo>
                    <a:pt x="1860" y="61000"/>
                    <a:pt x="3459" y="63610"/>
                    <a:pt x="5905" y="66252"/>
                  </a:cubicBezTo>
                  <a:cubicBezTo>
                    <a:pt x="6136" y="66502"/>
                    <a:pt x="6459" y="66628"/>
                    <a:pt x="6785" y="66628"/>
                  </a:cubicBezTo>
                  <a:cubicBezTo>
                    <a:pt x="7011" y="66628"/>
                    <a:pt x="7238" y="66568"/>
                    <a:pt x="7438" y="66447"/>
                  </a:cubicBezTo>
                  <a:lnTo>
                    <a:pt x="16572" y="60706"/>
                  </a:lnTo>
                  <a:lnTo>
                    <a:pt x="16996" y="73102"/>
                  </a:lnTo>
                  <a:cubicBezTo>
                    <a:pt x="17029" y="73591"/>
                    <a:pt x="17322" y="74015"/>
                    <a:pt x="17779" y="74211"/>
                  </a:cubicBezTo>
                  <a:cubicBezTo>
                    <a:pt x="21961" y="75826"/>
                    <a:pt x="25856" y="76387"/>
                    <a:pt x="29245" y="76387"/>
                  </a:cubicBezTo>
                  <a:cubicBezTo>
                    <a:pt x="33179" y="76387"/>
                    <a:pt x="36430" y="75632"/>
                    <a:pt x="38656" y="74896"/>
                  </a:cubicBezTo>
                  <a:cubicBezTo>
                    <a:pt x="40580" y="74276"/>
                    <a:pt x="41754" y="72384"/>
                    <a:pt x="41493" y="70362"/>
                  </a:cubicBezTo>
                  <a:lnTo>
                    <a:pt x="39765" y="56694"/>
                  </a:lnTo>
                  <a:cubicBezTo>
                    <a:pt x="39569" y="55226"/>
                    <a:pt x="39797" y="53758"/>
                    <a:pt x="40352" y="52388"/>
                  </a:cubicBezTo>
                  <a:lnTo>
                    <a:pt x="57445" y="11548"/>
                  </a:lnTo>
                  <a:lnTo>
                    <a:pt x="345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794075" y="3634650"/>
              <a:ext cx="1012875" cy="1740050"/>
            </a:xfrm>
            <a:custGeom>
              <a:avLst/>
              <a:gdLst/>
              <a:ahLst/>
              <a:cxnLst/>
              <a:rect l="l" t="t" r="r" b="b"/>
              <a:pathLst>
                <a:path w="40515" h="69602" extrusionOk="0">
                  <a:moveTo>
                    <a:pt x="31055" y="1"/>
                  </a:moveTo>
                  <a:lnTo>
                    <a:pt x="14288" y="39993"/>
                  </a:lnTo>
                  <a:cubicBezTo>
                    <a:pt x="13701" y="41363"/>
                    <a:pt x="13505" y="42831"/>
                    <a:pt x="13701" y="44299"/>
                  </a:cubicBezTo>
                  <a:lnTo>
                    <a:pt x="15430" y="57966"/>
                  </a:lnTo>
                  <a:cubicBezTo>
                    <a:pt x="15691" y="59989"/>
                    <a:pt x="14484" y="61881"/>
                    <a:pt x="12592" y="62500"/>
                  </a:cubicBezTo>
                  <a:cubicBezTo>
                    <a:pt x="10377" y="63221"/>
                    <a:pt x="7147" y="63983"/>
                    <a:pt x="3252" y="63983"/>
                  </a:cubicBezTo>
                  <a:cubicBezTo>
                    <a:pt x="2213" y="63983"/>
                    <a:pt x="1127" y="63929"/>
                    <a:pt x="1" y="63805"/>
                  </a:cubicBezTo>
                  <a:lnTo>
                    <a:pt x="1" y="63805"/>
                  </a:lnTo>
                  <a:lnTo>
                    <a:pt x="66" y="66317"/>
                  </a:lnTo>
                  <a:cubicBezTo>
                    <a:pt x="99" y="66806"/>
                    <a:pt x="392" y="67230"/>
                    <a:pt x="849" y="67426"/>
                  </a:cubicBezTo>
                  <a:cubicBezTo>
                    <a:pt x="5031" y="69041"/>
                    <a:pt x="8926" y="69602"/>
                    <a:pt x="12315" y="69602"/>
                  </a:cubicBezTo>
                  <a:cubicBezTo>
                    <a:pt x="16249" y="69602"/>
                    <a:pt x="19500" y="68847"/>
                    <a:pt x="21726" y="68111"/>
                  </a:cubicBezTo>
                  <a:cubicBezTo>
                    <a:pt x="23650" y="67491"/>
                    <a:pt x="24824" y="65599"/>
                    <a:pt x="24563" y="63577"/>
                  </a:cubicBezTo>
                  <a:lnTo>
                    <a:pt x="22835" y="49909"/>
                  </a:lnTo>
                  <a:cubicBezTo>
                    <a:pt x="22639" y="48441"/>
                    <a:pt x="22867" y="46973"/>
                    <a:pt x="23422" y="45603"/>
                  </a:cubicBezTo>
                  <a:lnTo>
                    <a:pt x="40515" y="4763"/>
                  </a:lnTo>
                  <a:lnTo>
                    <a:pt x="31055" y="1"/>
                  </a:ln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3902950" y="961450"/>
              <a:ext cx="1787600" cy="641025"/>
            </a:xfrm>
            <a:custGeom>
              <a:avLst/>
              <a:gdLst/>
              <a:ahLst/>
              <a:cxnLst/>
              <a:rect l="l" t="t" r="r" b="b"/>
              <a:pathLst>
                <a:path w="71504" h="25641" extrusionOk="0">
                  <a:moveTo>
                    <a:pt x="18464" y="1"/>
                  </a:moveTo>
                  <a:cubicBezTo>
                    <a:pt x="8286" y="1"/>
                    <a:pt x="1" y="8286"/>
                    <a:pt x="1" y="18496"/>
                  </a:cubicBezTo>
                  <a:lnTo>
                    <a:pt x="1" y="25640"/>
                  </a:lnTo>
                  <a:lnTo>
                    <a:pt x="53041" y="25640"/>
                  </a:lnTo>
                  <a:cubicBezTo>
                    <a:pt x="63218" y="25640"/>
                    <a:pt x="71503" y="17387"/>
                    <a:pt x="71503" y="7145"/>
                  </a:cubicBezTo>
                  <a:lnTo>
                    <a:pt x="715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3263600" y="1602450"/>
              <a:ext cx="1787600" cy="641000"/>
            </a:xfrm>
            <a:custGeom>
              <a:avLst/>
              <a:gdLst/>
              <a:ahLst/>
              <a:cxnLst/>
              <a:rect l="l" t="t" r="r" b="b"/>
              <a:pathLst>
                <a:path w="71504" h="25640" extrusionOk="0">
                  <a:moveTo>
                    <a:pt x="18464" y="0"/>
                  </a:moveTo>
                  <a:cubicBezTo>
                    <a:pt x="8286" y="0"/>
                    <a:pt x="1" y="8285"/>
                    <a:pt x="1" y="18495"/>
                  </a:cubicBezTo>
                  <a:lnTo>
                    <a:pt x="1" y="25639"/>
                  </a:lnTo>
                  <a:lnTo>
                    <a:pt x="53041" y="25639"/>
                  </a:lnTo>
                  <a:cubicBezTo>
                    <a:pt x="63218" y="25639"/>
                    <a:pt x="71503" y="17354"/>
                    <a:pt x="71503" y="7144"/>
                  </a:cubicBezTo>
                  <a:lnTo>
                    <a:pt x="715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3902950" y="961450"/>
              <a:ext cx="1787600" cy="641025"/>
            </a:xfrm>
            <a:custGeom>
              <a:avLst/>
              <a:gdLst/>
              <a:ahLst/>
              <a:cxnLst/>
              <a:rect l="l" t="t" r="r" b="b"/>
              <a:pathLst>
                <a:path w="71504" h="25641" extrusionOk="0">
                  <a:moveTo>
                    <a:pt x="61261" y="1"/>
                  </a:moveTo>
                  <a:lnTo>
                    <a:pt x="61261" y="6296"/>
                  </a:lnTo>
                  <a:cubicBezTo>
                    <a:pt x="61261" y="11320"/>
                    <a:pt x="57183" y="15397"/>
                    <a:pt x="52160" y="15397"/>
                  </a:cubicBezTo>
                  <a:lnTo>
                    <a:pt x="294" y="15397"/>
                  </a:lnTo>
                  <a:cubicBezTo>
                    <a:pt x="99" y="16409"/>
                    <a:pt x="1" y="17452"/>
                    <a:pt x="1" y="18496"/>
                  </a:cubicBezTo>
                  <a:lnTo>
                    <a:pt x="1" y="25640"/>
                  </a:lnTo>
                  <a:lnTo>
                    <a:pt x="53041" y="25640"/>
                  </a:lnTo>
                  <a:cubicBezTo>
                    <a:pt x="63218" y="25640"/>
                    <a:pt x="71503" y="17387"/>
                    <a:pt x="71503" y="7145"/>
                  </a:cubicBezTo>
                  <a:lnTo>
                    <a:pt x="71503" y="1"/>
                  </a:ln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4546375" y="321300"/>
              <a:ext cx="1786775" cy="641000"/>
            </a:xfrm>
            <a:custGeom>
              <a:avLst/>
              <a:gdLst/>
              <a:ahLst/>
              <a:cxnLst/>
              <a:rect l="l" t="t" r="r" b="b"/>
              <a:pathLst>
                <a:path w="71471" h="25640" extrusionOk="0">
                  <a:moveTo>
                    <a:pt x="18464" y="0"/>
                  </a:moveTo>
                  <a:cubicBezTo>
                    <a:pt x="8254" y="0"/>
                    <a:pt x="1" y="8253"/>
                    <a:pt x="1" y="18496"/>
                  </a:cubicBezTo>
                  <a:lnTo>
                    <a:pt x="1" y="25639"/>
                  </a:lnTo>
                  <a:lnTo>
                    <a:pt x="53041" y="25639"/>
                  </a:lnTo>
                  <a:cubicBezTo>
                    <a:pt x="63218" y="25639"/>
                    <a:pt x="71471" y="17354"/>
                    <a:pt x="71471" y="7144"/>
                  </a:cubicBezTo>
                  <a:lnTo>
                    <a:pt x="71471" y="2708"/>
                  </a:lnTo>
                  <a:cubicBezTo>
                    <a:pt x="71471" y="1207"/>
                    <a:pt x="70264" y="0"/>
                    <a:pt x="687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4546375" y="321300"/>
              <a:ext cx="1786775" cy="641000"/>
            </a:xfrm>
            <a:custGeom>
              <a:avLst/>
              <a:gdLst/>
              <a:ahLst/>
              <a:cxnLst/>
              <a:rect l="l" t="t" r="r" b="b"/>
              <a:pathLst>
                <a:path w="71471" h="25640" extrusionOk="0">
                  <a:moveTo>
                    <a:pt x="61228" y="0"/>
                  </a:moveTo>
                  <a:lnTo>
                    <a:pt x="61228" y="6263"/>
                  </a:lnTo>
                  <a:cubicBezTo>
                    <a:pt x="61228" y="11287"/>
                    <a:pt x="57183" y="15364"/>
                    <a:pt x="52160" y="15364"/>
                  </a:cubicBezTo>
                  <a:lnTo>
                    <a:pt x="262" y="15364"/>
                  </a:lnTo>
                  <a:cubicBezTo>
                    <a:pt x="99" y="16375"/>
                    <a:pt x="1" y="17419"/>
                    <a:pt x="1" y="18496"/>
                  </a:cubicBezTo>
                  <a:lnTo>
                    <a:pt x="1" y="25639"/>
                  </a:lnTo>
                  <a:lnTo>
                    <a:pt x="53041" y="25639"/>
                  </a:lnTo>
                  <a:cubicBezTo>
                    <a:pt x="63218" y="25639"/>
                    <a:pt x="71471" y="17354"/>
                    <a:pt x="71471" y="7144"/>
                  </a:cubicBezTo>
                  <a:lnTo>
                    <a:pt x="71471" y="2708"/>
                  </a:lnTo>
                  <a:cubicBezTo>
                    <a:pt x="71471" y="1207"/>
                    <a:pt x="70264" y="0"/>
                    <a:pt x="68763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3263600" y="1602450"/>
              <a:ext cx="1787600" cy="641000"/>
            </a:xfrm>
            <a:custGeom>
              <a:avLst/>
              <a:gdLst/>
              <a:ahLst/>
              <a:cxnLst/>
              <a:rect l="l" t="t" r="r" b="b"/>
              <a:pathLst>
                <a:path w="71504" h="25640" extrusionOk="0">
                  <a:moveTo>
                    <a:pt x="61228" y="0"/>
                  </a:moveTo>
                  <a:lnTo>
                    <a:pt x="61228" y="6296"/>
                  </a:lnTo>
                  <a:cubicBezTo>
                    <a:pt x="61228" y="11319"/>
                    <a:pt x="57183" y="15364"/>
                    <a:pt x="52160" y="15364"/>
                  </a:cubicBezTo>
                  <a:lnTo>
                    <a:pt x="294" y="15364"/>
                  </a:lnTo>
                  <a:cubicBezTo>
                    <a:pt x="99" y="16408"/>
                    <a:pt x="1" y="17452"/>
                    <a:pt x="1" y="18495"/>
                  </a:cubicBezTo>
                  <a:lnTo>
                    <a:pt x="1" y="25639"/>
                  </a:lnTo>
                  <a:lnTo>
                    <a:pt x="53041" y="25639"/>
                  </a:lnTo>
                  <a:cubicBezTo>
                    <a:pt x="63218" y="25639"/>
                    <a:pt x="71503" y="17354"/>
                    <a:pt x="71503" y="7144"/>
                  </a:cubicBezTo>
                  <a:lnTo>
                    <a:pt x="71503" y="0"/>
                  </a:ln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2271950" y="2242600"/>
              <a:ext cx="2137450" cy="2585975"/>
            </a:xfrm>
            <a:custGeom>
              <a:avLst/>
              <a:gdLst/>
              <a:ahLst/>
              <a:cxnLst/>
              <a:rect l="l" t="t" r="r" b="b"/>
              <a:pathLst>
                <a:path w="85498" h="103439" extrusionOk="0">
                  <a:moveTo>
                    <a:pt x="38558" y="1"/>
                  </a:moveTo>
                  <a:cubicBezTo>
                    <a:pt x="30990" y="1"/>
                    <a:pt x="23846" y="2969"/>
                    <a:pt x="18464" y="8351"/>
                  </a:cubicBezTo>
                  <a:cubicBezTo>
                    <a:pt x="13082" y="13734"/>
                    <a:pt x="10146" y="20877"/>
                    <a:pt x="10146" y="28510"/>
                  </a:cubicBezTo>
                  <a:lnTo>
                    <a:pt x="10146" y="72612"/>
                  </a:lnTo>
                  <a:cubicBezTo>
                    <a:pt x="10146" y="74113"/>
                    <a:pt x="9754" y="75548"/>
                    <a:pt x="9004" y="76820"/>
                  </a:cubicBezTo>
                  <a:lnTo>
                    <a:pt x="1012" y="90716"/>
                  </a:lnTo>
                  <a:cubicBezTo>
                    <a:pt x="1" y="92445"/>
                    <a:pt x="360" y="94663"/>
                    <a:pt x="1893" y="96001"/>
                  </a:cubicBezTo>
                  <a:cubicBezTo>
                    <a:pt x="5285" y="98937"/>
                    <a:pt x="12168" y="103438"/>
                    <a:pt x="22378" y="103438"/>
                  </a:cubicBezTo>
                  <a:cubicBezTo>
                    <a:pt x="32556" y="103438"/>
                    <a:pt x="39438" y="98937"/>
                    <a:pt x="42831" y="96001"/>
                  </a:cubicBezTo>
                  <a:cubicBezTo>
                    <a:pt x="44364" y="94663"/>
                    <a:pt x="44723" y="92445"/>
                    <a:pt x="43712" y="90716"/>
                  </a:cubicBezTo>
                  <a:lnTo>
                    <a:pt x="36829" y="78778"/>
                  </a:lnTo>
                  <a:cubicBezTo>
                    <a:pt x="36111" y="77505"/>
                    <a:pt x="35720" y="76070"/>
                    <a:pt x="35720" y="74570"/>
                  </a:cubicBezTo>
                  <a:lnTo>
                    <a:pt x="35720" y="28510"/>
                  </a:lnTo>
                  <a:cubicBezTo>
                    <a:pt x="35720" y="27532"/>
                    <a:pt x="36176" y="26847"/>
                    <a:pt x="36568" y="26488"/>
                  </a:cubicBezTo>
                  <a:cubicBezTo>
                    <a:pt x="36927" y="26097"/>
                    <a:pt x="37612" y="25640"/>
                    <a:pt x="38558" y="25640"/>
                  </a:cubicBezTo>
                  <a:lnTo>
                    <a:pt x="67035" y="25640"/>
                  </a:lnTo>
                  <a:cubicBezTo>
                    <a:pt x="77245" y="25640"/>
                    <a:pt x="85498" y="17354"/>
                    <a:pt x="85498" y="7144"/>
                  </a:cubicBezTo>
                  <a:lnTo>
                    <a:pt x="854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2575325" y="2242600"/>
              <a:ext cx="1834075" cy="2586775"/>
            </a:xfrm>
            <a:custGeom>
              <a:avLst/>
              <a:gdLst/>
              <a:ahLst/>
              <a:cxnLst/>
              <a:rect l="l" t="t" r="r" b="b"/>
              <a:pathLst>
                <a:path w="73363" h="103471" extrusionOk="0">
                  <a:moveTo>
                    <a:pt x="62533" y="1"/>
                  </a:moveTo>
                  <a:cubicBezTo>
                    <a:pt x="61098" y="8775"/>
                    <a:pt x="53497" y="15495"/>
                    <a:pt x="44331" y="15495"/>
                  </a:cubicBezTo>
                  <a:lnTo>
                    <a:pt x="24270" y="15528"/>
                  </a:lnTo>
                  <a:cubicBezTo>
                    <a:pt x="18072" y="15528"/>
                    <a:pt x="13048" y="20584"/>
                    <a:pt x="13016" y="26814"/>
                  </a:cubicBezTo>
                  <a:lnTo>
                    <a:pt x="12983" y="72939"/>
                  </a:lnTo>
                  <a:cubicBezTo>
                    <a:pt x="12983" y="74407"/>
                    <a:pt x="13375" y="75874"/>
                    <a:pt x="14125" y="77147"/>
                  </a:cubicBezTo>
                  <a:lnTo>
                    <a:pt x="21008" y="89085"/>
                  </a:lnTo>
                  <a:cubicBezTo>
                    <a:pt x="21986" y="90814"/>
                    <a:pt x="21628" y="93032"/>
                    <a:pt x="20127" y="94370"/>
                  </a:cubicBezTo>
                  <a:cubicBezTo>
                    <a:pt x="16767" y="97273"/>
                    <a:pt x="9982" y="101709"/>
                    <a:pt x="1" y="101807"/>
                  </a:cubicBezTo>
                  <a:cubicBezTo>
                    <a:pt x="2904" y="102786"/>
                    <a:pt x="6329" y="103471"/>
                    <a:pt x="10243" y="103471"/>
                  </a:cubicBezTo>
                  <a:cubicBezTo>
                    <a:pt x="20421" y="103471"/>
                    <a:pt x="27303" y="98937"/>
                    <a:pt x="30696" y="96001"/>
                  </a:cubicBezTo>
                  <a:cubicBezTo>
                    <a:pt x="32229" y="94663"/>
                    <a:pt x="32588" y="92445"/>
                    <a:pt x="31577" y="90716"/>
                  </a:cubicBezTo>
                  <a:lnTo>
                    <a:pt x="24694" y="78778"/>
                  </a:lnTo>
                  <a:cubicBezTo>
                    <a:pt x="23976" y="77505"/>
                    <a:pt x="23585" y="76070"/>
                    <a:pt x="23585" y="74570"/>
                  </a:cubicBezTo>
                  <a:lnTo>
                    <a:pt x="23585" y="28510"/>
                  </a:lnTo>
                  <a:cubicBezTo>
                    <a:pt x="23585" y="27532"/>
                    <a:pt x="24041" y="26847"/>
                    <a:pt x="24433" y="26488"/>
                  </a:cubicBezTo>
                  <a:cubicBezTo>
                    <a:pt x="24792" y="26097"/>
                    <a:pt x="25477" y="25640"/>
                    <a:pt x="26423" y="25640"/>
                  </a:cubicBezTo>
                  <a:lnTo>
                    <a:pt x="54900" y="25640"/>
                  </a:lnTo>
                  <a:cubicBezTo>
                    <a:pt x="65110" y="25640"/>
                    <a:pt x="73363" y="17354"/>
                    <a:pt x="73363" y="7144"/>
                  </a:cubicBezTo>
                  <a:lnTo>
                    <a:pt x="73363" y="1"/>
                  </a:ln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1263200" y="2883575"/>
              <a:ext cx="2617750" cy="1585700"/>
            </a:xfrm>
            <a:custGeom>
              <a:avLst/>
              <a:gdLst/>
              <a:ahLst/>
              <a:cxnLst/>
              <a:rect l="l" t="t" r="r" b="b"/>
              <a:pathLst>
                <a:path w="104710" h="63428" extrusionOk="0">
                  <a:moveTo>
                    <a:pt x="79136" y="1"/>
                  </a:moveTo>
                  <a:cubicBezTo>
                    <a:pt x="79136" y="3850"/>
                    <a:pt x="76004" y="6981"/>
                    <a:pt x="72155" y="6981"/>
                  </a:cubicBezTo>
                  <a:lnTo>
                    <a:pt x="56661" y="6981"/>
                  </a:lnTo>
                  <a:cubicBezTo>
                    <a:pt x="44852" y="6981"/>
                    <a:pt x="33794" y="11581"/>
                    <a:pt x="25444" y="19964"/>
                  </a:cubicBezTo>
                  <a:lnTo>
                    <a:pt x="21399" y="24009"/>
                  </a:lnTo>
                  <a:cubicBezTo>
                    <a:pt x="20355" y="25053"/>
                    <a:pt x="19050" y="25803"/>
                    <a:pt x="17615" y="26195"/>
                  </a:cubicBezTo>
                  <a:lnTo>
                    <a:pt x="3295" y="30044"/>
                  </a:lnTo>
                  <a:cubicBezTo>
                    <a:pt x="1338" y="30566"/>
                    <a:pt x="0" y="32425"/>
                    <a:pt x="163" y="34447"/>
                  </a:cubicBezTo>
                  <a:cubicBezTo>
                    <a:pt x="261" y="35720"/>
                    <a:pt x="457" y="37253"/>
                    <a:pt x="848" y="38949"/>
                  </a:cubicBezTo>
                  <a:cubicBezTo>
                    <a:pt x="970" y="39496"/>
                    <a:pt x="1460" y="39902"/>
                    <a:pt x="2027" y="39902"/>
                  </a:cubicBezTo>
                  <a:cubicBezTo>
                    <a:pt x="2069" y="39902"/>
                    <a:pt x="2111" y="39899"/>
                    <a:pt x="2153" y="39895"/>
                  </a:cubicBezTo>
                  <a:lnTo>
                    <a:pt x="10080" y="39112"/>
                  </a:lnTo>
                  <a:lnTo>
                    <a:pt x="5709" y="48768"/>
                  </a:lnTo>
                  <a:cubicBezTo>
                    <a:pt x="5513" y="49159"/>
                    <a:pt x="5578" y="49648"/>
                    <a:pt x="5807" y="49974"/>
                  </a:cubicBezTo>
                  <a:cubicBezTo>
                    <a:pt x="6818" y="51410"/>
                    <a:pt x="7992" y="52812"/>
                    <a:pt x="9362" y="54182"/>
                  </a:cubicBezTo>
                  <a:cubicBezTo>
                    <a:pt x="16571" y="61391"/>
                    <a:pt x="24563" y="63088"/>
                    <a:pt x="29064" y="63414"/>
                  </a:cubicBezTo>
                  <a:cubicBezTo>
                    <a:pt x="29176" y="63423"/>
                    <a:pt x="29287" y="63427"/>
                    <a:pt x="29398" y="63427"/>
                  </a:cubicBezTo>
                  <a:cubicBezTo>
                    <a:pt x="31288" y="63427"/>
                    <a:pt x="32975" y="62131"/>
                    <a:pt x="33468" y="60282"/>
                  </a:cubicBezTo>
                  <a:lnTo>
                    <a:pt x="37317" y="45897"/>
                  </a:lnTo>
                  <a:cubicBezTo>
                    <a:pt x="37676" y="44494"/>
                    <a:pt x="38426" y="43190"/>
                    <a:pt x="39470" y="42146"/>
                  </a:cubicBezTo>
                  <a:lnTo>
                    <a:pt x="43548" y="38068"/>
                  </a:lnTo>
                  <a:cubicBezTo>
                    <a:pt x="47038" y="34578"/>
                    <a:pt x="51703" y="32621"/>
                    <a:pt x="56661" y="32621"/>
                  </a:cubicBezTo>
                  <a:lnTo>
                    <a:pt x="72155" y="32621"/>
                  </a:lnTo>
                  <a:cubicBezTo>
                    <a:pt x="90129" y="32621"/>
                    <a:pt x="104710" y="18007"/>
                    <a:pt x="1047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1416500" y="2883575"/>
              <a:ext cx="2464450" cy="1585700"/>
            </a:xfrm>
            <a:custGeom>
              <a:avLst/>
              <a:gdLst/>
              <a:ahLst/>
              <a:cxnLst/>
              <a:rect l="l" t="t" r="r" b="b"/>
              <a:pathLst>
                <a:path w="98578" h="63428" extrusionOk="0">
                  <a:moveTo>
                    <a:pt x="90847" y="1"/>
                  </a:moveTo>
                  <a:cubicBezTo>
                    <a:pt x="87618" y="14647"/>
                    <a:pt x="74602" y="25607"/>
                    <a:pt x="59043" y="25607"/>
                  </a:cubicBezTo>
                  <a:lnTo>
                    <a:pt x="43516" y="25607"/>
                  </a:lnTo>
                  <a:cubicBezTo>
                    <a:pt x="38590" y="25607"/>
                    <a:pt x="33925" y="27565"/>
                    <a:pt x="30402" y="31055"/>
                  </a:cubicBezTo>
                  <a:lnTo>
                    <a:pt x="26358" y="35132"/>
                  </a:lnTo>
                  <a:cubicBezTo>
                    <a:pt x="25314" y="36176"/>
                    <a:pt x="24563" y="37481"/>
                    <a:pt x="24172" y="38916"/>
                  </a:cubicBezTo>
                  <a:lnTo>
                    <a:pt x="20356" y="53269"/>
                  </a:lnTo>
                  <a:cubicBezTo>
                    <a:pt x="19862" y="55118"/>
                    <a:pt x="18176" y="56414"/>
                    <a:pt x="16285" y="56414"/>
                  </a:cubicBezTo>
                  <a:cubicBezTo>
                    <a:pt x="16175" y="56414"/>
                    <a:pt x="16064" y="56410"/>
                    <a:pt x="15952" y="56401"/>
                  </a:cubicBezTo>
                  <a:cubicBezTo>
                    <a:pt x="12233" y="56140"/>
                    <a:pt x="6068" y="54933"/>
                    <a:pt x="1" y="50431"/>
                  </a:cubicBezTo>
                  <a:lnTo>
                    <a:pt x="1" y="50431"/>
                  </a:lnTo>
                  <a:cubicBezTo>
                    <a:pt x="947" y="51703"/>
                    <a:pt x="1991" y="52943"/>
                    <a:pt x="3230" y="54182"/>
                  </a:cubicBezTo>
                  <a:cubicBezTo>
                    <a:pt x="10439" y="61391"/>
                    <a:pt x="18431" y="63088"/>
                    <a:pt x="22932" y="63414"/>
                  </a:cubicBezTo>
                  <a:cubicBezTo>
                    <a:pt x="23044" y="63423"/>
                    <a:pt x="23155" y="63427"/>
                    <a:pt x="23266" y="63427"/>
                  </a:cubicBezTo>
                  <a:cubicBezTo>
                    <a:pt x="25156" y="63427"/>
                    <a:pt x="26843" y="62131"/>
                    <a:pt x="27336" y="60282"/>
                  </a:cubicBezTo>
                  <a:lnTo>
                    <a:pt x="31185" y="45897"/>
                  </a:lnTo>
                  <a:cubicBezTo>
                    <a:pt x="31544" y="44494"/>
                    <a:pt x="32294" y="43190"/>
                    <a:pt x="33338" y="42146"/>
                  </a:cubicBezTo>
                  <a:lnTo>
                    <a:pt x="37416" y="38068"/>
                  </a:lnTo>
                  <a:cubicBezTo>
                    <a:pt x="40906" y="34578"/>
                    <a:pt x="45571" y="32621"/>
                    <a:pt x="50529" y="32621"/>
                  </a:cubicBezTo>
                  <a:lnTo>
                    <a:pt x="66023" y="32621"/>
                  </a:lnTo>
                  <a:cubicBezTo>
                    <a:pt x="83997" y="32621"/>
                    <a:pt x="98578" y="18007"/>
                    <a:pt x="98578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1184900" y="244625"/>
              <a:ext cx="5224925" cy="5206175"/>
            </a:xfrm>
            <a:custGeom>
              <a:avLst/>
              <a:gdLst/>
              <a:ahLst/>
              <a:cxnLst/>
              <a:rect l="l" t="t" r="r" b="b"/>
              <a:pathLst>
                <a:path w="208997" h="208247" extrusionOk="0">
                  <a:moveTo>
                    <a:pt x="202896" y="6101"/>
                  </a:moveTo>
                  <a:lnTo>
                    <a:pt x="202896" y="10211"/>
                  </a:lnTo>
                  <a:cubicBezTo>
                    <a:pt x="202896" y="18725"/>
                    <a:pt x="195981" y="25640"/>
                    <a:pt x="187500" y="25640"/>
                  </a:cubicBezTo>
                  <a:lnTo>
                    <a:pt x="137526" y="25640"/>
                  </a:lnTo>
                  <a:lnTo>
                    <a:pt x="137526" y="21563"/>
                  </a:lnTo>
                  <a:cubicBezTo>
                    <a:pt x="137526" y="13049"/>
                    <a:pt x="144409" y="6101"/>
                    <a:pt x="152923" y="6101"/>
                  </a:cubicBezTo>
                  <a:close/>
                  <a:moveTo>
                    <a:pt x="177159" y="31740"/>
                  </a:moveTo>
                  <a:lnTo>
                    <a:pt x="177159" y="35818"/>
                  </a:lnTo>
                  <a:cubicBezTo>
                    <a:pt x="177159" y="44331"/>
                    <a:pt x="170244" y="51279"/>
                    <a:pt x="161763" y="51279"/>
                  </a:cubicBezTo>
                  <a:lnTo>
                    <a:pt x="154749" y="51279"/>
                  </a:lnTo>
                  <a:cubicBezTo>
                    <a:pt x="154717" y="51279"/>
                    <a:pt x="154684" y="51247"/>
                    <a:pt x="154651" y="51247"/>
                  </a:cubicBezTo>
                  <a:lnTo>
                    <a:pt x="131818" y="51247"/>
                  </a:lnTo>
                  <a:cubicBezTo>
                    <a:pt x="130154" y="51247"/>
                    <a:pt x="128784" y="52617"/>
                    <a:pt x="128784" y="54313"/>
                  </a:cubicBezTo>
                  <a:cubicBezTo>
                    <a:pt x="128784" y="56009"/>
                    <a:pt x="130154" y="57379"/>
                    <a:pt x="131818" y="57379"/>
                  </a:cubicBezTo>
                  <a:lnTo>
                    <a:pt x="151585" y="57379"/>
                  </a:lnTo>
                  <a:lnTo>
                    <a:pt x="151585" y="61457"/>
                  </a:lnTo>
                  <a:cubicBezTo>
                    <a:pt x="151585" y="69971"/>
                    <a:pt x="144670" y="76886"/>
                    <a:pt x="136189" y="76886"/>
                  </a:cubicBezTo>
                  <a:lnTo>
                    <a:pt x="86215" y="76886"/>
                  </a:lnTo>
                  <a:lnTo>
                    <a:pt x="86215" y="72808"/>
                  </a:lnTo>
                  <a:cubicBezTo>
                    <a:pt x="86215" y="64295"/>
                    <a:pt x="93130" y="57379"/>
                    <a:pt x="101612" y="57379"/>
                  </a:cubicBezTo>
                  <a:lnTo>
                    <a:pt x="117367" y="57379"/>
                  </a:lnTo>
                  <a:cubicBezTo>
                    <a:pt x="119063" y="57379"/>
                    <a:pt x="120433" y="56009"/>
                    <a:pt x="120433" y="54313"/>
                  </a:cubicBezTo>
                  <a:cubicBezTo>
                    <a:pt x="120433" y="52617"/>
                    <a:pt x="119063" y="51247"/>
                    <a:pt x="117367" y="51247"/>
                  </a:cubicBezTo>
                  <a:lnTo>
                    <a:pt x="111789" y="51247"/>
                  </a:lnTo>
                  <a:lnTo>
                    <a:pt x="111789" y="47169"/>
                  </a:lnTo>
                  <a:cubicBezTo>
                    <a:pt x="111789" y="38655"/>
                    <a:pt x="118704" y="31740"/>
                    <a:pt x="127186" y="31740"/>
                  </a:cubicBezTo>
                  <a:close/>
                  <a:moveTo>
                    <a:pt x="82529" y="82953"/>
                  </a:moveTo>
                  <a:cubicBezTo>
                    <a:pt x="82725" y="82986"/>
                    <a:pt x="82953" y="83019"/>
                    <a:pt x="83149" y="83019"/>
                  </a:cubicBezTo>
                  <a:lnTo>
                    <a:pt x="125946" y="83019"/>
                  </a:lnTo>
                  <a:lnTo>
                    <a:pt x="125946" y="87063"/>
                  </a:lnTo>
                  <a:cubicBezTo>
                    <a:pt x="125913" y="95577"/>
                    <a:pt x="119031" y="102493"/>
                    <a:pt x="110517" y="102493"/>
                  </a:cubicBezTo>
                  <a:lnTo>
                    <a:pt x="82040" y="102493"/>
                  </a:lnTo>
                  <a:cubicBezTo>
                    <a:pt x="80474" y="102493"/>
                    <a:pt x="79006" y="103112"/>
                    <a:pt x="77864" y="104221"/>
                  </a:cubicBezTo>
                  <a:cubicBezTo>
                    <a:pt x="76755" y="105363"/>
                    <a:pt x="76135" y="106831"/>
                    <a:pt x="76135" y="108429"/>
                  </a:cubicBezTo>
                  <a:lnTo>
                    <a:pt x="76135" y="109408"/>
                  </a:lnTo>
                  <a:cubicBezTo>
                    <a:pt x="75874" y="109441"/>
                    <a:pt x="75581" y="109506"/>
                    <a:pt x="75287" y="109506"/>
                  </a:cubicBezTo>
                  <a:lnTo>
                    <a:pt x="72058" y="109506"/>
                  </a:lnTo>
                  <a:cubicBezTo>
                    <a:pt x="70362" y="109506"/>
                    <a:pt x="69024" y="110876"/>
                    <a:pt x="69024" y="112539"/>
                  </a:cubicBezTo>
                  <a:cubicBezTo>
                    <a:pt x="69024" y="114236"/>
                    <a:pt x="70362" y="115606"/>
                    <a:pt x="72058" y="115606"/>
                  </a:cubicBezTo>
                  <a:lnTo>
                    <a:pt x="75287" y="115606"/>
                  </a:lnTo>
                  <a:cubicBezTo>
                    <a:pt x="79756" y="115606"/>
                    <a:pt x="83540" y="112670"/>
                    <a:pt x="84845" y="108625"/>
                  </a:cubicBezTo>
                  <a:lnTo>
                    <a:pt x="104645" y="108625"/>
                  </a:lnTo>
                  <a:cubicBezTo>
                    <a:pt x="103112" y="123500"/>
                    <a:pt x="90521" y="135145"/>
                    <a:pt x="75287" y="135145"/>
                  </a:cubicBezTo>
                  <a:lnTo>
                    <a:pt x="59793" y="135145"/>
                  </a:lnTo>
                  <a:cubicBezTo>
                    <a:pt x="54019" y="135145"/>
                    <a:pt x="48604" y="137396"/>
                    <a:pt x="44494" y="141473"/>
                  </a:cubicBezTo>
                  <a:lnTo>
                    <a:pt x="40449" y="145551"/>
                  </a:lnTo>
                  <a:cubicBezTo>
                    <a:pt x="39047" y="146953"/>
                    <a:pt x="38003" y="148748"/>
                    <a:pt x="37481" y="150672"/>
                  </a:cubicBezTo>
                  <a:lnTo>
                    <a:pt x="33664" y="165025"/>
                  </a:lnTo>
                  <a:cubicBezTo>
                    <a:pt x="33508" y="165558"/>
                    <a:pt x="33019" y="165940"/>
                    <a:pt x="32489" y="165940"/>
                  </a:cubicBezTo>
                  <a:cubicBezTo>
                    <a:pt x="32468" y="165940"/>
                    <a:pt x="32446" y="165939"/>
                    <a:pt x="32425" y="165938"/>
                  </a:cubicBezTo>
                  <a:cubicBezTo>
                    <a:pt x="28608" y="165645"/>
                    <a:pt x="21236" y="164177"/>
                    <a:pt x="14647" y="157588"/>
                  </a:cubicBezTo>
                  <a:cubicBezTo>
                    <a:pt x="13734" y="156642"/>
                    <a:pt x="12853" y="155663"/>
                    <a:pt x="12070" y="154619"/>
                  </a:cubicBezTo>
                  <a:lnTo>
                    <a:pt x="16017" y="145942"/>
                  </a:lnTo>
                  <a:cubicBezTo>
                    <a:pt x="16441" y="144964"/>
                    <a:pt x="16343" y="143789"/>
                    <a:pt x="15723" y="142909"/>
                  </a:cubicBezTo>
                  <a:cubicBezTo>
                    <a:pt x="15126" y="142102"/>
                    <a:pt x="14201" y="141624"/>
                    <a:pt x="13198" y="141624"/>
                  </a:cubicBezTo>
                  <a:cubicBezTo>
                    <a:pt x="13105" y="141624"/>
                    <a:pt x="13012" y="141628"/>
                    <a:pt x="12918" y="141636"/>
                  </a:cubicBezTo>
                  <a:lnTo>
                    <a:pt x="6622" y="142256"/>
                  </a:lnTo>
                  <a:cubicBezTo>
                    <a:pt x="6492" y="141408"/>
                    <a:pt x="6394" y="140593"/>
                    <a:pt x="6329" y="139777"/>
                  </a:cubicBezTo>
                  <a:cubicBezTo>
                    <a:pt x="6296" y="139223"/>
                    <a:pt x="6655" y="138701"/>
                    <a:pt x="7210" y="138538"/>
                  </a:cubicBezTo>
                  <a:lnTo>
                    <a:pt x="21562" y="134688"/>
                  </a:lnTo>
                  <a:cubicBezTo>
                    <a:pt x="23487" y="134166"/>
                    <a:pt x="25248" y="133155"/>
                    <a:pt x="26684" y="131720"/>
                  </a:cubicBezTo>
                  <a:lnTo>
                    <a:pt x="30729" y="127675"/>
                  </a:lnTo>
                  <a:cubicBezTo>
                    <a:pt x="38035" y="120336"/>
                    <a:pt x="47724" y="116095"/>
                    <a:pt x="57999" y="115638"/>
                  </a:cubicBezTo>
                  <a:cubicBezTo>
                    <a:pt x="59695" y="115573"/>
                    <a:pt x="61000" y="114138"/>
                    <a:pt x="60935" y="112474"/>
                  </a:cubicBezTo>
                  <a:cubicBezTo>
                    <a:pt x="60871" y="110819"/>
                    <a:pt x="59502" y="109536"/>
                    <a:pt x="57860" y="109536"/>
                  </a:cubicBezTo>
                  <a:cubicBezTo>
                    <a:pt x="57819" y="109536"/>
                    <a:pt x="57779" y="109537"/>
                    <a:pt x="57738" y="109538"/>
                  </a:cubicBezTo>
                  <a:cubicBezTo>
                    <a:pt x="57379" y="109538"/>
                    <a:pt x="57020" y="109571"/>
                    <a:pt x="56661" y="109604"/>
                  </a:cubicBezTo>
                  <a:lnTo>
                    <a:pt x="56661" y="108429"/>
                  </a:lnTo>
                  <a:cubicBezTo>
                    <a:pt x="56661" y="101612"/>
                    <a:pt x="59304" y="95218"/>
                    <a:pt x="64099" y="90423"/>
                  </a:cubicBezTo>
                  <a:cubicBezTo>
                    <a:pt x="68894" y="85628"/>
                    <a:pt x="75287" y="82986"/>
                    <a:pt x="82040" y="82986"/>
                  </a:cubicBezTo>
                  <a:lnTo>
                    <a:pt x="82529" y="82953"/>
                  </a:lnTo>
                  <a:close/>
                  <a:moveTo>
                    <a:pt x="50561" y="144279"/>
                  </a:moveTo>
                  <a:lnTo>
                    <a:pt x="50561" y="152531"/>
                  </a:lnTo>
                  <a:cubicBezTo>
                    <a:pt x="50561" y="153477"/>
                    <a:pt x="50333" y="154391"/>
                    <a:pt x="49844" y="155206"/>
                  </a:cubicBezTo>
                  <a:lnTo>
                    <a:pt x="41852" y="169102"/>
                  </a:lnTo>
                  <a:cubicBezTo>
                    <a:pt x="40123" y="172103"/>
                    <a:pt x="40743" y="175953"/>
                    <a:pt x="43385" y="178236"/>
                  </a:cubicBezTo>
                  <a:cubicBezTo>
                    <a:pt x="43874" y="178660"/>
                    <a:pt x="44462" y="179149"/>
                    <a:pt x="45147" y="179639"/>
                  </a:cubicBezTo>
                  <a:lnTo>
                    <a:pt x="44983" y="180030"/>
                  </a:lnTo>
                  <a:cubicBezTo>
                    <a:pt x="44201" y="181889"/>
                    <a:pt x="43907" y="183912"/>
                    <a:pt x="44168" y="185902"/>
                  </a:cubicBezTo>
                  <a:lnTo>
                    <a:pt x="45929" y="199569"/>
                  </a:lnTo>
                  <a:cubicBezTo>
                    <a:pt x="45995" y="200124"/>
                    <a:pt x="45668" y="200646"/>
                    <a:pt x="45147" y="200809"/>
                  </a:cubicBezTo>
                  <a:cubicBezTo>
                    <a:pt x="43249" y="201423"/>
                    <a:pt x="40290" y="202132"/>
                    <a:pt x="36651" y="202132"/>
                  </a:cubicBezTo>
                  <a:cubicBezTo>
                    <a:pt x="33910" y="202132"/>
                    <a:pt x="30783" y="201730"/>
                    <a:pt x="27434" y="200581"/>
                  </a:cubicBezTo>
                  <a:lnTo>
                    <a:pt x="27043" y="189425"/>
                  </a:lnTo>
                  <a:cubicBezTo>
                    <a:pt x="27010" y="188315"/>
                    <a:pt x="26390" y="187337"/>
                    <a:pt x="25412" y="186815"/>
                  </a:cubicBezTo>
                  <a:cubicBezTo>
                    <a:pt x="24974" y="186589"/>
                    <a:pt x="24489" y="186474"/>
                    <a:pt x="24002" y="186474"/>
                  </a:cubicBezTo>
                  <a:cubicBezTo>
                    <a:pt x="23436" y="186474"/>
                    <a:pt x="22869" y="186630"/>
                    <a:pt x="22378" y="186945"/>
                  </a:cubicBezTo>
                  <a:lnTo>
                    <a:pt x="14582" y="191838"/>
                  </a:lnTo>
                  <a:cubicBezTo>
                    <a:pt x="12853" y="189783"/>
                    <a:pt x="11744" y="187859"/>
                    <a:pt x="11059" y="186489"/>
                  </a:cubicBezTo>
                  <a:cubicBezTo>
                    <a:pt x="10830" y="185999"/>
                    <a:pt x="10961" y="185412"/>
                    <a:pt x="11385" y="185086"/>
                  </a:cubicBezTo>
                  <a:lnTo>
                    <a:pt x="24139" y="175365"/>
                  </a:lnTo>
                  <a:cubicBezTo>
                    <a:pt x="25542" y="174289"/>
                    <a:pt x="26684" y="172919"/>
                    <a:pt x="27467" y="171353"/>
                  </a:cubicBezTo>
                  <a:cubicBezTo>
                    <a:pt x="29195" y="171745"/>
                    <a:pt x="30729" y="171940"/>
                    <a:pt x="31968" y="172038"/>
                  </a:cubicBezTo>
                  <a:lnTo>
                    <a:pt x="32523" y="172038"/>
                  </a:lnTo>
                  <a:cubicBezTo>
                    <a:pt x="35785" y="172038"/>
                    <a:pt x="38688" y="169820"/>
                    <a:pt x="39536" y="166623"/>
                  </a:cubicBezTo>
                  <a:lnTo>
                    <a:pt x="43385" y="152270"/>
                  </a:lnTo>
                  <a:cubicBezTo>
                    <a:pt x="43613" y="151357"/>
                    <a:pt x="44103" y="150542"/>
                    <a:pt x="44755" y="149857"/>
                  </a:cubicBezTo>
                  <a:lnTo>
                    <a:pt x="48833" y="145812"/>
                  </a:lnTo>
                  <a:cubicBezTo>
                    <a:pt x="49387" y="145257"/>
                    <a:pt x="49942" y="144735"/>
                    <a:pt x="50561" y="144279"/>
                  </a:cubicBezTo>
                  <a:close/>
                  <a:moveTo>
                    <a:pt x="152923" y="1"/>
                  </a:moveTo>
                  <a:cubicBezTo>
                    <a:pt x="141049" y="1"/>
                    <a:pt x="131426" y="9656"/>
                    <a:pt x="131426" y="21563"/>
                  </a:cubicBezTo>
                  <a:lnTo>
                    <a:pt x="131426" y="25640"/>
                  </a:lnTo>
                  <a:lnTo>
                    <a:pt x="127186" y="25640"/>
                  </a:lnTo>
                  <a:cubicBezTo>
                    <a:pt x="115345" y="25640"/>
                    <a:pt x="105689" y="35296"/>
                    <a:pt x="105689" y="47169"/>
                  </a:cubicBezTo>
                  <a:lnTo>
                    <a:pt x="105689" y="51247"/>
                  </a:lnTo>
                  <a:lnTo>
                    <a:pt x="101612" y="51247"/>
                  </a:lnTo>
                  <a:cubicBezTo>
                    <a:pt x="89771" y="51247"/>
                    <a:pt x="80115" y="60935"/>
                    <a:pt x="80115" y="72808"/>
                  </a:cubicBezTo>
                  <a:lnTo>
                    <a:pt x="80115" y="76919"/>
                  </a:lnTo>
                  <a:cubicBezTo>
                    <a:pt x="72417" y="77408"/>
                    <a:pt x="65273" y="80605"/>
                    <a:pt x="59793" y="86117"/>
                  </a:cubicBezTo>
                  <a:cubicBezTo>
                    <a:pt x="53856" y="92054"/>
                    <a:pt x="50561" y="99981"/>
                    <a:pt x="50561" y="108429"/>
                  </a:cubicBezTo>
                  <a:lnTo>
                    <a:pt x="50561" y="110387"/>
                  </a:lnTo>
                  <a:cubicBezTo>
                    <a:pt x="41461" y="112213"/>
                    <a:pt x="33077" y="116682"/>
                    <a:pt x="26423" y="123337"/>
                  </a:cubicBezTo>
                  <a:lnTo>
                    <a:pt x="22378" y="127414"/>
                  </a:lnTo>
                  <a:cubicBezTo>
                    <a:pt x="21693" y="128067"/>
                    <a:pt x="20877" y="128556"/>
                    <a:pt x="19964" y="128784"/>
                  </a:cubicBezTo>
                  <a:lnTo>
                    <a:pt x="5644" y="132633"/>
                  </a:lnTo>
                  <a:cubicBezTo>
                    <a:pt x="2251" y="133547"/>
                    <a:pt x="1" y="136743"/>
                    <a:pt x="262" y="140234"/>
                  </a:cubicBezTo>
                  <a:cubicBezTo>
                    <a:pt x="359" y="141865"/>
                    <a:pt x="620" y="143561"/>
                    <a:pt x="1012" y="145192"/>
                  </a:cubicBezTo>
                  <a:cubicBezTo>
                    <a:pt x="1467" y="147133"/>
                    <a:pt x="3191" y="148510"/>
                    <a:pt x="5135" y="148510"/>
                  </a:cubicBezTo>
                  <a:cubicBezTo>
                    <a:pt x="5282" y="148510"/>
                    <a:pt x="5430" y="148503"/>
                    <a:pt x="5579" y="148487"/>
                  </a:cubicBezTo>
                  <a:lnTo>
                    <a:pt x="8253" y="148226"/>
                  </a:lnTo>
                  <a:lnTo>
                    <a:pt x="6068" y="153053"/>
                  </a:lnTo>
                  <a:cubicBezTo>
                    <a:pt x="5416" y="154456"/>
                    <a:pt x="5579" y="156087"/>
                    <a:pt x="6459" y="157327"/>
                  </a:cubicBezTo>
                  <a:cubicBezTo>
                    <a:pt x="7601" y="158925"/>
                    <a:pt x="8906" y="160458"/>
                    <a:pt x="10341" y="161893"/>
                  </a:cubicBezTo>
                  <a:cubicBezTo>
                    <a:pt x="14027" y="165579"/>
                    <a:pt x="17909" y="167928"/>
                    <a:pt x="21465" y="169461"/>
                  </a:cubicBezTo>
                  <a:cubicBezTo>
                    <a:pt x="21171" y="169853"/>
                    <a:pt x="20845" y="170211"/>
                    <a:pt x="20453" y="170505"/>
                  </a:cubicBezTo>
                  <a:lnTo>
                    <a:pt x="7699" y="180226"/>
                  </a:lnTo>
                  <a:cubicBezTo>
                    <a:pt x="4926" y="182313"/>
                    <a:pt x="4046" y="186097"/>
                    <a:pt x="5579" y="189196"/>
                  </a:cubicBezTo>
                  <a:cubicBezTo>
                    <a:pt x="6981" y="192034"/>
                    <a:pt x="8906" y="194774"/>
                    <a:pt x="11091" y="197155"/>
                  </a:cubicBezTo>
                  <a:cubicBezTo>
                    <a:pt x="11923" y="198045"/>
                    <a:pt x="13065" y="198511"/>
                    <a:pt x="14217" y="198511"/>
                  </a:cubicBezTo>
                  <a:cubicBezTo>
                    <a:pt x="15008" y="198511"/>
                    <a:pt x="15803" y="198292"/>
                    <a:pt x="16506" y="197840"/>
                  </a:cubicBezTo>
                  <a:lnTo>
                    <a:pt x="21138" y="194937"/>
                  </a:lnTo>
                  <a:lnTo>
                    <a:pt x="21399" y="202048"/>
                  </a:lnTo>
                  <a:cubicBezTo>
                    <a:pt x="21465" y="203745"/>
                    <a:pt x="22508" y="205245"/>
                    <a:pt x="24107" y="205865"/>
                  </a:cubicBezTo>
                  <a:cubicBezTo>
                    <a:pt x="28674" y="207659"/>
                    <a:pt x="32947" y="208246"/>
                    <a:pt x="36665" y="208246"/>
                  </a:cubicBezTo>
                  <a:cubicBezTo>
                    <a:pt x="41102" y="208246"/>
                    <a:pt x="44722" y="207398"/>
                    <a:pt x="47039" y="206615"/>
                  </a:cubicBezTo>
                  <a:cubicBezTo>
                    <a:pt x="50333" y="205539"/>
                    <a:pt x="52421" y="202244"/>
                    <a:pt x="51964" y="198819"/>
                  </a:cubicBezTo>
                  <a:lnTo>
                    <a:pt x="50235" y="185151"/>
                  </a:lnTo>
                  <a:cubicBezTo>
                    <a:pt x="50137" y="184368"/>
                    <a:pt x="50203" y="183618"/>
                    <a:pt x="50431" y="182868"/>
                  </a:cubicBezTo>
                  <a:cubicBezTo>
                    <a:pt x="54378" y="184825"/>
                    <a:pt x="59532" y="186423"/>
                    <a:pt x="65860" y="186423"/>
                  </a:cubicBezTo>
                  <a:cubicBezTo>
                    <a:pt x="67524" y="186423"/>
                    <a:pt x="68894" y="185053"/>
                    <a:pt x="68894" y="183390"/>
                  </a:cubicBezTo>
                  <a:cubicBezTo>
                    <a:pt x="68894" y="181694"/>
                    <a:pt x="67524" y="180324"/>
                    <a:pt x="65860" y="180324"/>
                  </a:cubicBezTo>
                  <a:cubicBezTo>
                    <a:pt x="56498" y="180324"/>
                    <a:pt x="50268" y="176116"/>
                    <a:pt x="47365" y="173604"/>
                  </a:cubicBezTo>
                  <a:cubicBezTo>
                    <a:pt x="46973" y="173245"/>
                    <a:pt x="46875" y="172658"/>
                    <a:pt x="47136" y="172169"/>
                  </a:cubicBezTo>
                  <a:lnTo>
                    <a:pt x="55128" y="158273"/>
                  </a:lnTo>
                  <a:cubicBezTo>
                    <a:pt x="56139" y="156544"/>
                    <a:pt x="56661" y="154554"/>
                    <a:pt x="56661" y="152531"/>
                  </a:cubicBezTo>
                  <a:lnTo>
                    <a:pt x="56661" y="141571"/>
                  </a:lnTo>
                  <a:cubicBezTo>
                    <a:pt x="57673" y="141343"/>
                    <a:pt x="58716" y="141245"/>
                    <a:pt x="59793" y="141245"/>
                  </a:cubicBezTo>
                  <a:lnTo>
                    <a:pt x="76135" y="141245"/>
                  </a:lnTo>
                  <a:lnTo>
                    <a:pt x="76135" y="154489"/>
                  </a:lnTo>
                  <a:cubicBezTo>
                    <a:pt x="76135" y="156511"/>
                    <a:pt x="76690" y="158501"/>
                    <a:pt x="77669" y="160230"/>
                  </a:cubicBezTo>
                  <a:lnTo>
                    <a:pt x="84551" y="172169"/>
                  </a:lnTo>
                  <a:cubicBezTo>
                    <a:pt x="84845" y="172658"/>
                    <a:pt x="84747" y="173245"/>
                    <a:pt x="84323" y="173604"/>
                  </a:cubicBezTo>
                  <a:cubicBezTo>
                    <a:pt x="83083" y="174680"/>
                    <a:pt x="81028" y="176246"/>
                    <a:pt x="78256" y="177551"/>
                  </a:cubicBezTo>
                  <a:cubicBezTo>
                    <a:pt x="76723" y="178301"/>
                    <a:pt x="76070" y="180128"/>
                    <a:pt x="76820" y="181628"/>
                  </a:cubicBezTo>
                  <a:cubicBezTo>
                    <a:pt x="77342" y="182737"/>
                    <a:pt x="78419" y="183390"/>
                    <a:pt x="79561" y="183390"/>
                  </a:cubicBezTo>
                  <a:cubicBezTo>
                    <a:pt x="80017" y="183390"/>
                    <a:pt x="80441" y="183292"/>
                    <a:pt x="80865" y="183096"/>
                  </a:cubicBezTo>
                  <a:cubicBezTo>
                    <a:pt x="83605" y="181791"/>
                    <a:pt x="86117" y="180160"/>
                    <a:pt x="88335" y="178236"/>
                  </a:cubicBezTo>
                  <a:cubicBezTo>
                    <a:pt x="90945" y="175953"/>
                    <a:pt x="91597" y="172136"/>
                    <a:pt x="89836" y="169102"/>
                  </a:cubicBezTo>
                  <a:lnTo>
                    <a:pt x="82986" y="157163"/>
                  </a:lnTo>
                  <a:cubicBezTo>
                    <a:pt x="82496" y="156348"/>
                    <a:pt x="82268" y="155435"/>
                    <a:pt x="82268" y="154489"/>
                  </a:cubicBezTo>
                  <a:lnTo>
                    <a:pt x="82268" y="140560"/>
                  </a:lnTo>
                  <a:cubicBezTo>
                    <a:pt x="97599" y="137494"/>
                    <a:pt x="109408" y="124544"/>
                    <a:pt x="110778" y="108592"/>
                  </a:cubicBezTo>
                  <a:cubicBezTo>
                    <a:pt x="122521" y="108462"/>
                    <a:pt x="132046" y="98872"/>
                    <a:pt x="132046" y="87063"/>
                  </a:cubicBezTo>
                  <a:lnTo>
                    <a:pt x="132046" y="83019"/>
                  </a:lnTo>
                  <a:lnTo>
                    <a:pt x="136189" y="83019"/>
                  </a:lnTo>
                  <a:cubicBezTo>
                    <a:pt x="148030" y="83019"/>
                    <a:pt x="157685" y="73363"/>
                    <a:pt x="157685" y="61457"/>
                  </a:cubicBezTo>
                  <a:lnTo>
                    <a:pt x="157685" y="57379"/>
                  </a:lnTo>
                  <a:lnTo>
                    <a:pt x="161763" y="57379"/>
                  </a:lnTo>
                  <a:cubicBezTo>
                    <a:pt x="173636" y="57379"/>
                    <a:pt x="183259" y="47724"/>
                    <a:pt x="183259" y="35818"/>
                  </a:cubicBezTo>
                  <a:lnTo>
                    <a:pt x="183259" y="31740"/>
                  </a:lnTo>
                  <a:lnTo>
                    <a:pt x="187500" y="31740"/>
                  </a:lnTo>
                  <a:cubicBezTo>
                    <a:pt x="199341" y="31740"/>
                    <a:pt x="208996" y="22085"/>
                    <a:pt x="208996" y="10211"/>
                  </a:cubicBezTo>
                  <a:lnTo>
                    <a:pt x="208996" y="5775"/>
                  </a:lnTo>
                  <a:cubicBezTo>
                    <a:pt x="208996" y="2578"/>
                    <a:pt x="206419" y="1"/>
                    <a:pt x="203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9" name="Google Shape;609;p33"/>
          <p:cNvSpPr/>
          <p:nvPr/>
        </p:nvSpPr>
        <p:spPr>
          <a:xfrm>
            <a:off x="694875" y="2344875"/>
            <a:ext cx="453900" cy="4539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8AB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01</a:t>
            </a:r>
            <a:endParaRPr/>
          </a:p>
        </p:txBody>
      </p:sp>
      <p:cxnSp>
        <p:nvCxnSpPr>
          <p:cNvPr id="610" name="Google Shape;610;p33"/>
          <p:cNvCxnSpPr>
            <a:stCxn id="609" idx="6"/>
            <a:endCxn id="548" idx="2"/>
          </p:cNvCxnSpPr>
          <p:nvPr/>
        </p:nvCxnSpPr>
        <p:spPr>
          <a:xfrm>
            <a:off x="1148775" y="2571825"/>
            <a:ext cx="580200" cy="600"/>
          </a:xfrm>
          <a:prstGeom prst="bentConnector3">
            <a:avLst>
              <a:gd name="adj1" fmla="val 49994"/>
            </a:avLst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553" name="Google Shape;553;p33"/>
          <p:cNvSpPr/>
          <p:nvPr/>
        </p:nvSpPr>
        <p:spPr>
          <a:xfrm>
            <a:off x="3121725" y="2344738"/>
            <a:ext cx="453900" cy="4539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8AB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02</a:t>
            </a:r>
            <a:endParaRPr/>
          </a:p>
        </p:txBody>
      </p:sp>
      <p:cxnSp>
        <p:nvCxnSpPr>
          <p:cNvPr id="611" name="Google Shape;611;p33"/>
          <p:cNvCxnSpPr>
            <a:stCxn id="553" idx="6"/>
            <a:endCxn id="549" idx="2"/>
          </p:cNvCxnSpPr>
          <p:nvPr/>
        </p:nvCxnSpPr>
        <p:spPr>
          <a:xfrm>
            <a:off x="3575625" y="2571688"/>
            <a:ext cx="5901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555" name="Google Shape;555;p33"/>
          <p:cNvSpPr/>
          <p:nvPr/>
        </p:nvSpPr>
        <p:spPr>
          <a:xfrm>
            <a:off x="5563425" y="2344738"/>
            <a:ext cx="453900" cy="4539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8AB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03</a:t>
            </a:r>
            <a:endParaRPr/>
          </a:p>
        </p:txBody>
      </p:sp>
      <p:cxnSp>
        <p:nvCxnSpPr>
          <p:cNvPr id="612" name="Google Shape;612;p33"/>
          <p:cNvCxnSpPr>
            <a:stCxn id="555" idx="6"/>
            <a:endCxn id="547" idx="2"/>
          </p:cNvCxnSpPr>
          <p:nvPr/>
        </p:nvCxnSpPr>
        <p:spPr>
          <a:xfrm>
            <a:off x="6017325" y="2571688"/>
            <a:ext cx="5850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13" name="Google Shape;613;p33"/>
          <p:cNvSpPr/>
          <p:nvPr/>
        </p:nvSpPr>
        <p:spPr>
          <a:xfrm rot="5400000">
            <a:off x="5676650" y="516581"/>
            <a:ext cx="48300" cy="6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3"/>
          <p:cNvSpPr/>
          <p:nvPr/>
        </p:nvSpPr>
        <p:spPr>
          <a:xfrm>
            <a:off x="3720750" y="266077"/>
            <a:ext cx="483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542;p33">
            <a:extLst>
              <a:ext uri="{FF2B5EF4-FFF2-40B4-BE49-F238E27FC236}">
                <a16:creationId xmlns:a16="http://schemas.microsoft.com/office/drawing/2014/main" id="{2D02B5CC-650D-162A-E47E-128A78427C72}"/>
              </a:ext>
            </a:extLst>
          </p:cNvPr>
          <p:cNvSpPr txBox="1"/>
          <p:nvPr/>
        </p:nvSpPr>
        <p:spPr>
          <a:xfrm>
            <a:off x="1285423" y="3636450"/>
            <a:ext cx="16059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Allows flexibility and works with multiple types of review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B8E64FA8-F5C3-CD69-7F6D-B435D382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A6F45E4A-F2F2-B6FF-20CE-81DEB64104E2}"/>
              </a:ext>
            </a:extLst>
          </p:cNvPr>
          <p:cNvSpPr/>
          <p:nvPr/>
        </p:nvSpPr>
        <p:spPr>
          <a:xfrm>
            <a:off x="5370473" y="633198"/>
            <a:ext cx="192881" cy="123208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7" name="Google Shape;537;p33">
            <a:extLst>
              <a:ext uri="{FF2B5EF4-FFF2-40B4-BE49-F238E27FC236}">
                <a16:creationId xmlns:a16="http://schemas.microsoft.com/office/drawing/2014/main" id="{0EC1E02A-9036-76FB-303B-F9313F88825A}"/>
              </a:ext>
            </a:extLst>
          </p:cNvPr>
          <p:cNvSpPr/>
          <p:nvPr/>
        </p:nvSpPr>
        <p:spPr>
          <a:xfrm>
            <a:off x="4315312" y="626525"/>
            <a:ext cx="209700" cy="2097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33">
            <a:extLst>
              <a:ext uri="{FF2B5EF4-FFF2-40B4-BE49-F238E27FC236}">
                <a16:creationId xmlns:a16="http://schemas.microsoft.com/office/drawing/2014/main" id="{B07E7783-4DE5-38A5-6CD7-72A8E6038809}"/>
              </a:ext>
            </a:extLst>
          </p:cNvPr>
          <p:cNvSpPr/>
          <p:nvPr/>
        </p:nvSpPr>
        <p:spPr>
          <a:xfrm>
            <a:off x="3260137" y="626525"/>
            <a:ext cx="209700" cy="2097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3">
            <a:extLst>
              <a:ext uri="{FF2B5EF4-FFF2-40B4-BE49-F238E27FC236}">
                <a16:creationId xmlns:a16="http://schemas.microsoft.com/office/drawing/2014/main" id="{23E0917D-4EB9-8F07-36B2-E2C2EE932129}"/>
              </a:ext>
            </a:extLst>
          </p:cNvPr>
          <p:cNvSpPr/>
          <p:nvPr/>
        </p:nvSpPr>
        <p:spPr>
          <a:xfrm>
            <a:off x="2629400" y="626525"/>
            <a:ext cx="209700" cy="2097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3">
            <a:extLst>
              <a:ext uri="{FF2B5EF4-FFF2-40B4-BE49-F238E27FC236}">
                <a16:creationId xmlns:a16="http://schemas.microsoft.com/office/drawing/2014/main" id="{F85B2379-6A21-26AC-8811-15100BDEFD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ORDER</a:t>
            </a:r>
            <a:endParaRPr dirty="0"/>
          </a:p>
        </p:txBody>
      </p:sp>
      <p:sp>
        <p:nvSpPr>
          <p:cNvPr id="541" name="Google Shape;541;p33">
            <a:extLst>
              <a:ext uri="{FF2B5EF4-FFF2-40B4-BE49-F238E27FC236}">
                <a16:creationId xmlns:a16="http://schemas.microsoft.com/office/drawing/2014/main" id="{23B53D2A-B258-860E-D0D0-8C0D743FEF1A}"/>
              </a:ext>
            </a:extLst>
          </p:cNvPr>
          <p:cNvSpPr txBox="1"/>
          <p:nvPr/>
        </p:nvSpPr>
        <p:spPr>
          <a:xfrm>
            <a:off x="3541650" y="3088625"/>
            <a:ext cx="2060700" cy="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Scoreboard &amp; Winner</a:t>
            </a:r>
            <a:endParaRPr dirty="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42" name="Google Shape;542;p33">
            <a:extLst>
              <a:ext uri="{FF2B5EF4-FFF2-40B4-BE49-F238E27FC236}">
                <a16:creationId xmlns:a16="http://schemas.microsoft.com/office/drawing/2014/main" id="{69CFCC83-D967-77EC-7391-8E772BB62E18}"/>
              </a:ext>
            </a:extLst>
          </p:cNvPr>
          <p:cNvSpPr txBox="1"/>
          <p:nvPr/>
        </p:nvSpPr>
        <p:spPr>
          <a:xfrm>
            <a:off x="3769050" y="3717675"/>
            <a:ext cx="16059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Declares Whether the human or AI Won the game.</a:t>
            </a:r>
            <a:endParaRPr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3" name="Google Shape;543;p33">
            <a:extLst>
              <a:ext uri="{FF2B5EF4-FFF2-40B4-BE49-F238E27FC236}">
                <a16:creationId xmlns:a16="http://schemas.microsoft.com/office/drawing/2014/main" id="{7F13C1E1-3DAF-E279-7252-AB444A9680DB}"/>
              </a:ext>
            </a:extLst>
          </p:cNvPr>
          <p:cNvSpPr txBox="1"/>
          <p:nvPr/>
        </p:nvSpPr>
        <p:spPr>
          <a:xfrm>
            <a:off x="1104900" y="3088600"/>
            <a:ext cx="2060699" cy="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Track Scores</a:t>
            </a:r>
          </a:p>
        </p:txBody>
      </p:sp>
      <p:sp>
        <p:nvSpPr>
          <p:cNvPr id="545" name="Google Shape;545;p33">
            <a:extLst>
              <a:ext uri="{FF2B5EF4-FFF2-40B4-BE49-F238E27FC236}">
                <a16:creationId xmlns:a16="http://schemas.microsoft.com/office/drawing/2014/main" id="{83D7416A-66F7-3D23-49F1-6F9A843C552C}"/>
              </a:ext>
            </a:extLst>
          </p:cNvPr>
          <p:cNvSpPr txBox="1"/>
          <p:nvPr/>
        </p:nvSpPr>
        <p:spPr>
          <a:xfrm>
            <a:off x="5978400" y="3088600"/>
            <a:ext cx="2060700" cy="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Restart Game</a:t>
            </a:r>
            <a:endParaRPr dirty="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46" name="Google Shape;546;p33">
            <a:extLst>
              <a:ext uri="{FF2B5EF4-FFF2-40B4-BE49-F238E27FC236}">
                <a16:creationId xmlns:a16="http://schemas.microsoft.com/office/drawing/2014/main" id="{B7096684-25AA-3EA0-CF8E-00B34A807A86}"/>
              </a:ext>
            </a:extLst>
          </p:cNvPr>
          <p:cNvSpPr txBox="1"/>
          <p:nvPr/>
        </p:nvSpPr>
        <p:spPr>
          <a:xfrm>
            <a:off x="6064947" y="3717675"/>
            <a:ext cx="18333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Reset rounds and scores for </a:t>
            </a:r>
            <a:r>
              <a:rPr lang="en" dirty="0" err="1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replayability</a:t>
            </a:r>
            <a:endParaRPr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7" name="Google Shape;547;p33">
            <a:extLst>
              <a:ext uri="{FF2B5EF4-FFF2-40B4-BE49-F238E27FC236}">
                <a16:creationId xmlns:a16="http://schemas.microsoft.com/office/drawing/2014/main" id="{F9B13A2D-D3AA-7DD5-63C1-E754DF7E1150}"/>
              </a:ext>
            </a:extLst>
          </p:cNvPr>
          <p:cNvSpPr/>
          <p:nvPr/>
        </p:nvSpPr>
        <p:spPr>
          <a:xfrm>
            <a:off x="6602400" y="2165400"/>
            <a:ext cx="812700" cy="8127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3">
            <a:extLst>
              <a:ext uri="{FF2B5EF4-FFF2-40B4-BE49-F238E27FC236}">
                <a16:creationId xmlns:a16="http://schemas.microsoft.com/office/drawing/2014/main" id="{98F3416A-70E8-1E4F-5DB0-FC18EC1090CA}"/>
              </a:ext>
            </a:extLst>
          </p:cNvPr>
          <p:cNvSpPr/>
          <p:nvPr/>
        </p:nvSpPr>
        <p:spPr>
          <a:xfrm>
            <a:off x="1728900" y="2165400"/>
            <a:ext cx="812700" cy="8127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3">
            <a:extLst>
              <a:ext uri="{FF2B5EF4-FFF2-40B4-BE49-F238E27FC236}">
                <a16:creationId xmlns:a16="http://schemas.microsoft.com/office/drawing/2014/main" id="{64C91F45-BF3B-295E-5D74-4856D4C83AEA}"/>
              </a:ext>
            </a:extLst>
          </p:cNvPr>
          <p:cNvSpPr/>
          <p:nvPr/>
        </p:nvSpPr>
        <p:spPr>
          <a:xfrm>
            <a:off x="4165650" y="2165400"/>
            <a:ext cx="812700" cy="8127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BC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3">
            <a:extLst>
              <a:ext uri="{FF2B5EF4-FFF2-40B4-BE49-F238E27FC236}">
                <a16:creationId xmlns:a16="http://schemas.microsoft.com/office/drawing/2014/main" id="{73027A89-635C-0C44-EA40-F9CBCF32F39B}"/>
              </a:ext>
            </a:extLst>
          </p:cNvPr>
          <p:cNvSpPr/>
          <p:nvPr/>
        </p:nvSpPr>
        <p:spPr>
          <a:xfrm>
            <a:off x="1485013" y="1201675"/>
            <a:ext cx="1300500" cy="54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 cap="flat" cmpd="sng">
            <a:solidFill>
              <a:srgbClr val="DE7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Follow up</a:t>
            </a:r>
            <a:endParaRPr dirty="0">
              <a:solidFill>
                <a:schemeClr val="dk1"/>
              </a:solidFill>
            </a:endParaRPr>
          </a:p>
        </p:txBody>
      </p:sp>
      <p:cxnSp>
        <p:nvCxnSpPr>
          <p:cNvPr id="551" name="Google Shape;551;p33">
            <a:extLst>
              <a:ext uri="{FF2B5EF4-FFF2-40B4-BE49-F238E27FC236}">
                <a16:creationId xmlns:a16="http://schemas.microsoft.com/office/drawing/2014/main" id="{29002A08-2DC7-DD94-F7E2-DC20B313065A}"/>
              </a:ext>
            </a:extLst>
          </p:cNvPr>
          <p:cNvCxnSpPr>
            <a:stCxn id="550" idx="2"/>
            <a:endCxn id="548" idx="0"/>
          </p:cNvCxnSpPr>
          <p:nvPr/>
        </p:nvCxnSpPr>
        <p:spPr>
          <a:xfrm rot="-5400000" flipH="1">
            <a:off x="1927363" y="1956775"/>
            <a:ext cx="416400" cy="600"/>
          </a:xfrm>
          <a:prstGeom prst="bentConnector3">
            <a:avLst>
              <a:gd name="adj1" fmla="val 50015"/>
            </a:avLst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33">
            <a:extLst>
              <a:ext uri="{FF2B5EF4-FFF2-40B4-BE49-F238E27FC236}">
                <a16:creationId xmlns:a16="http://schemas.microsoft.com/office/drawing/2014/main" id="{44E085A4-2383-1BCB-3BB8-D0A82430F6F6}"/>
              </a:ext>
            </a:extLst>
          </p:cNvPr>
          <p:cNvCxnSpPr>
            <a:stCxn id="548" idx="6"/>
            <a:endCxn id="553" idx="2"/>
          </p:cNvCxnSpPr>
          <p:nvPr/>
        </p:nvCxnSpPr>
        <p:spPr>
          <a:xfrm>
            <a:off x="2541600" y="2571750"/>
            <a:ext cx="5802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33">
            <a:extLst>
              <a:ext uri="{FF2B5EF4-FFF2-40B4-BE49-F238E27FC236}">
                <a16:creationId xmlns:a16="http://schemas.microsoft.com/office/drawing/2014/main" id="{78C7057C-0C22-00EC-8093-9E68184138D9}"/>
              </a:ext>
            </a:extLst>
          </p:cNvPr>
          <p:cNvCxnSpPr>
            <a:stCxn id="549" idx="6"/>
            <a:endCxn id="555" idx="2"/>
          </p:cNvCxnSpPr>
          <p:nvPr/>
        </p:nvCxnSpPr>
        <p:spPr>
          <a:xfrm>
            <a:off x="4978350" y="2571750"/>
            <a:ext cx="5850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33">
            <a:extLst>
              <a:ext uri="{FF2B5EF4-FFF2-40B4-BE49-F238E27FC236}">
                <a16:creationId xmlns:a16="http://schemas.microsoft.com/office/drawing/2014/main" id="{998D277F-DB6B-A2BE-FBCB-51C47CEA1B94}"/>
              </a:ext>
            </a:extLst>
          </p:cNvPr>
          <p:cNvCxnSpPr>
            <a:stCxn id="547" idx="6"/>
          </p:cNvCxnSpPr>
          <p:nvPr/>
        </p:nvCxnSpPr>
        <p:spPr>
          <a:xfrm>
            <a:off x="7415100" y="2571750"/>
            <a:ext cx="17916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557" name="Google Shape;557;p33">
            <a:extLst>
              <a:ext uri="{FF2B5EF4-FFF2-40B4-BE49-F238E27FC236}">
                <a16:creationId xmlns:a16="http://schemas.microsoft.com/office/drawing/2014/main" id="{478CF07B-91A8-887B-0672-4AEB83EFF5C5}"/>
              </a:ext>
            </a:extLst>
          </p:cNvPr>
          <p:cNvGrpSpPr/>
          <p:nvPr/>
        </p:nvGrpSpPr>
        <p:grpSpPr>
          <a:xfrm rot="-2702269">
            <a:off x="1854139" y="2243964"/>
            <a:ext cx="562522" cy="558736"/>
            <a:chOff x="1190625" y="238225"/>
            <a:chExt cx="5251000" cy="5219100"/>
          </a:xfrm>
        </p:grpSpPr>
        <p:sp>
          <p:nvSpPr>
            <p:cNvPr id="558" name="Google Shape;558;p33">
              <a:extLst>
                <a:ext uri="{FF2B5EF4-FFF2-40B4-BE49-F238E27FC236}">
                  <a16:creationId xmlns:a16="http://schemas.microsoft.com/office/drawing/2014/main" id="{7C8A71E4-C65F-DA3A-E367-9E2FAC693AF2}"/>
                </a:ext>
              </a:extLst>
            </p:cNvPr>
            <p:cNvSpPr/>
            <p:nvPr/>
          </p:nvSpPr>
          <p:spPr>
            <a:xfrm>
              <a:off x="1612225" y="2134275"/>
              <a:ext cx="1825925" cy="1035575"/>
            </a:xfrm>
            <a:custGeom>
              <a:avLst/>
              <a:gdLst/>
              <a:ahLst/>
              <a:cxnLst/>
              <a:rect l="l" t="t" r="r" b="b"/>
              <a:pathLst>
                <a:path w="73037" h="41423" extrusionOk="0">
                  <a:moveTo>
                    <a:pt x="12064" y="0"/>
                  </a:moveTo>
                  <a:cubicBezTo>
                    <a:pt x="8809" y="0"/>
                    <a:pt x="5600" y="1487"/>
                    <a:pt x="3523" y="4301"/>
                  </a:cubicBezTo>
                  <a:cubicBezTo>
                    <a:pt x="0" y="9031"/>
                    <a:pt x="979" y="15685"/>
                    <a:pt x="5709" y="19208"/>
                  </a:cubicBezTo>
                  <a:cubicBezTo>
                    <a:pt x="21791" y="31180"/>
                    <a:pt x="43515" y="39889"/>
                    <a:pt x="61000" y="41390"/>
                  </a:cubicBezTo>
                  <a:cubicBezTo>
                    <a:pt x="61326" y="41422"/>
                    <a:pt x="61619" y="41422"/>
                    <a:pt x="61946" y="41422"/>
                  </a:cubicBezTo>
                  <a:cubicBezTo>
                    <a:pt x="67426" y="41422"/>
                    <a:pt x="72058" y="37247"/>
                    <a:pt x="72547" y="31702"/>
                  </a:cubicBezTo>
                  <a:cubicBezTo>
                    <a:pt x="73036" y="25830"/>
                    <a:pt x="68698" y="20676"/>
                    <a:pt x="62859" y="20154"/>
                  </a:cubicBezTo>
                  <a:cubicBezTo>
                    <a:pt x="49224" y="18980"/>
                    <a:pt x="31348" y="11738"/>
                    <a:pt x="18431" y="2115"/>
                  </a:cubicBezTo>
                  <a:cubicBezTo>
                    <a:pt x="16515" y="689"/>
                    <a:pt x="14279" y="0"/>
                    <a:pt x="12064" y="0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3">
              <a:extLst>
                <a:ext uri="{FF2B5EF4-FFF2-40B4-BE49-F238E27FC236}">
                  <a16:creationId xmlns:a16="http://schemas.microsoft.com/office/drawing/2014/main" id="{A25BBCC3-598C-5F75-5FB0-36996F5006BD}"/>
                </a:ext>
              </a:extLst>
            </p:cNvPr>
            <p:cNvSpPr/>
            <p:nvPr/>
          </p:nvSpPr>
          <p:spPr>
            <a:xfrm>
              <a:off x="2174100" y="2541900"/>
              <a:ext cx="1264850" cy="627950"/>
            </a:xfrm>
            <a:custGeom>
              <a:avLst/>
              <a:gdLst/>
              <a:ahLst/>
              <a:cxnLst/>
              <a:rect l="l" t="t" r="r" b="b"/>
              <a:pathLst>
                <a:path w="50594" h="25118" extrusionOk="0">
                  <a:moveTo>
                    <a:pt x="23259" y="0"/>
                  </a:moveTo>
                  <a:lnTo>
                    <a:pt x="1" y="13211"/>
                  </a:lnTo>
                  <a:cubicBezTo>
                    <a:pt x="12722" y="19670"/>
                    <a:pt x="26618" y="24041"/>
                    <a:pt x="38525" y="25085"/>
                  </a:cubicBezTo>
                  <a:cubicBezTo>
                    <a:pt x="38851" y="25117"/>
                    <a:pt x="39144" y="25117"/>
                    <a:pt x="39471" y="25117"/>
                  </a:cubicBezTo>
                  <a:cubicBezTo>
                    <a:pt x="44951" y="25117"/>
                    <a:pt x="49583" y="20942"/>
                    <a:pt x="50072" y="15397"/>
                  </a:cubicBezTo>
                  <a:cubicBezTo>
                    <a:pt x="50594" y="9525"/>
                    <a:pt x="46223" y="4371"/>
                    <a:pt x="40384" y="3849"/>
                  </a:cubicBezTo>
                  <a:cubicBezTo>
                    <a:pt x="35132" y="3393"/>
                    <a:pt x="29228" y="2055"/>
                    <a:pt x="23259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3">
              <a:extLst>
                <a:ext uri="{FF2B5EF4-FFF2-40B4-BE49-F238E27FC236}">
                  <a16:creationId xmlns:a16="http://schemas.microsoft.com/office/drawing/2014/main" id="{571D2456-D23E-203C-C4C7-8DAF1AA35AC3}"/>
                </a:ext>
              </a:extLst>
            </p:cNvPr>
            <p:cNvSpPr/>
            <p:nvPr/>
          </p:nvSpPr>
          <p:spPr>
            <a:xfrm>
              <a:off x="1241175" y="3431575"/>
              <a:ext cx="1429600" cy="1122975"/>
            </a:xfrm>
            <a:custGeom>
              <a:avLst/>
              <a:gdLst/>
              <a:ahLst/>
              <a:cxnLst/>
              <a:rect l="l" t="t" r="r" b="b"/>
              <a:pathLst>
                <a:path w="57184" h="44919" extrusionOk="0">
                  <a:moveTo>
                    <a:pt x="44990" y="0"/>
                  </a:moveTo>
                  <a:cubicBezTo>
                    <a:pt x="43154" y="0"/>
                    <a:pt x="41295" y="475"/>
                    <a:pt x="39601" y="1469"/>
                  </a:cubicBezTo>
                  <a:cubicBezTo>
                    <a:pt x="34871" y="4275"/>
                    <a:pt x="11254" y="19639"/>
                    <a:pt x="4143" y="26750"/>
                  </a:cubicBezTo>
                  <a:cubicBezTo>
                    <a:pt x="0" y="30892"/>
                    <a:pt x="0" y="37645"/>
                    <a:pt x="4143" y="41820"/>
                  </a:cubicBezTo>
                  <a:cubicBezTo>
                    <a:pt x="6231" y="43875"/>
                    <a:pt x="8971" y="44919"/>
                    <a:pt x="11678" y="44919"/>
                  </a:cubicBezTo>
                  <a:cubicBezTo>
                    <a:pt x="14418" y="44919"/>
                    <a:pt x="17158" y="43875"/>
                    <a:pt x="19214" y="41820"/>
                  </a:cubicBezTo>
                  <a:cubicBezTo>
                    <a:pt x="23715" y="37319"/>
                    <a:pt x="44298" y="23422"/>
                    <a:pt x="50431" y="19834"/>
                  </a:cubicBezTo>
                  <a:cubicBezTo>
                    <a:pt x="55487" y="16833"/>
                    <a:pt x="57183" y="10309"/>
                    <a:pt x="54182" y="5253"/>
                  </a:cubicBezTo>
                  <a:cubicBezTo>
                    <a:pt x="52186" y="1869"/>
                    <a:pt x="48633" y="0"/>
                    <a:pt x="44990" y="0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3">
              <a:extLst>
                <a:ext uri="{FF2B5EF4-FFF2-40B4-BE49-F238E27FC236}">
                  <a16:creationId xmlns:a16="http://schemas.microsoft.com/office/drawing/2014/main" id="{0AD60F22-54E0-C181-F7AC-40F1BE7AA1C8}"/>
                </a:ext>
              </a:extLst>
            </p:cNvPr>
            <p:cNvSpPr/>
            <p:nvPr/>
          </p:nvSpPr>
          <p:spPr>
            <a:xfrm>
              <a:off x="1741075" y="3431575"/>
              <a:ext cx="929700" cy="809025"/>
            </a:xfrm>
            <a:custGeom>
              <a:avLst/>
              <a:gdLst/>
              <a:ahLst/>
              <a:cxnLst/>
              <a:rect l="l" t="t" r="r" b="b"/>
              <a:pathLst>
                <a:path w="37188" h="32361" extrusionOk="0">
                  <a:moveTo>
                    <a:pt x="24994" y="0"/>
                  </a:moveTo>
                  <a:cubicBezTo>
                    <a:pt x="23158" y="0"/>
                    <a:pt x="21299" y="475"/>
                    <a:pt x="19605" y="1469"/>
                  </a:cubicBezTo>
                  <a:cubicBezTo>
                    <a:pt x="16930" y="3035"/>
                    <a:pt x="8318" y="8613"/>
                    <a:pt x="0" y="14419"/>
                  </a:cubicBezTo>
                  <a:cubicBezTo>
                    <a:pt x="3197" y="20813"/>
                    <a:pt x="7079" y="26815"/>
                    <a:pt x="11548" y="32360"/>
                  </a:cubicBezTo>
                  <a:cubicBezTo>
                    <a:pt x="18757" y="27272"/>
                    <a:pt x="26944" y="21889"/>
                    <a:pt x="30435" y="19834"/>
                  </a:cubicBezTo>
                  <a:cubicBezTo>
                    <a:pt x="35491" y="16833"/>
                    <a:pt x="37187" y="10309"/>
                    <a:pt x="34186" y="5253"/>
                  </a:cubicBezTo>
                  <a:cubicBezTo>
                    <a:pt x="32190" y="1869"/>
                    <a:pt x="28637" y="0"/>
                    <a:pt x="24994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3">
              <a:extLst>
                <a:ext uri="{FF2B5EF4-FFF2-40B4-BE49-F238E27FC236}">
                  <a16:creationId xmlns:a16="http://schemas.microsoft.com/office/drawing/2014/main" id="{84E24CBA-9D70-0D1E-2F06-551E81DEE44B}"/>
                </a:ext>
              </a:extLst>
            </p:cNvPr>
            <p:cNvSpPr/>
            <p:nvPr/>
          </p:nvSpPr>
          <p:spPr>
            <a:xfrm>
              <a:off x="3447900" y="3220950"/>
              <a:ext cx="640200" cy="1946875"/>
            </a:xfrm>
            <a:custGeom>
              <a:avLst/>
              <a:gdLst/>
              <a:ahLst/>
              <a:cxnLst/>
              <a:rect l="l" t="t" r="r" b="b"/>
              <a:pathLst>
                <a:path w="25608" h="77875" extrusionOk="0">
                  <a:moveTo>
                    <a:pt x="11859" y="1"/>
                  </a:moveTo>
                  <a:cubicBezTo>
                    <a:pt x="10906" y="1"/>
                    <a:pt x="9936" y="130"/>
                    <a:pt x="8971" y="402"/>
                  </a:cubicBezTo>
                  <a:cubicBezTo>
                    <a:pt x="3328" y="1968"/>
                    <a:pt x="1" y="7872"/>
                    <a:pt x="1599" y="13515"/>
                  </a:cubicBezTo>
                  <a:cubicBezTo>
                    <a:pt x="4046" y="22322"/>
                    <a:pt x="2839" y="37099"/>
                    <a:pt x="1664" y="51387"/>
                  </a:cubicBezTo>
                  <a:cubicBezTo>
                    <a:pt x="1240" y="56443"/>
                    <a:pt x="816" y="61695"/>
                    <a:pt x="555" y="66653"/>
                  </a:cubicBezTo>
                  <a:cubicBezTo>
                    <a:pt x="262" y="72524"/>
                    <a:pt x="4763" y="77548"/>
                    <a:pt x="10635" y="77841"/>
                  </a:cubicBezTo>
                  <a:cubicBezTo>
                    <a:pt x="10831" y="77841"/>
                    <a:pt x="11026" y="77874"/>
                    <a:pt x="11222" y="77874"/>
                  </a:cubicBezTo>
                  <a:cubicBezTo>
                    <a:pt x="16833" y="77874"/>
                    <a:pt x="21530" y="73438"/>
                    <a:pt x="21856" y="67762"/>
                  </a:cubicBezTo>
                  <a:cubicBezTo>
                    <a:pt x="22084" y="63097"/>
                    <a:pt x="22476" y="58270"/>
                    <a:pt x="22900" y="53116"/>
                  </a:cubicBezTo>
                  <a:cubicBezTo>
                    <a:pt x="24237" y="36969"/>
                    <a:pt x="25607" y="20267"/>
                    <a:pt x="22117" y="7774"/>
                  </a:cubicBezTo>
                  <a:cubicBezTo>
                    <a:pt x="20790" y="3090"/>
                    <a:pt x="16519" y="1"/>
                    <a:pt x="11859" y="1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3">
              <a:extLst>
                <a:ext uri="{FF2B5EF4-FFF2-40B4-BE49-F238E27FC236}">
                  <a16:creationId xmlns:a16="http://schemas.microsoft.com/office/drawing/2014/main" id="{683450CF-D660-0690-A3CE-E97BF0CD4276}"/>
                </a:ext>
              </a:extLst>
            </p:cNvPr>
            <p:cNvSpPr/>
            <p:nvPr/>
          </p:nvSpPr>
          <p:spPr>
            <a:xfrm>
              <a:off x="3447900" y="3220950"/>
              <a:ext cx="610850" cy="1677750"/>
            </a:xfrm>
            <a:custGeom>
              <a:avLst/>
              <a:gdLst/>
              <a:ahLst/>
              <a:cxnLst/>
              <a:rect l="l" t="t" r="r" b="b"/>
              <a:pathLst>
                <a:path w="24434" h="67110" extrusionOk="0">
                  <a:moveTo>
                    <a:pt x="11859" y="1"/>
                  </a:moveTo>
                  <a:cubicBezTo>
                    <a:pt x="10906" y="1"/>
                    <a:pt x="9936" y="130"/>
                    <a:pt x="8971" y="402"/>
                  </a:cubicBezTo>
                  <a:cubicBezTo>
                    <a:pt x="3328" y="1968"/>
                    <a:pt x="1" y="7872"/>
                    <a:pt x="1599" y="13515"/>
                  </a:cubicBezTo>
                  <a:cubicBezTo>
                    <a:pt x="4046" y="22322"/>
                    <a:pt x="2839" y="37099"/>
                    <a:pt x="1664" y="51387"/>
                  </a:cubicBezTo>
                  <a:cubicBezTo>
                    <a:pt x="1240" y="56443"/>
                    <a:pt x="816" y="61695"/>
                    <a:pt x="555" y="66653"/>
                  </a:cubicBezTo>
                  <a:cubicBezTo>
                    <a:pt x="555" y="66816"/>
                    <a:pt x="555" y="66946"/>
                    <a:pt x="555" y="67110"/>
                  </a:cubicBezTo>
                  <a:cubicBezTo>
                    <a:pt x="3491" y="65218"/>
                    <a:pt x="6003" y="62608"/>
                    <a:pt x="7797" y="59444"/>
                  </a:cubicBezTo>
                  <a:lnTo>
                    <a:pt x="24270" y="30445"/>
                  </a:lnTo>
                  <a:cubicBezTo>
                    <a:pt x="24433" y="22192"/>
                    <a:pt x="23944" y="14396"/>
                    <a:pt x="22117" y="7774"/>
                  </a:cubicBezTo>
                  <a:cubicBezTo>
                    <a:pt x="20790" y="3090"/>
                    <a:pt x="16519" y="1"/>
                    <a:pt x="11859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3">
              <a:extLst>
                <a:ext uri="{FF2B5EF4-FFF2-40B4-BE49-F238E27FC236}">
                  <a16:creationId xmlns:a16="http://schemas.microsoft.com/office/drawing/2014/main" id="{C733213E-78EC-7619-A2BC-59FE874B7D56}"/>
                </a:ext>
              </a:extLst>
            </p:cNvPr>
            <p:cNvSpPr/>
            <p:nvPr/>
          </p:nvSpPr>
          <p:spPr>
            <a:xfrm>
              <a:off x="2056675" y="4015300"/>
              <a:ext cx="1185750" cy="1365350"/>
            </a:xfrm>
            <a:custGeom>
              <a:avLst/>
              <a:gdLst/>
              <a:ahLst/>
              <a:cxnLst/>
              <a:rect l="l" t="t" r="r" b="b"/>
              <a:pathLst>
                <a:path w="47430" h="54614" extrusionOk="0">
                  <a:moveTo>
                    <a:pt x="35731" y="0"/>
                  </a:moveTo>
                  <a:cubicBezTo>
                    <a:pt x="33003" y="0"/>
                    <a:pt x="30272" y="1036"/>
                    <a:pt x="28184" y="3107"/>
                  </a:cubicBezTo>
                  <a:cubicBezTo>
                    <a:pt x="19801" y="11523"/>
                    <a:pt x="7960" y="26202"/>
                    <a:pt x="2284" y="39870"/>
                  </a:cubicBezTo>
                  <a:cubicBezTo>
                    <a:pt x="0" y="45317"/>
                    <a:pt x="2577" y="51548"/>
                    <a:pt x="8025" y="53798"/>
                  </a:cubicBezTo>
                  <a:cubicBezTo>
                    <a:pt x="9362" y="54353"/>
                    <a:pt x="10732" y="54614"/>
                    <a:pt x="12102" y="54614"/>
                  </a:cubicBezTo>
                  <a:cubicBezTo>
                    <a:pt x="16278" y="54614"/>
                    <a:pt x="20257" y="52135"/>
                    <a:pt x="21953" y="48057"/>
                  </a:cubicBezTo>
                  <a:cubicBezTo>
                    <a:pt x="26161" y="37945"/>
                    <a:pt x="35686" y="25778"/>
                    <a:pt x="43254" y="18177"/>
                  </a:cubicBezTo>
                  <a:cubicBezTo>
                    <a:pt x="47430" y="14035"/>
                    <a:pt x="47430" y="7282"/>
                    <a:pt x="43254" y="3107"/>
                  </a:cubicBezTo>
                  <a:cubicBezTo>
                    <a:pt x="41183" y="1036"/>
                    <a:pt x="38459" y="0"/>
                    <a:pt x="35731" y="0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3">
              <a:extLst>
                <a:ext uri="{FF2B5EF4-FFF2-40B4-BE49-F238E27FC236}">
                  <a16:creationId xmlns:a16="http://schemas.microsoft.com/office/drawing/2014/main" id="{5F5F7E5F-BA64-6DDD-29DB-728397D6B8B7}"/>
                </a:ext>
              </a:extLst>
            </p:cNvPr>
            <p:cNvSpPr/>
            <p:nvPr/>
          </p:nvSpPr>
          <p:spPr>
            <a:xfrm>
              <a:off x="2359225" y="4015300"/>
              <a:ext cx="883200" cy="862200"/>
            </a:xfrm>
            <a:custGeom>
              <a:avLst/>
              <a:gdLst/>
              <a:ahLst/>
              <a:cxnLst/>
              <a:rect l="l" t="t" r="r" b="b"/>
              <a:pathLst>
                <a:path w="35328" h="34488" extrusionOk="0">
                  <a:moveTo>
                    <a:pt x="23629" y="0"/>
                  </a:moveTo>
                  <a:cubicBezTo>
                    <a:pt x="20901" y="0"/>
                    <a:pt x="18170" y="1036"/>
                    <a:pt x="16082" y="3107"/>
                  </a:cubicBezTo>
                  <a:cubicBezTo>
                    <a:pt x="11254" y="7967"/>
                    <a:pt x="5285" y="14883"/>
                    <a:pt x="0" y="22516"/>
                  </a:cubicBezTo>
                  <a:cubicBezTo>
                    <a:pt x="5383" y="27083"/>
                    <a:pt x="11287" y="31095"/>
                    <a:pt x="17582" y="34487"/>
                  </a:cubicBezTo>
                  <a:cubicBezTo>
                    <a:pt x="21856" y="28387"/>
                    <a:pt x="26814" y="22516"/>
                    <a:pt x="31152" y="18177"/>
                  </a:cubicBezTo>
                  <a:cubicBezTo>
                    <a:pt x="35328" y="14035"/>
                    <a:pt x="35328" y="7282"/>
                    <a:pt x="31152" y="3107"/>
                  </a:cubicBezTo>
                  <a:cubicBezTo>
                    <a:pt x="29081" y="1036"/>
                    <a:pt x="26357" y="0"/>
                    <a:pt x="23629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F43DE8B6-6CDD-CB83-0856-C56D6E85B21E}"/>
                </a:ext>
              </a:extLst>
            </p:cNvPr>
            <p:cNvSpPr/>
            <p:nvPr/>
          </p:nvSpPr>
          <p:spPr>
            <a:xfrm>
              <a:off x="1872375" y="2494600"/>
              <a:ext cx="2280950" cy="2242225"/>
            </a:xfrm>
            <a:custGeom>
              <a:avLst/>
              <a:gdLst/>
              <a:ahLst/>
              <a:cxnLst/>
              <a:rect l="l" t="t" r="r" b="b"/>
              <a:pathLst>
                <a:path w="91238" h="89689" extrusionOk="0">
                  <a:moveTo>
                    <a:pt x="59173" y="0"/>
                  </a:moveTo>
                  <a:lnTo>
                    <a:pt x="7731" y="29260"/>
                  </a:lnTo>
                  <a:cubicBezTo>
                    <a:pt x="2186" y="32392"/>
                    <a:pt x="0" y="39274"/>
                    <a:pt x="2708" y="45048"/>
                  </a:cubicBezTo>
                  <a:cubicBezTo>
                    <a:pt x="11646" y="64196"/>
                    <a:pt x="27042" y="79593"/>
                    <a:pt x="46157" y="88530"/>
                  </a:cubicBezTo>
                  <a:cubicBezTo>
                    <a:pt x="47840" y="89315"/>
                    <a:pt x="49613" y="89689"/>
                    <a:pt x="51360" y="89689"/>
                  </a:cubicBezTo>
                  <a:cubicBezTo>
                    <a:pt x="55638" y="89689"/>
                    <a:pt x="59754" y="87445"/>
                    <a:pt x="61978" y="83507"/>
                  </a:cubicBezTo>
                  <a:lnTo>
                    <a:pt x="91238" y="32065"/>
                  </a:lnTo>
                  <a:lnTo>
                    <a:pt x="59173" y="0"/>
                  </a:lnTo>
                  <a:close/>
                </a:path>
              </a:pathLst>
            </a:custGeom>
            <a:solidFill>
              <a:srgbClr val="E88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3">
              <a:extLst>
                <a:ext uri="{FF2B5EF4-FFF2-40B4-BE49-F238E27FC236}">
                  <a16:creationId xmlns:a16="http://schemas.microsoft.com/office/drawing/2014/main" id="{F6B34106-0C44-5F5F-28ED-CAFF22C01624}"/>
                </a:ext>
              </a:extLst>
            </p:cNvPr>
            <p:cNvSpPr/>
            <p:nvPr/>
          </p:nvSpPr>
          <p:spPr>
            <a:xfrm>
              <a:off x="1872375" y="2494600"/>
              <a:ext cx="2280950" cy="2242225"/>
            </a:xfrm>
            <a:custGeom>
              <a:avLst/>
              <a:gdLst/>
              <a:ahLst/>
              <a:cxnLst/>
              <a:rect l="l" t="t" r="r" b="b"/>
              <a:pathLst>
                <a:path w="91238" h="89689" extrusionOk="0">
                  <a:moveTo>
                    <a:pt x="59173" y="0"/>
                  </a:moveTo>
                  <a:lnTo>
                    <a:pt x="7731" y="29260"/>
                  </a:lnTo>
                  <a:cubicBezTo>
                    <a:pt x="2186" y="32392"/>
                    <a:pt x="0" y="39274"/>
                    <a:pt x="2708" y="45048"/>
                  </a:cubicBezTo>
                  <a:cubicBezTo>
                    <a:pt x="11646" y="64196"/>
                    <a:pt x="27042" y="79593"/>
                    <a:pt x="46157" y="88530"/>
                  </a:cubicBezTo>
                  <a:cubicBezTo>
                    <a:pt x="47840" y="89315"/>
                    <a:pt x="49613" y="89689"/>
                    <a:pt x="51360" y="89689"/>
                  </a:cubicBezTo>
                  <a:cubicBezTo>
                    <a:pt x="55638" y="89689"/>
                    <a:pt x="59754" y="87445"/>
                    <a:pt x="61978" y="83507"/>
                  </a:cubicBezTo>
                  <a:lnTo>
                    <a:pt x="91238" y="32065"/>
                  </a:lnTo>
                  <a:lnTo>
                    <a:pt x="59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3">
              <a:extLst>
                <a:ext uri="{FF2B5EF4-FFF2-40B4-BE49-F238E27FC236}">
                  <a16:creationId xmlns:a16="http://schemas.microsoft.com/office/drawing/2014/main" id="{607587B8-6588-99AF-0883-3F18689B4F04}"/>
                </a:ext>
              </a:extLst>
            </p:cNvPr>
            <p:cNvSpPr/>
            <p:nvPr/>
          </p:nvSpPr>
          <p:spPr>
            <a:xfrm>
              <a:off x="1872375" y="3142100"/>
              <a:ext cx="1633450" cy="1594725"/>
            </a:xfrm>
            <a:custGeom>
              <a:avLst/>
              <a:gdLst/>
              <a:ahLst/>
              <a:cxnLst/>
              <a:rect l="l" t="t" r="r" b="b"/>
              <a:pathLst>
                <a:path w="65338" h="63789" extrusionOk="0">
                  <a:moveTo>
                    <a:pt x="13635" y="0"/>
                  </a:moveTo>
                  <a:lnTo>
                    <a:pt x="7731" y="3360"/>
                  </a:lnTo>
                  <a:cubicBezTo>
                    <a:pt x="2186" y="6492"/>
                    <a:pt x="0" y="13374"/>
                    <a:pt x="2708" y="19148"/>
                  </a:cubicBezTo>
                  <a:cubicBezTo>
                    <a:pt x="11646" y="38296"/>
                    <a:pt x="27042" y="53693"/>
                    <a:pt x="46157" y="62630"/>
                  </a:cubicBezTo>
                  <a:cubicBezTo>
                    <a:pt x="47840" y="63415"/>
                    <a:pt x="49613" y="63789"/>
                    <a:pt x="51360" y="63789"/>
                  </a:cubicBezTo>
                  <a:cubicBezTo>
                    <a:pt x="55638" y="63789"/>
                    <a:pt x="59754" y="61545"/>
                    <a:pt x="61978" y="57607"/>
                  </a:cubicBezTo>
                  <a:lnTo>
                    <a:pt x="65338" y="51703"/>
                  </a:lnTo>
                  <a:cubicBezTo>
                    <a:pt x="55911" y="38394"/>
                    <a:pt x="43972" y="45766"/>
                    <a:pt x="31772" y="33566"/>
                  </a:cubicBezTo>
                  <a:cubicBezTo>
                    <a:pt x="19572" y="21366"/>
                    <a:pt x="26944" y="9427"/>
                    <a:pt x="13635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3">
              <a:extLst>
                <a:ext uri="{FF2B5EF4-FFF2-40B4-BE49-F238E27FC236}">
                  <a16:creationId xmlns:a16="http://schemas.microsoft.com/office/drawing/2014/main" id="{75C4184A-2DED-CD6C-A74F-CBB9733E6E5D}"/>
                </a:ext>
              </a:extLst>
            </p:cNvPr>
            <p:cNvSpPr/>
            <p:nvPr/>
          </p:nvSpPr>
          <p:spPr>
            <a:xfrm>
              <a:off x="3215500" y="314700"/>
              <a:ext cx="1113975" cy="1202950"/>
            </a:xfrm>
            <a:custGeom>
              <a:avLst/>
              <a:gdLst/>
              <a:ahLst/>
              <a:cxnLst/>
              <a:rect l="l" t="t" r="r" b="b"/>
              <a:pathLst>
                <a:path w="44559" h="48118" extrusionOk="0">
                  <a:moveTo>
                    <a:pt x="11856" y="0"/>
                  </a:moveTo>
                  <a:cubicBezTo>
                    <a:pt x="9557" y="0"/>
                    <a:pt x="7344" y="1311"/>
                    <a:pt x="6296" y="3526"/>
                  </a:cubicBezTo>
                  <a:lnTo>
                    <a:pt x="1566" y="13671"/>
                  </a:lnTo>
                  <a:cubicBezTo>
                    <a:pt x="0" y="17063"/>
                    <a:pt x="1762" y="21010"/>
                    <a:pt x="5317" y="22120"/>
                  </a:cubicBezTo>
                  <a:cubicBezTo>
                    <a:pt x="17680" y="25871"/>
                    <a:pt x="31478" y="40256"/>
                    <a:pt x="33631" y="48118"/>
                  </a:cubicBezTo>
                  <a:lnTo>
                    <a:pt x="43580" y="43257"/>
                  </a:lnTo>
                  <a:cubicBezTo>
                    <a:pt x="44559" y="27534"/>
                    <a:pt x="34675" y="9887"/>
                    <a:pt x="14385" y="558"/>
                  </a:cubicBezTo>
                  <a:cubicBezTo>
                    <a:pt x="13567" y="179"/>
                    <a:pt x="12706" y="0"/>
                    <a:pt x="118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3">
              <a:extLst>
                <a:ext uri="{FF2B5EF4-FFF2-40B4-BE49-F238E27FC236}">
                  <a16:creationId xmlns:a16="http://schemas.microsoft.com/office/drawing/2014/main" id="{9A6B5569-6339-76D8-57BC-389C321579B4}"/>
                </a:ext>
              </a:extLst>
            </p:cNvPr>
            <p:cNvSpPr/>
            <p:nvPr/>
          </p:nvSpPr>
          <p:spPr>
            <a:xfrm>
              <a:off x="3717825" y="1024900"/>
              <a:ext cx="684250" cy="636250"/>
            </a:xfrm>
            <a:custGeom>
              <a:avLst/>
              <a:gdLst/>
              <a:ahLst/>
              <a:cxnLst/>
              <a:rect l="l" t="t" r="r" b="b"/>
              <a:pathLst>
                <a:path w="27370" h="25450" extrusionOk="0">
                  <a:moveTo>
                    <a:pt x="13721" y="0"/>
                  </a:moveTo>
                  <a:cubicBezTo>
                    <a:pt x="13037" y="0"/>
                    <a:pt x="12344" y="56"/>
                    <a:pt x="11646" y="170"/>
                  </a:cubicBezTo>
                  <a:cubicBezTo>
                    <a:pt x="4731" y="1279"/>
                    <a:pt x="1" y="7803"/>
                    <a:pt x="1143" y="14751"/>
                  </a:cubicBezTo>
                  <a:cubicBezTo>
                    <a:pt x="2143" y="21015"/>
                    <a:pt x="7543" y="25450"/>
                    <a:pt x="13688" y="25450"/>
                  </a:cubicBezTo>
                  <a:cubicBezTo>
                    <a:pt x="14359" y="25450"/>
                    <a:pt x="15040" y="25397"/>
                    <a:pt x="15724" y="25288"/>
                  </a:cubicBezTo>
                  <a:cubicBezTo>
                    <a:pt x="22672" y="24146"/>
                    <a:pt x="27369" y="17622"/>
                    <a:pt x="26260" y="10674"/>
                  </a:cubicBezTo>
                  <a:cubicBezTo>
                    <a:pt x="25233" y="4453"/>
                    <a:pt x="19850" y="0"/>
                    <a:pt x="1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3">
              <a:extLst>
                <a:ext uri="{FF2B5EF4-FFF2-40B4-BE49-F238E27FC236}">
                  <a16:creationId xmlns:a16="http://schemas.microsoft.com/office/drawing/2014/main" id="{1C0FB665-8288-E9A6-00AA-8FFD3DEA9FC8}"/>
                </a:ext>
              </a:extLst>
            </p:cNvPr>
            <p:cNvSpPr/>
            <p:nvPr/>
          </p:nvSpPr>
          <p:spPr>
            <a:xfrm>
              <a:off x="5130275" y="2341250"/>
              <a:ext cx="1224075" cy="1066400"/>
            </a:xfrm>
            <a:custGeom>
              <a:avLst/>
              <a:gdLst/>
              <a:ahLst/>
              <a:cxnLst/>
              <a:rect l="l" t="t" r="r" b="b"/>
              <a:pathLst>
                <a:path w="48963" h="42656" extrusionOk="0">
                  <a:moveTo>
                    <a:pt x="6998" y="1"/>
                  </a:moveTo>
                  <a:cubicBezTo>
                    <a:pt x="6283" y="1"/>
                    <a:pt x="5570" y="23"/>
                    <a:pt x="4861" y="67"/>
                  </a:cubicBezTo>
                  <a:lnTo>
                    <a:pt x="1" y="10016"/>
                  </a:lnTo>
                  <a:cubicBezTo>
                    <a:pt x="7862" y="12169"/>
                    <a:pt x="22247" y="25967"/>
                    <a:pt x="25999" y="38297"/>
                  </a:cubicBezTo>
                  <a:cubicBezTo>
                    <a:pt x="26831" y="40991"/>
                    <a:pt x="29263" y="42655"/>
                    <a:pt x="31859" y="42655"/>
                  </a:cubicBezTo>
                  <a:cubicBezTo>
                    <a:pt x="32721" y="42655"/>
                    <a:pt x="33601" y="42472"/>
                    <a:pt x="34447" y="42081"/>
                  </a:cubicBezTo>
                  <a:lnTo>
                    <a:pt x="44592" y="37351"/>
                  </a:lnTo>
                  <a:cubicBezTo>
                    <a:pt x="47626" y="35916"/>
                    <a:pt x="48963" y="32295"/>
                    <a:pt x="47560" y="29262"/>
                  </a:cubicBezTo>
                  <a:cubicBezTo>
                    <a:pt x="38652" y="9887"/>
                    <a:pt x="22158" y="1"/>
                    <a:pt x="69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3">
              <a:extLst>
                <a:ext uri="{FF2B5EF4-FFF2-40B4-BE49-F238E27FC236}">
                  <a16:creationId xmlns:a16="http://schemas.microsoft.com/office/drawing/2014/main" id="{1577164F-E008-3CC6-4C46-1C9F16DDB672}"/>
                </a:ext>
              </a:extLst>
            </p:cNvPr>
            <p:cNvSpPr/>
            <p:nvPr/>
          </p:nvSpPr>
          <p:spPr>
            <a:xfrm>
              <a:off x="4962275" y="2269350"/>
              <a:ext cx="684225" cy="636250"/>
            </a:xfrm>
            <a:custGeom>
              <a:avLst/>
              <a:gdLst/>
              <a:ahLst/>
              <a:cxnLst/>
              <a:rect l="l" t="t" r="r" b="b"/>
              <a:pathLst>
                <a:path w="27369" h="25450" extrusionOk="0">
                  <a:moveTo>
                    <a:pt x="13657" y="0"/>
                  </a:moveTo>
                  <a:cubicBezTo>
                    <a:pt x="7547" y="0"/>
                    <a:pt x="2140" y="4453"/>
                    <a:pt x="1143" y="10674"/>
                  </a:cubicBezTo>
                  <a:cubicBezTo>
                    <a:pt x="1" y="17622"/>
                    <a:pt x="4731" y="24146"/>
                    <a:pt x="11646" y="25287"/>
                  </a:cubicBezTo>
                  <a:cubicBezTo>
                    <a:pt x="12330" y="25397"/>
                    <a:pt x="13010" y="25450"/>
                    <a:pt x="13682" y="25450"/>
                  </a:cubicBezTo>
                  <a:cubicBezTo>
                    <a:pt x="19827" y="25450"/>
                    <a:pt x="25231" y="21015"/>
                    <a:pt x="26260" y="14751"/>
                  </a:cubicBezTo>
                  <a:cubicBezTo>
                    <a:pt x="27369" y="7836"/>
                    <a:pt x="22672" y="1279"/>
                    <a:pt x="15724" y="170"/>
                  </a:cubicBezTo>
                  <a:cubicBezTo>
                    <a:pt x="15029" y="56"/>
                    <a:pt x="14339" y="0"/>
                    <a:pt x="136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3">
              <a:extLst>
                <a:ext uri="{FF2B5EF4-FFF2-40B4-BE49-F238E27FC236}">
                  <a16:creationId xmlns:a16="http://schemas.microsoft.com/office/drawing/2014/main" id="{2724ECD3-6542-302D-52AA-C3CE2FF5C993}"/>
                </a:ext>
              </a:extLst>
            </p:cNvPr>
            <p:cNvSpPr/>
            <p:nvPr/>
          </p:nvSpPr>
          <p:spPr>
            <a:xfrm>
              <a:off x="3034450" y="1291950"/>
              <a:ext cx="2450600" cy="2192475"/>
            </a:xfrm>
            <a:custGeom>
              <a:avLst/>
              <a:gdLst/>
              <a:ahLst/>
              <a:cxnLst/>
              <a:rect l="l" t="t" r="r" b="b"/>
              <a:pathLst>
                <a:path w="98024" h="87699" extrusionOk="0">
                  <a:moveTo>
                    <a:pt x="42598" y="0"/>
                  </a:moveTo>
                  <a:cubicBezTo>
                    <a:pt x="32553" y="0"/>
                    <a:pt x="22974" y="3506"/>
                    <a:pt x="15821" y="10659"/>
                  </a:cubicBezTo>
                  <a:cubicBezTo>
                    <a:pt x="1" y="26479"/>
                    <a:pt x="2023" y="54173"/>
                    <a:pt x="20355" y="72506"/>
                  </a:cubicBezTo>
                  <a:cubicBezTo>
                    <a:pt x="30382" y="82550"/>
                    <a:pt x="43228" y="87698"/>
                    <a:pt x="55396" y="87698"/>
                  </a:cubicBezTo>
                  <a:cubicBezTo>
                    <a:pt x="65438" y="87698"/>
                    <a:pt x="75017" y="84193"/>
                    <a:pt x="82170" y="77040"/>
                  </a:cubicBezTo>
                  <a:cubicBezTo>
                    <a:pt x="98023" y="61187"/>
                    <a:pt x="96001" y="33525"/>
                    <a:pt x="77668" y="15193"/>
                  </a:cubicBezTo>
                  <a:cubicBezTo>
                    <a:pt x="67624" y="5149"/>
                    <a:pt x="54770" y="0"/>
                    <a:pt x="42598" y="0"/>
                  </a:cubicBezTo>
                  <a:close/>
                </a:path>
              </a:pathLst>
            </a:custGeom>
            <a:solidFill>
              <a:srgbClr val="E2B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3">
              <a:extLst>
                <a:ext uri="{FF2B5EF4-FFF2-40B4-BE49-F238E27FC236}">
                  <a16:creationId xmlns:a16="http://schemas.microsoft.com/office/drawing/2014/main" id="{5AD9AF66-4791-3619-7413-49E2BD1185E2}"/>
                </a:ext>
              </a:extLst>
            </p:cNvPr>
            <p:cNvSpPr/>
            <p:nvPr/>
          </p:nvSpPr>
          <p:spPr>
            <a:xfrm>
              <a:off x="3034450" y="1343925"/>
              <a:ext cx="1103400" cy="2104000"/>
            </a:xfrm>
            <a:custGeom>
              <a:avLst/>
              <a:gdLst/>
              <a:ahLst/>
              <a:cxnLst/>
              <a:rect l="l" t="t" r="r" b="b"/>
              <a:pathLst>
                <a:path w="44136" h="84160" extrusionOk="0">
                  <a:moveTo>
                    <a:pt x="29652" y="1"/>
                  </a:moveTo>
                  <a:lnTo>
                    <a:pt x="29652" y="1"/>
                  </a:lnTo>
                  <a:cubicBezTo>
                    <a:pt x="24531" y="1762"/>
                    <a:pt x="19801" y="4600"/>
                    <a:pt x="15821" y="8580"/>
                  </a:cubicBezTo>
                  <a:cubicBezTo>
                    <a:pt x="1" y="24400"/>
                    <a:pt x="2023" y="52094"/>
                    <a:pt x="20355" y="70427"/>
                  </a:cubicBezTo>
                  <a:cubicBezTo>
                    <a:pt x="27336" y="77375"/>
                    <a:pt x="35621" y="81974"/>
                    <a:pt x="44135" y="84160"/>
                  </a:cubicBezTo>
                  <a:cubicBezTo>
                    <a:pt x="17517" y="63414"/>
                    <a:pt x="19899" y="22932"/>
                    <a:pt x="29652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3">
              <a:extLst>
                <a:ext uri="{FF2B5EF4-FFF2-40B4-BE49-F238E27FC236}">
                  <a16:creationId xmlns:a16="http://schemas.microsoft.com/office/drawing/2014/main" id="{EDB26E24-4323-A610-FC55-4E588D1134F2}"/>
                </a:ext>
              </a:extLst>
            </p:cNvPr>
            <p:cNvSpPr/>
            <p:nvPr/>
          </p:nvSpPr>
          <p:spPr>
            <a:xfrm>
              <a:off x="3571875" y="1291550"/>
              <a:ext cx="1897675" cy="1784525"/>
            </a:xfrm>
            <a:custGeom>
              <a:avLst/>
              <a:gdLst/>
              <a:ahLst/>
              <a:cxnLst/>
              <a:rect l="l" t="t" r="r" b="b"/>
              <a:pathLst>
                <a:path w="75907" h="71381" extrusionOk="0">
                  <a:moveTo>
                    <a:pt x="21129" y="1"/>
                  </a:moveTo>
                  <a:cubicBezTo>
                    <a:pt x="13540" y="1"/>
                    <a:pt x="6214" y="2003"/>
                    <a:pt x="0" y="6075"/>
                  </a:cubicBezTo>
                  <a:cubicBezTo>
                    <a:pt x="8905" y="17035"/>
                    <a:pt x="27172" y="26299"/>
                    <a:pt x="43123" y="28257"/>
                  </a:cubicBezTo>
                  <a:cubicBezTo>
                    <a:pt x="45081" y="44208"/>
                    <a:pt x="54345" y="62475"/>
                    <a:pt x="65305" y="71380"/>
                  </a:cubicBezTo>
                  <a:cubicBezTo>
                    <a:pt x="75906" y="55201"/>
                    <a:pt x="72481" y="31486"/>
                    <a:pt x="56171" y="15176"/>
                  </a:cubicBezTo>
                  <a:cubicBezTo>
                    <a:pt x="46146" y="5151"/>
                    <a:pt x="33299" y="1"/>
                    <a:pt x="21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3">
              <a:extLst>
                <a:ext uri="{FF2B5EF4-FFF2-40B4-BE49-F238E27FC236}">
                  <a16:creationId xmlns:a16="http://schemas.microsoft.com/office/drawing/2014/main" id="{4D613801-CF75-A85D-BBB5-ED8A96CADAF6}"/>
                </a:ext>
              </a:extLst>
            </p:cNvPr>
            <p:cNvSpPr/>
            <p:nvPr/>
          </p:nvSpPr>
          <p:spPr>
            <a:xfrm>
              <a:off x="3345975" y="1931775"/>
              <a:ext cx="485250" cy="430375"/>
            </a:xfrm>
            <a:custGeom>
              <a:avLst/>
              <a:gdLst/>
              <a:ahLst/>
              <a:cxnLst/>
              <a:rect l="l" t="t" r="r" b="b"/>
              <a:pathLst>
                <a:path w="19410" h="17215" extrusionOk="0">
                  <a:moveTo>
                    <a:pt x="7784" y="1"/>
                  </a:moveTo>
                  <a:cubicBezTo>
                    <a:pt x="5948" y="1"/>
                    <a:pt x="4236" y="612"/>
                    <a:pt x="2969" y="1865"/>
                  </a:cubicBezTo>
                  <a:cubicBezTo>
                    <a:pt x="0" y="4833"/>
                    <a:pt x="620" y="10248"/>
                    <a:pt x="4339" y="13967"/>
                  </a:cubicBezTo>
                  <a:cubicBezTo>
                    <a:pt x="6473" y="16101"/>
                    <a:pt x="9167" y="17215"/>
                    <a:pt x="11635" y="17215"/>
                  </a:cubicBezTo>
                  <a:cubicBezTo>
                    <a:pt x="13468" y="17215"/>
                    <a:pt x="15176" y="16601"/>
                    <a:pt x="16441" y="15337"/>
                  </a:cubicBezTo>
                  <a:cubicBezTo>
                    <a:pt x="19409" y="12368"/>
                    <a:pt x="18789" y="6953"/>
                    <a:pt x="15071" y="3235"/>
                  </a:cubicBezTo>
                  <a:cubicBezTo>
                    <a:pt x="12939" y="1103"/>
                    <a:pt x="10250" y="1"/>
                    <a:pt x="7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3">
              <a:extLst>
                <a:ext uri="{FF2B5EF4-FFF2-40B4-BE49-F238E27FC236}">
                  <a16:creationId xmlns:a16="http://schemas.microsoft.com/office/drawing/2014/main" id="{64342F3D-FD76-5EC8-EDA6-C658FBE32ED0}"/>
                </a:ext>
              </a:extLst>
            </p:cNvPr>
            <p:cNvSpPr/>
            <p:nvPr/>
          </p:nvSpPr>
          <p:spPr>
            <a:xfrm>
              <a:off x="4258500" y="2843975"/>
              <a:ext cx="485250" cy="429900"/>
            </a:xfrm>
            <a:custGeom>
              <a:avLst/>
              <a:gdLst/>
              <a:ahLst/>
              <a:cxnLst/>
              <a:rect l="l" t="t" r="r" b="b"/>
              <a:pathLst>
                <a:path w="19410" h="17196" extrusionOk="0">
                  <a:moveTo>
                    <a:pt x="7775" y="0"/>
                  </a:moveTo>
                  <a:cubicBezTo>
                    <a:pt x="5942" y="0"/>
                    <a:pt x="4234" y="614"/>
                    <a:pt x="2969" y="1878"/>
                  </a:cubicBezTo>
                  <a:cubicBezTo>
                    <a:pt x="1" y="4814"/>
                    <a:pt x="621" y="10229"/>
                    <a:pt x="4339" y="13948"/>
                  </a:cubicBezTo>
                  <a:cubicBezTo>
                    <a:pt x="6474" y="16082"/>
                    <a:pt x="9167" y="17196"/>
                    <a:pt x="11636" y="17196"/>
                  </a:cubicBezTo>
                  <a:cubicBezTo>
                    <a:pt x="13468" y="17196"/>
                    <a:pt x="15177" y="16582"/>
                    <a:pt x="16441" y="15318"/>
                  </a:cubicBezTo>
                  <a:cubicBezTo>
                    <a:pt x="19410" y="12349"/>
                    <a:pt x="18790" y="6967"/>
                    <a:pt x="15071" y="3248"/>
                  </a:cubicBezTo>
                  <a:cubicBezTo>
                    <a:pt x="12937" y="1114"/>
                    <a:pt x="10244" y="0"/>
                    <a:pt x="77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9496093A-EC98-D8A6-0C3F-AD4019A7095F}"/>
                </a:ext>
              </a:extLst>
            </p:cNvPr>
            <p:cNvSpPr/>
            <p:nvPr/>
          </p:nvSpPr>
          <p:spPr>
            <a:xfrm>
              <a:off x="1190625" y="238225"/>
              <a:ext cx="5251000" cy="5219100"/>
            </a:xfrm>
            <a:custGeom>
              <a:avLst/>
              <a:gdLst/>
              <a:ahLst/>
              <a:cxnLst/>
              <a:rect l="l" t="t" r="r" b="b"/>
              <a:pathLst>
                <a:path w="210040" h="208764" extrusionOk="0">
                  <a:moveTo>
                    <a:pt x="114789" y="34508"/>
                  </a:moveTo>
                  <a:cubicBezTo>
                    <a:pt x="118475" y="34508"/>
                    <a:pt x="121705" y="36563"/>
                    <a:pt x="123336" y="39629"/>
                  </a:cubicBezTo>
                  <a:cubicBezTo>
                    <a:pt x="120992" y="39281"/>
                    <a:pt x="118653" y="39107"/>
                    <a:pt x="116338" y="39107"/>
                  </a:cubicBezTo>
                  <a:cubicBezTo>
                    <a:pt x="112788" y="39107"/>
                    <a:pt x="109293" y="39518"/>
                    <a:pt x="105917" y="40347"/>
                  </a:cubicBezTo>
                  <a:cubicBezTo>
                    <a:pt x="107417" y="36922"/>
                    <a:pt x="110810" y="34508"/>
                    <a:pt x="114789" y="34508"/>
                  </a:cubicBezTo>
                  <a:close/>
                  <a:moveTo>
                    <a:pt x="107580" y="69484"/>
                  </a:moveTo>
                  <a:cubicBezTo>
                    <a:pt x="106797" y="69484"/>
                    <a:pt x="106015" y="69786"/>
                    <a:pt x="105427" y="70390"/>
                  </a:cubicBezTo>
                  <a:lnTo>
                    <a:pt x="103046" y="72771"/>
                  </a:lnTo>
                  <a:cubicBezTo>
                    <a:pt x="101839" y="73945"/>
                    <a:pt x="101839" y="75902"/>
                    <a:pt x="103046" y="77077"/>
                  </a:cubicBezTo>
                  <a:cubicBezTo>
                    <a:pt x="103633" y="77664"/>
                    <a:pt x="104416" y="77990"/>
                    <a:pt x="105199" y="77990"/>
                  </a:cubicBezTo>
                  <a:cubicBezTo>
                    <a:pt x="105982" y="77990"/>
                    <a:pt x="106765" y="77664"/>
                    <a:pt x="107385" y="77077"/>
                  </a:cubicBezTo>
                  <a:lnTo>
                    <a:pt x="109733" y="74695"/>
                  </a:lnTo>
                  <a:cubicBezTo>
                    <a:pt x="110940" y="73521"/>
                    <a:pt x="110940" y="71564"/>
                    <a:pt x="109733" y="70390"/>
                  </a:cubicBezTo>
                  <a:cubicBezTo>
                    <a:pt x="109146" y="69786"/>
                    <a:pt x="108363" y="69484"/>
                    <a:pt x="107580" y="69484"/>
                  </a:cubicBezTo>
                  <a:close/>
                  <a:moveTo>
                    <a:pt x="115627" y="82515"/>
                  </a:moveTo>
                  <a:cubicBezTo>
                    <a:pt x="114034" y="82515"/>
                    <a:pt x="112697" y="83746"/>
                    <a:pt x="112604" y="85362"/>
                  </a:cubicBezTo>
                  <a:cubicBezTo>
                    <a:pt x="112408" y="88298"/>
                    <a:pt x="113452" y="91169"/>
                    <a:pt x="115540" y="93224"/>
                  </a:cubicBezTo>
                  <a:cubicBezTo>
                    <a:pt x="117432" y="95148"/>
                    <a:pt x="120008" y="96192"/>
                    <a:pt x="122716" y="96192"/>
                  </a:cubicBezTo>
                  <a:cubicBezTo>
                    <a:pt x="122944" y="96192"/>
                    <a:pt x="123173" y="96192"/>
                    <a:pt x="123401" y="96159"/>
                  </a:cubicBezTo>
                  <a:cubicBezTo>
                    <a:pt x="125097" y="96062"/>
                    <a:pt x="126369" y="94594"/>
                    <a:pt x="126239" y="92897"/>
                  </a:cubicBezTo>
                  <a:cubicBezTo>
                    <a:pt x="126145" y="91294"/>
                    <a:pt x="124778" y="90054"/>
                    <a:pt x="123160" y="90054"/>
                  </a:cubicBezTo>
                  <a:cubicBezTo>
                    <a:pt x="123099" y="90054"/>
                    <a:pt x="123038" y="90056"/>
                    <a:pt x="122977" y="90059"/>
                  </a:cubicBezTo>
                  <a:cubicBezTo>
                    <a:pt x="122869" y="90069"/>
                    <a:pt x="122761" y="90073"/>
                    <a:pt x="122653" y="90073"/>
                  </a:cubicBezTo>
                  <a:cubicBezTo>
                    <a:pt x="121622" y="90073"/>
                    <a:pt x="120616" y="89653"/>
                    <a:pt x="119878" y="88885"/>
                  </a:cubicBezTo>
                  <a:cubicBezTo>
                    <a:pt x="119030" y="88070"/>
                    <a:pt x="118606" y="86928"/>
                    <a:pt x="118704" y="85786"/>
                  </a:cubicBezTo>
                  <a:cubicBezTo>
                    <a:pt x="118802" y="84090"/>
                    <a:pt x="117529" y="82622"/>
                    <a:pt x="115866" y="82524"/>
                  </a:cubicBezTo>
                  <a:cubicBezTo>
                    <a:pt x="115786" y="82518"/>
                    <a:pt x="115706" y="82515"/>
                    <a:pt x="115627" y="82515"/>
                  </a:cubicBezTo>
                  <a:close/>
                  <a:moveTo>
                    <a:pt x="169167" y="85460"/>
                  </a:moveTo>
                  <a:lnTo>
                    <a:pt x="169167" y="85460"/>
                  </a:lnTo>
                  <a:cubicBezTo>
                    <a:pt x="170080" y="85949"/>
                    <a:pt x="170895" y="86569"/>
                    <a:pt x="171613" y="87319"/>
                  </a:cubicBezTo>
                  <a:cubicBezTo>
                    <a:pt x="171678" y="87385"/>
                    <a:pt x="171711" y="87417"/>
                    <a:pt x="171776" y="87482"/>
                  </a:cubicBezTo>
                  <a:cubicBezTo>
                    <a:pt x="173309" y="89211"/>
                    <a:pt x="174255" y="91462"/>
                    <a:pt x="174255" y="93974"/>
                  </a:cubicBezTo>
                  <a:cubicBezTo>
                    <a:pt x="174255" y="97921"/>
                    <a:pt x="171874" y="101313"/>
                    <a:pt x="168482" y="102814"/>
                  </a:cubicBezTo>
                  <a:cubicBezTo>
                    <a:pt x="169525" y="98443"/>
                    <a:pt x="169917" y="93778"/>
                    <a:pt x="169558" y="88950"/>
                  </a:cubicBezTo>
                  <a:cubicBezTo>
                    <a:pt x="169460" y="87776"/>
                    <a:pt x="169330" y="86602"/>
                    <a:pt x="169167" y="85460"/>
                  </a:cubicBezTo>
                  <a:close/>
                  <a:moveTo>
                    <a:pt x="136221" y="98125"/>
                  </a:moveTo>
                  <a:cubicBezTo>
                    <a:pt x="135438" y="98125"/>
                    <a:pt x="134655" y="98426"/>
                    <a:pt x="134068" y="99030"/>
                  </a:cubicBezTo>
                  <a:lnTo>
                    <a:pt x="131686" y="101379"/>
                  </a:lnTo>
                  <a:cubicBezTo>
                    <a:pt x="130479" y="102585"/>
                    <a:pt x="130479" y="104510"/>
                    <a:pt x="131686" y="105717"/>
                  </a:cubicBezTo>
                  <a:cubicBezTo>
                    <a:pt x="132274" y="106304"/>
                    <a:pt x="133056" y="106598"/>
                    <a:pt x="133839" y="106598"/>
                  </a:cubicBezTo>
                  <a:cubicBezTo>
                    <a:pt x="134622" y="106598"/>
                    <a:pt x="135405" y="106304"/>
                    <a:pt x="135992" y="105717"/>
                  </a:cubicBezTo>
                  <a:lnTo>
                    <a:pt x="138373" y="103336"/>
                  </a:lnTo>
                  <a:cubicBezTo>
                    <a:pt x="139580" y="102161"/>
                    <a:pt x="139580" y="100204"/>
                    <a:pt x="138373" y="99030"/>
                  </a:cubicBezTo>
                  <a:cubicBezTo>
                    <a:pt x="137786" y="98426"/>
                    <a:pt x="137003" y="98125"/>
                    <a:pt x="136221" y="98125"/>
                  </a:cubicBezTo>
                  <a:close/>
                  <a:moveTo>
                    <a:pt x="28953" y="78902"/>
                  </a:moveTo>
                  <a:cubicBezTo>
                    <a:pt x="30527" y="78902"/>
                    <a:pt x="32112" y="79390"/>
                    <a:pt x="33468" y="80404"/>
                  </a:cubicBezTo>
                  <a:cubicBezTo>
                    <a:pt x="43450" y="87841"/>
                    <a:pt x="56432" y="93974"/>
                    <a:pt x="68306" y="97040"/>
                  </a:cubicBezTo>
                  <a:lnTo>
                    <a:pt x="50593" y="107120"/>
                  </a:lnTo>
                  <a:cubicBezTo>
                    <a:pt x="41068" y="103270"/>
                    <a:pt x="32033" y="98280"/>
                    <a:pt x="24400" y="92604"/>
                  </a:cubicBezTo>
                  <a:cubicBezTo>
                    <a:pt x="22769" y="91364"/>
                    <a:pt x="21725" y="89603"/>
                    <a:pt x="21399" y="87613"/>
                  </a:cubicBezTo>
                  <a:cubicBezTo>
                    <a:pt x="21105" y="85591"/>
                    <a:pt x="21627" y="83601"/>
                    <a:pt x="22834" y="81970"/>
                  </a:cubicBezTo>
                  <a:cubicBezTo>
                    <a:pt x="24332" y="79966"/>
                    <a:pt x="26630" y="78902"/>
                    <a:pt x="28953" y="78902"/>
                  </a:cubicBezTo>
                  <a:close/>
                  <a:moveTo>
                    <a:pt x="116355" y="45207"/>
                  </a:moveTo>
                  <a:cubicBezTo>
                    <a:pt x="127739" y="45207"/>
                    <a:pt x="139841" y="50067"/>
                    <a:pt x="149269" y="59495"/>
                  </a:cubicBezTo>
                  <a:cubicBezTo>
                    <a:pt x="162512" y="72738"/>
                    <a:pt x="166720" y="91201"/>
                    <a:pt x="161175" y="105652"/>
                  </a:cubicBezTo>
                  <a:cubicBezTo>
                    <a:pt x="160751" y="106696"/>
                    <a:pt x="160294" y="107739"/>
                    <a:pt x="159805" y="108718"/>
                  </a:cubicBezTo>
                  <a:cubicBezTo>
                    <a:pt x="150671" y="99715"/>
                    <a:pt x="143136" y="84090"/>
                    <a:pt x="141407" y="69998"/>
                  </a:cubicBezTo>
                  <a:cubicBezTo>
                    <a:pt x="141244" y="68628"/>
                    <a:pt x="140135" y="67519"/>
                    <a:pt x="138765" y="67356"/>
                  </a:cubicBezTo>
                  <a:cubicBezTo>
                    <a:pt x="124641" y="65627"/>
                    <a:pt x="109016" y="58092"/>
                    <a:pt x="100045" y="48958"/>
                  </a:cubicBezTo>
                  <a:cubicBezTo>
                    <a:pt x="101024" y="48469"/>
                    <a:pt x="102035" y="48012"/>
                    <a:pt x="103079" y="47621"/>
                  </a:cubicBezTo>
                  <a:cubicBezTo>
                    <a:pt x="103111" y="47588"/>
                    <a:pt x="103144" y="47588"/>
                    <a:pt x="103144" y="47588"/>
                  </a:cubicBezTo>
                  <a:cubicBezTo>
                    <a:pt x="107287" y="45990"/>
                    <a:pt x="111788" y="45207"/>
                    <a:pt x="116355" y="45207"/>
                  </a:cubicBezTo>
                  <a:close/>
                  <a:moveTo>
                    <a:pt x="180062" y="90875"/>
                  </a:moveTo>
                  <a:lnTo>
                    <a:pt x="180062" y="90875"/>
                  </a:lnTo>
                  <a:cubicBezTo>
                    <a:pt x="189456" y="95376"/>
                    <a:pt x="197350" y="103727"/>
                    <a:pt x="202374" y="114655"/>
                  </a:cubicBezTo>
                  <a:cubicBezTo>
                    <a:pt x="203059" y="116155"/>
                    <a:pt x="202406" y="117982"/>
                    <a:pt x="200873" y="118700"/>
                  </a:cubicBezTo>
                  <a:lnTo>
                    <a:pt x="190728" y="123430"/>
                  </a:lnTo>
                  <a:cubicBezTo>
                    <a:pt x="190312" y="123630"/>
                    <a:pt x="189878" y="123727"/>
                    <a:pt x="189445" y="123727"/>
                  </a:cubicBezTo>
                  <a:cubicBezTo>
                    <a:pt x="189030" y="123727"/>
                    <a:pt x="188615" y="123638"/>
                    <a:pt x="188217" y="123462"/>
                  </a:cubicBezTo>
                  <a:cubicBezTo>
                    <a:pt x="187369" y="123071"/>
                    <a:pt x="186781" y="122418"/>
                    <a:pt x="186520" y="121538"/>
                  </a:cubicBezTo>
                  <a:cubicBezTo>
                    <a:pt x="184433" y="114687"/>
                    <a:pt x="179833" y="108522"/>
                    <a:pt x="176310" y="104510"/>
                  </a:cubicBezTo>
                  <a:cubicBezTo>
                    <a:pt x="178855" y="101705"/>
                    <a:pt x="180388" y="98019"/>
                    <a:pt x="180388" y="93974"/>
                  </a:cubicBezTo>
                  <a:cubicBezTo>
                    <a:pt x="180388" y="92897"/>
                    <a:pt x="180290" y="91854"/>
                    <a:pt x="180062" y="90875"/>
                  </a:cubicBezTo>
                  <a:close/>
                  <a:moveTo>
                    <a:pt x="94761" y="52318"/>
                  </a:moveTo>
                  <a:cubicBezTo>
                    <a:pt x="104090" y="62267"/>
                    <a:pt x="120498" y="70618"/>
                    <a:pt x="135666" y="73097"/>
                  </a:cubicBezTo>
                  <a:cubicBezTo>
                    <a:pt x="138145" y="88265"/>
                    <a:pt x="146496" y="104673"/>
                    <a:pt x="156445" y="114002"/>
                  </a:cubicBezTo>
                  <a:cubicBezTo>
                    <a:pt x="155629" y="115046"/>
                    <a:pt x="154749" y="116057"/>
                    <a:pt x="153803" y="117003"/>
                  </a:cubicBezTo>
                  <a:cubicBezTo>
                    <a:pt x="147246" y="123560"/>
                    <a:pt x="138439" y="126789"/>
                    <a:pt x="129175" y="126789"/>
                  </a:cubicBezTo>
                  <a:cubicBezTo>
                    <a:pt x="117790" y="126789"/>
                    <a:pt x="105721" y="121929"/>
                    <a:pt x="96261" y="112502"/>
                  </a:cubicBezTo>
                  <a:cubicBezTo>
                    <a:pt x="90520" y="106728"/>
                    <a:pt x="86345" y="99911"/>
                    <a:pt x="84029" y="92636"/>
                  </a:cubicBezTo>
                  <a:cubicBezTo>
                    <a:pt x="83996" y="92506"/>
                    <a:pt x="83964" y="92375"/>
                    <a:pt x="83931" y="92245"/>
                  </a:cubicBezTo>
                  <a:cubicBezTo>
                    <a:pt x="82952" y="89081"/>
                    <a:pt x="82333" y="85851"/>
                    <a:pt x="82072" y="82557"/>
                  </a:cubicBezTo>
                  <a:cubicBezTo>
                    <a:pt x="81289" y="71792"/>
                    <a:pt x="84714" y="61974"/>
                    <a:pt x="91760" y="54960"/>
                  </a:cubicBezTo>
                  <a:cubicBezTo>
                    <a:pt x="92706" y="54014"/>
                    <a:pt x="93717" y="53134"/>
                    <a:pt x="94761" y="52318"/>
                  </a:cubicBezTo>
                  <a:close/>
                  <a:moveTo>
                    <a:pt x="29325" y="140849"/>
                  </a:moveTo>
                  <a:cubicBezTo>
                    <a:pt x="31707" y="145350"/>
                    <a:pt x="34447" y="149623"/>
                    <a:pt x="37513" y="153636"/>
                  </a:cubicBezTo>
                  <a:cubicBezTo>
                    <a:pt x="29978" y="158757"/>
                    <a:pt x="21855" y="164596"/>
                    <a:pt x="19083" y="167369"/>
                  </a:cubicBezTo>
                  <a:cubicBezTo>
                    <a:pt x="17647" y="168804"/>
                    <a:pt x="15755" y="169619"/>
                    <a:pt x="13700" y="169619"/>
                  </a:cubicBezTo>
                  <a:cubicBezTo>
                    <a:pt x="11678" y="169619"/>
                    <a:pt x="9786" y="168804"/>
                    <a:pt x="8351" y="167369"/>
                  </a:cubicBezTo>
                  <a:cubicBezTo>
                    <a:pt x="6915" y="165933"/>
                    <a:pt x="6133" y="164041"/>
                    <a:pt x="6133" y="162019"/>
                  </a:cubicBezTo>
                  <a:cubicBezTo>
                    <a:pt x="6133" y="159996"/>
                    <a:pt x="6915" y="158072"/>
                    <a:pt x="8351" y="156637"/>
                  </a:cubicBezTo>
                  <a:cubicBezTo>
                    <a:pt x="11547" y="153440"/>
                    <a:pt x="19083" y="147764"/>
                    <a:pt x="29325" y="140849"/>
                  </a:cubicBezTo>
                  <a:close/>
                  <a:moveTo>
                    <a:pt x="79364" y="97790"/>
                  </a:moveTo>
                  <a:cubicBezTo>
                    <a:pt x="82104" y="104738"/>
                    <a:pt x="86377" y="111230"/>
                    <a:pt x="91955" y="116808"/>
                  </a:cubicBezTo>
                  <a:cubicBezTo>
                    <a:pt x="97533" y="122386"/>
                    <a:pt x="104025" y="126659"/>
                    <a:pt x="110973" y="129366"/>
                  </a:cubicBezTo>
                  <a:lnTo>
                    <a:pt x="86606" y="172229"/>
                  </a:lnTo>
                  <a:cubicBezTo>
                    <a:pt x="84933" y="175179"/>
                    <a:pt x="81805" y="176872"/>
                    <a:pt x="78588" y="176872"/>
                  </a:cubicBezTo>
                  <a:cubicBezTo>
                    <a:pt x="77287" y="176872"/>
                    <a:pt x="75972" y="176595"/>
                    <a:pt x="74732" y="176013"/>
                  </a:cubicBezTo>
                  <a:cubicBezTo>
                    <a:pt x="56269" y="167401"/>
                    <a:pt x="41362" y="152494"/>
                    <a:pt x="32750" y="134031"/>
                  </a:cubicBezTo>
                  <a:cubicBezTo>
                    <a:pt x="30728" y="129725"/>
                    <a:pt x="32392" y="124506"/>
                    <a:pt x="36534" y="122157"/>
                  </a:cubicBezTo>
                  <a:lnTo>
                    <a:pt x="79364" y="97790"/>
                  </a:lnTo>
                  <a:close/>
                  <a:moveTo>
                    <a:pt x="53268" y="169815"/>
                  </a:moveTo>
                  <a:cubicBezTo>
                    <a:pt x="57215" y="172979"/>
                    <a:pt x="61456" y="175817"/>
                    <a:pt x="65892" y="178329"/>
                  </a:cubicBezTo>
                  <a:cubicBezTo>
                    <a:pt x="62010" y="183287"/>
                    <a:pt x="56791" y="190692"/>
                    <a:pt x="53758" y="197966"/>
                  </a:cubicBezTo>
                  <a:cubicBezTo>
                    <a:pt x="52583" y="200804"/>
                    <a:pt x="49843" y="202631"/>
                    <a:pt x="46744" y="202631"/>
                  </a:cubicBezTo>
                  <a:cubicBezTo>
                    <a:pt x="45733" y="202631"/>
                    <a:pt x="44754" y="202435"/>
                    <a:pt x="43841" y="202076"/>
                  </a:cubicBezTo>
                  <a:cubicBezTo>
                    <a:pt x="41949" y="201293"/>
                    <a:pt x="40514" y="199825"/>
                    <a:pt x="39731" y="197933"/>
                  </a:cubicBezTo>
                  <a:cubicBezTo>
                    <a:pt x="38948" y="196074"/>
                    <a:pt x="38948" y="194019"/>
                    <a:pt x="39731" y="192127"/>
                  </a:cubicBezTo>
                  <a:cubicBezTo>
                    <a:pt x="43156" y="183874"/>
                    <a:pt x="48669" y="175784"/>
                    <a:pt x="53268" y="169815"/>
                  </a:cubicBezTo>
                  <a:close/>
                  <a:moveTo>
                    <a:pt x="92840" y="1"/>
                  </a:moveTo>
                  <a:cubicBezTo>
                    <a:pt x="89384" y="1"/>
                    <a:pt x="86065" y="1972"/>
                    <a:pt x="84518" y="5280"/>
                  </a:cubicBezTo>
                  <a:lnTo>
                    <a:pt x="83148" y="8249"/>
                  </a:lnTo>
                  <a:cubicBezTo>
                    <a:pt x="82430" y="9782"/>
                    <a:pt x="83083" y="11609"/>
                    <a:pt x="84616" y="12326"/>
                  </a:cubicBezTo>
                  <a:cubicBezTo>
                    <a:pt x="85038" y="12524"/>
                    <a:pt x="85483" y="12618"/>
                    <a:pt x="85920" y="12618"/>
                  </a:cubicBezTo>
                  <a:cubicBezTo>
                    <a:pt x="87071" y="12618"/>
                    <a:pt x="88173" y="11969"/>
                    <a:pt x="88693" y="10858"/>
                  </a:cubicBezTo>
                  <a:lnTo>
                    <a:pt x="90063" y="7890"/>
                  </a:lnTo>
                  <a:cubicBezTo>
                    <a:pt x="90588" y="6768"/>
                    <a:pt x="91690" y="6118"/>
                    <a:pt x="92843" y="6118"/>
                  </a:cubicBezTo>
                  <a:cubicBezTo>
                    <a:pt x="93267" y="6118"/>
                    <a:pt x="93697" y="6206"/>
                    <a:pt x="94108" y="6389"/>
                  </a:cubicBezTo>
                  <a:cubicBezTo>
                    <a:pt x="105036" y="11413"/>
                    <a:pt x="113387" y="19307"/>
                    <a:pt x="117888" y="28701"/>
                  </a:cubicBezTo>
                  <a:cubicBezTo>
                    <a:pt x="116910" y="28473"/>
                    <a:pt x="115866" y="28375"/>
                    <a:pt x="114789" y="28375"/>
                  </a:cubicBezTo>
                  <a:cubicBezTo>
                    <a:pt x="110744" y="28375"/>
                    <a:pt x="107058" y="29908"/>
                    <a:pt x="104253" y="32453"/>
                  </a:cubicBezTo>
                  <a:cubicBezTo>
                    <a:pt x="100241" y="28930"/>
                    <a:pt x="94076" y="24330"/>
                    <a:pt x="87226" y="22243"/>
                  </a:cubicBezTo>
                  <a:cubicBezTo>
                    <a:pt x="86377" y="21982"/>
                    <a:pt x="85888" y="21460"/>
                    <a:pt x="85595" y="21068"/>
                  </a:cubicBezTo>
                  <a:cubicBezTo>
                    <a:pt x="85012" y="20224"/>
                    <a:pt x="84057" y="19764"/>
                    <a:pt x="83090" y="19764"/>
                  </a:cubicBezTo>
                  <a:cubicBezTo>
                    <a:pt x="82487" y="19764"/>
                    <a:pt x="81880" y="19943"/>
                    <a:pt x="81354" y="20318"/>
                  </a:cubicBezTo>
                  <a:cubicBezTo>
                    <a:pt x="79951" y="21264"/>
                    <a:pt x="79625" y="23189"/>
                    <a:pt x="80571" y="24559"/>
                  </a:cubicBezTo>
                  <a:cubicBezTo>
                    <a:pt x="81778" y="26255"/>
                    <a:pt x="83442" y="27495"/>
                    <a:pt x="85431" y="28082"/>
                  </a:cubicBezTo>
                  <a:cubicBezTo>
                    <a:pt x="90096" y="29517"/>
                    <a:pt x="95511" y="32844"/>
                    <a:pt x="100567" y="37346"/>
                  </a:cubicBezTo>
                  <a:cubicBezTo>
                    <a:pt x="99784" y="38977"/>
                    <a:pt x="99262" y="40771"/>
                    <a:pt x="99099" y="42663"/>
                  </a:cubicBezTo>
                  <a:cubicBezTo>
                    <a:pt x="97207" y="43478"/>
                    <a:pt x="95413" y="44457"/>
                    <a:pt x="93684" y="45566"/>
                  </a:cubicBezTo>
                  <a:cubicBezTo>
                    <a:pt x="93619" y="45599"/>
                    <a:pt x="93554" y="45664"/>
                    <a:pt x="93489" y="45696"/>
                  </a:cubicBezTo>
                  <a:cubicBezTo>
                    <a:pt x="91336" y="47099"/>
                    <a:pt x="89313" y="48763"/>
                    <a:pt x="87421" y="50622"/>
                  </a:cubicBezTo>
                  <a:cubicBezTo>
                    <a:pt x="79136" y="58940"/>
                    <a:pt x="75058" y="70422"/>
                    <a:pt x="75972" y="83014"/>
                  </a:cubicBezTo>
                  <a:cubicBezTo>
                    <a:pt x="76200" y="85982"/>
                    <a:pt x="76689" y="88950"/>
                    <a:pt x="77440" y="91854"/>
                  </a:cubicBezTo>
                  <a:lnTo>
                    <a:pt x="76298" y="92506"/>
                  </a:lnTo>
                  <a:cubicBezTo>
                    <a:pt x="63674" y="90516"/>
                    <a:pt x="48408" y="83894"/>
                    <a:pt x="37121" y="75478"/>
                  </a:cubicBezTo>
                  <a:cubicBezTo>
                    <a:pt x="34672" y="73661"/>
                    <a:pt x="31809" y="72785"/>
                    <a:pt x="28968" y="72785"/>
                  </a:cubicBezTo>
                  <a:cubicBezTo>
                    <a:pt x="24772" y="72785"/>
                    <a:pt x="20625" y="74698"/>
                    <a:pt x="17941" y="78316"/>
                  </a:cubicBezTo>
                  <a:cubicBezTo>
                    <a:pt x="15755" y="81252"/>
                    <a:pt x="14842" y="84873"/>
                    <a:pt x="15364" y="88494"/>
                  </a:cubicBezTo>
                  <a:cubicBezTo>
                    <a:pt x="15886" y="92114"/>
                    <a:pt x="17810" y="95311"/>
                    <a:pt x="20746" y="97497"/>
                  </a:cubicBezTo>
                  <a:cubicBezTo>
                    <a:pt x="27596" y="102585"/>
                    <a:pt x="35523" y="107185"/>
                    <a:pt x="43906" y="110936"/>
                  </a:cubicBezTo>
                  <a:lnTo>
                    <a:pt x="33501" y="116840"/>
                  </a:lnTo>
                  <a:cubicBezTo>
                    <a:pt x="27042" y="120526"/>
                    <a:pt x="24204" y="128388"/>
                    <a:pt x="26650" y="135271"/>
                  </a:cubicBezTo>
                  <a:cubicBezTo>
                    <a:pt x="19441" y="140131"/>
                    <a:pt x="8677" y="147666"/>
                    <a:pt x="4012" y="152298"/>
                  </a:cubicBezTo>
                  <a:cubicBezTo>
                    <a:pt x="1435" y="154908"/>
                    <a:pt x="0" y="158333"/>
                    <a:pt x="0" y="162019"/>
                  </a:cubicBezTo>
                  <a:cubicBezTo>
                    <a:pt x="0" y="165672"/>
                    <a:pt x="1435" y="169130"/>
                    <a:pt x="4012" y="171707"/>
                  </a:cubicBezTo>
                  <a:cubicBezTo>
                    <a:pt x="6622" y="174284"/>
                    <a:pt x="10047" y="175719"/>
                    <a:pt x="13700" y="175719"/>
                  </a:cubicBezTo>
                  <a:cubicBezTo>
                    <a:pt x="17386" y="175719"/>
                    <a:pt x="20811" y="174284"/>
                    <a:pt x="23421" y="171707"/>
                  </a:cubicBezTo>
                  <a:cubicBezTo>
                    <a:pt x="25509" y="169619"/>
                    <a:pt x="32587" y="164367"/>
                    <a:pt x="41395" y="158398"/>
                  </a:cubicBezTo>
                  <a:cubicBezTo>
                    <a:pt x="43678" y="161008"/>
                    <a:pt x="46092" y="163487"/>
                    <a:pt x="48636" y="165835"/>
                  </a:cubicBezTo>
                  <a:cubicBezTo>
                    <a:pt x="43743" y="172131"/>
                    <a:pt x="37806" y="180808"/>
                    <a:pt x="34088" y="189778"/>
                  </a:cubicBezTo>
                  <a:cubicBezTo>
                    <a:pt x="32685" y="193171"/>
                    <a:pt x="32685" y="196890"/>
                    <a:pt x="34088" y="200282"/>
                  </a:cubicBezTo>
                  <a:cubicBezTo>
                    <a:pt x="35490" y="203674"/>
                    <a:pt x="38100" y="206317"/>
                    <a:pt x="41492" y="207719"/>
                  </a:cubicBezTo>
                  <a:cubicBezTo>
                    <a:pt x="43156" y="208404"/>
                    <a:pt x="44950" y="208763"/>
                    <a:pt x="46744" y="208763"/>
                  </a:cubicBezTo>
                  <a:cubicBezTo>
                    <a:pt x="52322" y="208763"/>
                    <a:pt x="57280" y="205436"/>
                    <a:pt x="59401" y="200315"/>
                  </a:cubicBezTo>
                  <a:cubicBezTo>
                    <a:pt x="61717" y="194769"/>
                    <a:pt x="65925" y="188050"/>
                    <a:pt x="71405" y="181199"/>
                  </a:cubicBezTo>
                  <a:cubicBezTo>
                    <a:pt x="71666" y="181330"/>
                    <a:pt x="71894" y="181428"/>
                    <a:pt x="72155" y="181558"/>
                  </a:cubicBezTo>
                  <a:cubicBezTo>
                    <a:pt x="74210" y="182537"/>
                    <a:pt x="76396" y="182993"/>
                    <a:pt x="78549" y="182993"/>
                  </a:cubicBezTo>
                  <a:cubicBezTo>
                    <a:pt x="82039" y="182993"/>
                    <a:pt x="85464" y="181787"/>
                    <a:pt x="88204" y="179601"/>
                  </a:cubicBezTo>
                  <a:lnTo>
                    <a:pt x="88204" y="179601"/>
                  </a:lnTo>
                  <a:cubicBezTo>
                    <a:pt x="88041" y="181689"/>
                    <a:pt x="87911" y="183776"/>
                    <a:pt x="87813" y="185799"/>
                  </a:cubicBezTo>
                  <a:cubicBezTo>
                    <a:pt x="87617" y="189452"/>
                    <a:pt x="88857" y="192975"/>
                    <a:pt x="91303" y="195683"/>
                  </a:cubicBezTo>
                  <a:cubicBezTo>
                    <a:pt x="93749" y="198423"/>
                    <a:pt x="97109" y="200021"/>
                    <a:pt x="100763" y="200217"/>
                  </a:cubicBezTo>
                  <a:lnTo>
                    <a:pt x="101513" y="200217"/>
                  </a:lnTo>
                  <a:cubicBezTo>
                    <a:pt x="104514" y="200217"/>
                    <a:pt x="107352" y="199271"/>
                    <a:pt x="109733" y="197477"/>
                  </a:cubicBezTo>
                  <a:cubicBezTo>
                    <a:pt x="111103" y="196465"/>
                    <a:pt x="111364" y="194541"/>
                    <a:pt x="110353" y="193171"/>
                  </a:cubicBezTo>
                  <a:cubicBezTo>
                    <a:pt x="109757" y="192382"/>
                    <a:pt x="108843" y="191968"/>
                    <a:pt x="107919" y="191968"/>
                  </a:cubicBezTo>
                  <a:cubicBezTo>
                    <a:pt x="107276" y="191968"/>
                    <a:pt x="106629" y="192169"/>
                    <a:pt x="106080" y="192584"/>
                  </a:cubicBezTo>
                  <a:cubicBezTo>
                    <a:pt x="104742" y="193595"/>
                    <a:pt x="103177" y="194117"/>
                    <a:pt x="101513" y="194117"/>
                  </a:cubicBezTo>
                  <a:cubicBezTo>
                    <a:pt x="101383" y="194117"/>
                    <a:pt x="101252" y="194117"/>
                    <a:pt x="101089" y="194084"/>
                  </a:cubicBezTo>
                  <a:cubicBezTo>
                    <a:pt x="99067" y="193986"/>
                    <a:pt x="97207" y="193106"/>
                    <a:pt x="95837" y="191605"/>
                  </a:cubicBezTo>
                  <a:cubicBezTo>
                    <a:pt x="94500" y="190105"/>
                    <a:pt x="93815" y="188147"/>
                    <a:pt x="93913" y="186125"/>
                  </a:cubicBezTo>
                  <a:cubicBezTo>
                    <a:pt x="94174" y="181199"/>
                    <a:pt x="94598" y="175980"/>
                    <a:pt x="95022" y="170957"/>
                  </a:cubicBezTo>
                  <a:lnTo>
                    <a:pt x="95120" y="169652"/>
                  </a:lnTo>
                  <a:lnTo>
                    <a:pt x="111397" y="141012"/>
                  </a:lnTo>
                  <a:lnTo>
                    <a:pt x="111397" y="141012"/>
                  </a:lnTo>
                  <a:cubicBezTo>
                    <a:pt x="111919" y="150635"/>
                    <a:pt x="111005" y="161562"/>
                    <a:pt x="110157" y="172196"/>
                  </a:cubicBezTo>
                  <a:cubicBezTo>
                    <a:pt x="109864" y="175458"/>
                    <a:pt x="109635" y="178557"/>
                    <a:pt x="109407" y="181591"/>
                  </a:cubicBezTo>
                  <a:cubicBezTo>
                    <a:pt x="109309" y="183287"/>
                    <a:pt x="110549" y="184755"/>
                    <a:pt x="112245" y="184853"/>
                  </a:cubicBezTo>
                  <a:lnTo>
                    <a:pt x="112473" y="184853"/>
                  </a:lnTo>
                  <a:cubicBezTo>
                    <a:pt x="114072" y="184853"/>
                    <a:pt x="115409" y="183646"/>
                    <a:pt x="115507" y="182015"/>
                  </a:cubicBezTo>
                  <a:cubicBezTo>
                    <a:pt x="115735" y="179014"/>
                    <a:pt x="115964" y="175948"/>
                    <a:pt x="116257" y="172686"/>
                  </a:cubicBezTo>
                  <a:cubicBezTo>
                    <a:pt x="117399" y="158561"/>
                    <a:pt x="118573" y="143980"/>
                    <a:pt x="116583" y="131911"/>
                  </a:cubicBezTo>
                  <a:lnTo>
                    <a:pt x="116910" y="131324"/>
                  </a:lnTo>
                  <a:cubicBezTo>
                    <a:pt x="119813" y="132074"/>
                    <a:pt x="122781" y="132563"/>
                    <a:pt x="125750" y="132759"/>
                  </a:cubicBezTo>
                  <a:cubicBezTo>
                    <a:pt x="126924" y="132857"/>
                    <a:pt x="128098" y="132889"/>
                    <a:pt x="129240" y="132889"/>
                  </a:cubicBezTo>
                  <a:cubicBezTo>
                    <a:pt x="140461" y="132889"/>
                    <a:pt x="150606" y="128877"/>
                    <a:pt x="158141" y="121342"/>
                  </a:cubicBezTo>
                  <a:cubicBezTo>
                    <a:pt x="161534" y="117949"/>
                    <a:pt x="164208" y="114002"/>
                    <a:pt x="166133" y="109664"/>
                  </a:cubicBezTo>
                  <a:cubicBezTo>
                    <a:pt x="168025" y="109501"/>
                    <a:pt x="169786" y="108979"/>
                    <a:pt x="171417" y="108196"/>
                  </a:cubicBezTo>
                  <a:cubicBezTo>
                    <a:pt x="175919" y="113252"/>
                    <a:pt x="179246" y="118667"/>
                    <a:pt x="180681" y="123332"/>
                  </a:cubicBezTo>
                  <a:cubicBezTo>
                    <a:pt x="181432" y="125876"/>
                    <a:pt x="183291" y="127964"/>
                    <a:pt x="185705" y="129040"/>
                  </a:cubicBezTo>
                  <a:cubicBezTo>
                    <a:pt x="186912" y="129562"/>
                    <a:pt x="188184" y="129823"/>
                    <a:pt x="189456" y="129823"/>
                  </a:cubicBezTo>
                  <a:cubicBezTo>
                    <a:pt x="190761" y="129823"/>
                    <a:pt x="192098" y="129529"/>
                    <a:pt x="193305" y="128975"/>
                  </a:cubicBezTo>
                  <a:lnTo>
                    <a:pt x="203483" y="124245"/>
                  </a:lnTo>
                  <a:cubicBezTo>
                    <a:pt x="208017" y="122125"/>
                    <a:pt x="210039" y="116677"/>
                    <a:pt x="207919" y="112110"/>
                  </a:cubicBezTo>
                  <a:cubicBezTo>
                    <a:pt x="201101" y="97236"/>
                    <a:pt x="189358" y="86537"/>
                    <a:pt x="175593" y="82622"/>
                  </a:cubicBezTo>
                  <a:cubicBezTo>
                    <a:pt x="173440" y="80567"/>
                    <a:pt x="170700" y="79067"/>
                    <a:pt x="167633" y="78479"/>
                  </a:cubicBezTo>
                  <a:cubicBezTo>
                    <a:pt x="165122" y="69900"/>
                    <a:pt x="160294" y="61876"/>
                    <a:pt x="153607" y="55156"/>
                  </a:cubicBezTo>
                  <a:cubicBezTo>
                    <a:pt x="146757" y="48306"/>
                    <a:pt x="138667" y="43641"/>
                    <a:pt x="130284" y="41162"/>
                  </a:cubicBezTo>
                  <a:cubicBezTo>
                    <a:pt x="129697" y="38063"/>
                    <a:pt x="128229" y="35323"/>
                    <a:pt x="126141" y="33170"/>
                  </a:cubicBezTo>
                  <a:cubicBezTo>
                    <a:pt x="122227" y="19405"/>
                    <a:pt x="111527" y="7662"/>
                    <a:pt x="96653" y="844"/>
                  </a:cubicBezTo>
                  <a:cubicBezTo>
                    <a:pt x="95418" y="271"/>
                    <a:pt x="94120" y="1"/>
                    <a:pt x="92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33">
            <a:extLst>
              <a:ext uri="{FF2B5EF4-FFF2-40B4-BE49-F238E27FC236}">
                <a16:creationId xmlns:a16="http://schemas.microsoft.com/office/drawing/2014/main" id="{BA557514-E425-214F-8D48-B41B39DF08E6}"/>
              </a:ext>
            </a:extLst>
          </p:cNvPr>
          <p:cNvGrpSpPr/>
          <p:nvPr/>
        </p:nvGrpSpPr>
        <p:grpSpPr>
          <a:xfrm>
            <a:off x="4351856" y="2354071"/>
            <a:ext cx="440314" cy="435265"/>
            <a:chOff x="1160450" y="238325"/>
            <a:chExt cx="5279550" cy="5219000"/>
          </a:xfrm>
        </p:grpSpPr>
        <p:sp>
          <p:nvSpPr>
            <p:cNvPr id="580" name="Google Shape;580;p33">
              <a:extLst>
                <a:ext uri="{FF2B5EF4-FFF2-40B4-BE49-F238E27FC236}">
                  <a16:creationId xmlns:a16="http://schemas.microsoft.com/office/drawing/2014/main" id="{B13931F7-FB19-D004-A6F7-1F4D0011969B}"/>
                </a:ext>
              </a:extLst>
            </p:cNvPr>
            <p:cNvSpPr/>
            <p:nvPr/>
          </p:nvSpPr>
          <p:spPr>
            <a:xfrm>
              <a:off x="4980225" y="724150"/>
              <a:ext cx="1378225" cy="4247950"/>
            </a:xfrm>
            <a:custGeom>
              <a:avLst/>
              <a:gdLst/>
              <a:ahLst/>
              <a:cxnLst/>
              <a:rect l="l" t="t" r="r" b="b"/>
              <a:pathLst>
                <a:path w="55129" h="169918" extrusionOk="0">
                  <a:moveTo>
                    <a:pt x="131" y="0"/>
                  </a:moveTo>
                  <a:lnTo>
                    <a:pt x="1" y="169917"/>
                  </a:lnTo>
                  <a:cubicBezTo>
                    <a:pt x="1002" y="169688"/>
                    <a:pt x="2053" y="169585"/>
                    <a:pt x="3132" y="169585"/>
                  </a:cubicBezTo>
                  <a:cubicBezTo>
                    <a:pt x="3284" y="169585"/>
                    <a:pt x="3436" y="169587"/>
                    <a:pt x="3589" y="169591"/>
                  </a:cubicBezTo>
                  <a:cubicBezTo>
                    <a:pt x="3756" y="169597"/>
                    <a:pt x="3923" y="169600"/>
                    <a:pt x="4089" y="169600"/>
                  </a:cubicBezTo>
                  <a:cubicBezTo>
                    <a:pt x="10344" y="169600"/>
                    <a:pt x="15868" y="165451"/>
                    <a:pt x="17615" y="159414"/>
                  </a:cubicBezTo>
                  <a:cubicBezTo>
                    <a:pt x="18953" y="154749"/>
                    <a:pt x="22606" y="151096"/>
                    <a:pt x="27271" y="149758"/>
                  </a:cubicBezTo>
                  <a:cubicBezTo>
                    <a:pt x="33468" y="147964"/>
                    <a:pt x="37676" y="142190"/>
                    <a:pt x="37448" y="135732"/>
                  </a:cubicBezTo>
                  <a:cubicBezTo>
                    <a:pt x="37285" y="130871"/>
                    <a:pt x="39634" y="126272"/>
                    <a:pt x="43646" y="123564"/>
                  </a:cubicBezTo>
                  <a:cubicBezTo>
                    <a:pt x="48996" y="119944"/>
                    <a:pt x="51214" y="113159"/>
                    <a:pt x="48996" y="107091"/>
                  </a:cubicBezTo>
                  <a:cubicBezTo>
                    <a:pt x="47332" y="102525"/>
                    <a:pt x="48147" y="97436"/>
                    <a:pt x="51148" y="93619"/>
                  </a:cubicBezTo>
                  <a:cubicBezTo>
                    <a:pt x="55128" y="88498"/>
                    <a:pt x="55128" y="81387"/>
                    <a:pt x="51148" y="76266"/>
                  </a:cubicBezTo>
                  <a:cubicBezTo>
                    <a:pt x="48147" y="72449"/>
                    <a:pt x="47332" y="67360"/>
                    <a:pt x="48996" y="62794"/>
                  </a:cubicBezTo>
                  <a:cubicBezTo>
                    <a:pt x="51214" y="56726"/>
                    <a:pt x="48996" y="49941"/>
                    <a:pt x="43646" y="46321"/>
                  </a:cubicBezTo>
                  <a:cubicBezTo>
                    <a:pt x="39634" y="43613"/>
                    <a:pt x="37285" y="39014"/>
                    <a:pt x="37448" y="34153"/>
                  </a:cubicBezTo>
                  <a:cubicBezTo>
                    <a:pt x="37676" y="27695"/>
                    <a:pt x="33468" y="21921"/>
                    <a:pt x="27271" y="20127"/>
                  </a:cubicBezTo>
                  <a:cubicBezTo>
                    <a:pt x="22606" y="18789"/>
                    <a:pt x="18953" y="15136"/>
                    <a:pt x="17615" y="10471"/>
                  </a:cubicBezTo>
                  <a:cubicBezTo>
                    <a:pt x="15868" y="4434"/>
                    <a:pt x="10344" y="285"/>
                    <a:pt x="4089" y="285"/>
                  </a:cubicBezTo>
                  <a:cubicBezTo>
                    <a:pt x="3923" y="285"/>
                    <a:pt x="3756" y="288"/>
                    <a:pt x="3589" y="294"/>
                  </a:cubicBezTo>
                  <a:cubicBezTo>
                    <a:pt x="3442" y="298"/>
                    <a:pt x="3296" y="300"/>
                    <a:pt x="3150" y="300"/>
                  </a:cubicBezTo>
                  <a:cubicBezTo>
                    <a:pt x="2129" y="300"/>
                    <a:pt x="1130" y="200"/>
                    <a:pt x="131" y="0"/>
                  </a:cubicBezTo>
                  <a:close/>
                </a:path>
              </a:pathLst>
            </a:custGeom>
            <a:solidFill>
              <a:srgbClr val="DE7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4BF96B2C-2113-4D4C-4B99-77826F4CEADF}"/>
                </a:ext>
              </a:extLst>
            </p:cNvPr>
            <p:cNvSpPr/>
            <p:nvPr/>
          </p:nvSpPr>
          <p:spPr>
            <a:xfrm>
              <a:off x="1242000" y="314350"/>
              <a:ext cx="4807375" cy="5066725"/>
            </a:xfrm>
            <a:custGeom>
              <a:avLst/>
              <a:gdLst/>
              <a:ahLst/>
              <a:cxnLst/>
              <a:rect l="l" t="t" r="r" b="b"/>
              <a:pathLst>
                <a:path w="192295" h="202669" extrusionOk="0">
                  <a:moveTo>
                    <a:pt x="102329" y="1"/>
                  </a:moveTo>
                  <a:cubicBezTo>
                    <a:pt x="99270" y="1"/>
                    <a:pt x="96212" y="996"/>
                    <a:pt x="93652" y="2986"/>
                  </a:cubicBezTo>
                  <a:cubicBezTo>
                    <a:pt x="91142" y="4959"/>
                    <a:pt x="88083" y="5987"/>
                    <a:pt x="84983" y="5987"/>
                  </a:cubicBezTo>
                  <a:cubicBezTo>
                    <a:pt x="83369" y="5987"/>
                    <a:pt x="81744" y="5708"/>
                    <a:pt x="80180" y="5139"/>
                  </a:cubicBezTo>
                  <a:cubicBezTo>
                    <a:pt x="78603" y="4562"/>
                    <a:pt x="76977" y="4285"/>
                    <a:pt x="75371" y="4285"/>
                  </a:cubicBezTo>
                  <a:cubicBezTo>
                    <a:pt x="70799" y="4285"/>
                    <a:pt x="66386" y="6529"/>
                    <a:pt x="63707" y="10488"/>
                  </a:cubicBezTo>
                  <a:cubicBezTo>
                    <a:pt x="61088" y="14369"/>
                    <a:pt x="56698" y="16694"/>
                    <a:pt x="52015" y="16694"/>
                  </a:cubicBezTo>
                  <a:cubicBezTo>
                    <a:pt x="51857" y="16694"/>
                    <a:pt x="51698" y="16691"/>
                    <a:pt x="51539" y="16686"/>
                  </a:cubicBezTo>
                  <a:cubicBezTo>
                    <a:pt x="51372" y="16680"/>
                    <a:pt x="51205" y="16677"/>
                    <a:pt x="51039" y="16677"/>
                  </a:cubicBezTo>
                  <a:cubicBezTo>
                    <a:pt x="44784" y="16677"/>
                    <a:pt x="39260" y="20826"/>
                    <a:pt x="37513" y="26863"/>
                  </a:cubicBezTo>
                  <a:cubicBezTo>
                    <a:pt x="36175" y="31528"/>
                    <a:pt x="32522" y="35181"/>
                    <a:pt x="27857" y="36519"/>
                  </a:cubicBezTo>
                  <a:cubicBezTo>
                    <a:pt x="21660" y="38313"/>
                    <a:pt x="17452" y="44087"/>
                    <a:pt x="17680" y="50545"/>
                  </a:cubicBezTo>
                  <a:cubicBezTo>
                    <a:pt x="17843" y="55406"/>
                    <a:pt x="15494" y="60005"/>
                    <a:pt x="11482" y="62713"/>
                  </a:cubicBezTo>
                  <a:cubicBezTo>
                    <a:pt x="6133" y="66333"/>
                    <a:pt x="3914" y="73118"/>
                    <a:pt x="6133" y="79186"/>
                  </a:cubicBezTo>
                  <a:cubicBezTo>
                    <a:pt x="7796" y="83752"/>
                    <a:pt x="6981" y="88841"/>
                    <a:pt x="3980" y="92658"/>
                  </a:cubicBezTo>
                  <a:cubicBezTo>
                    <a:pt x="0" y="97779"/>
                    <a:pt x="0" y="104890"/>
                    <a:pt x="3980" y="110011"/>
                  </a:cubicBezTo>
                  <a:cubicBezTo>
                    <a:pt x="6981" y="113828"/>
                    <a:pt x="7796" y="118917"/>
                    <a:pt x="6133" y="123483"/>
                  </a:cubicBezTo>
                  <a:cubicBezTo>
                    <a:pt x="3914" y="129551"/>
                    <a:pt x="6133" y="136336"/>
                    <a:pt x="11482" y="139956"/>
                  </a:cubicBezTo>
                  <a:cubicBezTo>
                    <a:pt x="15494" y="142664"/>
                    <a:pt x="17843" y="147263"/>
                    <a:pt x="17680" y="152124"/>
                  </a:cubicBezTo>
                  <a:cubicBezTo>
                    <a:pt x="17452" y="158582"/>
                    <a:pt x="21660" y="164356"/>
                    <a:pt x="27857" y="166150"/>
                  </a:cubicBezTo>
                  <a:cubicBezTo>
                    <a:pt x="32522" y="167488"/>
                    <a:pt x="36175" y="171141"/>
                    <a:pt x="37513" y="175806"/>
                  </a:cubicBezTo>
                  <a:cubicBezTo>
                    <a:pt x="39260" y="181843"/>
                    <a:pt x="44784" y="185992"/>
                    <a:pt x="51039" y="185992"/>
                  </a:cubicBezTo>
                  <a:cubicBezTo>
                    <a:pt x="51205" y="185992"/>
                    <a:pt x="51372" y="185989"/>
                    <a:pt x="51539" y="185983"/>
                  </a:cubicBezTo>
                  <a:cubicBezTo>
                    <a:pt x="51698" y="185978"/>
                    <a:pt x="51857" y="185975"/>
                    <a:pt x="52015" y="185975"/>
                  </a:cubicBezTo>
                  <a:cubicBezTo>
                    <a:pt x="56698" y="185975"/>
                    <a:pt x="61088" y="188300"/>
                    <a:pt x="63707" y="192181"/>
                  </a:cubicBezTo>
                  <a:cubicBezTo>
                    <a:pt x="66386" y="196140"/>
                    <a:pt x="70799" y="198384"/>
                    <a:pt x="75371" y="198384"/>
                  </a:cubicBezTo>
                  <a:cubicBezTo>
                    <a:pt x="76977" y="198384"/>
                    <a:pt x="78603" y="198107"/>
                    <a:pt x="80180" y="197531"/>
                  </a:cubicBezTo>
                  <a:cubicBezTo>
                    <a:pt x="81744" y="196961"/>
                    <a:pt x="83369" y="196682"/>
                    <a:pt x="84983" y="196682"/>
                  </a:cubicBezTo>
                  <a:cubicBezTo>
                    <a:pt x="88083" y="196682"/>
                    <a:pt x="91142" y="197710"/>
                    <a:pt x="93652" y="199683"/>
                  </a:cubicBezTo>
                  <a:cubicBezTo>
                    <a:pt x="96212" y="201673"/>
                    <a:pt x="99270" y="202668"/>
                    <a:pt x="102329" y="202668"/>
                  </a:cubicBezTo>
                  <a:cubicBezTo>
                    <a:pt x="105387" y="202668"/>
                    <a:pt x="108445" y="201673"/>
                    <a:pt x="111005" y="199683"/>
                  </a:cubicBezTo>
                  <a:cubicBezTo>
                    <a:pt x="113515" y="197710"/>
                    <a:pt x="116574" y="196682"/>
                    <a:pt x="119674" y="196682"/>
                  </a:cubicBezTo>
                  <a:cubicBezTo>
                    <a:pt x="121288" y="196682"/>
                    <a:pt x="122913" y="196961"/>
                    <a:pt x="124477" y="197531"/>
                  </a:cubicBezTo>
                  <a:cubicBezTo>
                    <a:pt x="126055" y="198107"/>
                    <a:pt x="127680" y="198384"/>
                    <a:pt x="129286" y="198384"/>
                  </a:cubicBezTo>
                  <a:cubicBezTo>
                    <a:pt x="133858" y="198384"/>
                    <a:pt x="138271" y="196140"/>
                    <a:pt x="140950" y="192181"/>
                  </a:cubicBezTo>
                  <a:cubicBezTo>
                    <a:pt x="142973" y="189180"/>
                    <a:pt x="146072" y="187092"/>
                    <a:pt x="149530" y="186309"/>
                  </a:cubicBezTo>
                  <a:cubicBezTo>
                    <a:pt x="154031" y="185298"/>
                    <a:pt x="157782" y="181514"/>
                    <a:pt x="159087" y="176328"/>
                  </a:cubicBezTo>
                  <a:cubicBezTo>
                    <a:pt x="160261" y="171630"/>
                    <a:pt x="163491" y="167944"/>
                    <a:pt x="167634" y="166607"/>
                  </a:cubicBezTo>
                  <a:cubicBezTo>
                    <a:pt x="173146" y="164813"/>
                    <a:pt x="176865" y="158974"/>
                    <a:pt x="176669" y="152483"/>
                  </a:cubicBezTo>
                  <a:cubicBezTo>
                    <a:pt x="176506" y="147590"/>
                    <a:pt x="178594" y="142958"/>
                    <a:pt x="182149" y="140250"/>
                  </a:cubicBezTo>
                  <a:cubicBezTo>
                    <a:pt x="186879" y="136597"/>
                    <a:pt x="188836" y="129746"/>
                    <a:pt x="186879" y="123647"/>
                  </a:cubicBezTo>
                  <a:cubicBezTo>
                    <a:pt x="185411" y="119047"/>
                    <a:pt x="186129" y="113926"/>
                    <a:pt x="188771" y="110077"/>
                  </a:cubicBezTo>
                  <a:cubicBezTo>
                    <a:pt x="192294" y="104923"/>
                    <a:pt x="192294" y="97746"/>
                    <a:pt x="188771" y="92592"/>
                  </a:cubicBezTo>
                  <a:cubicBezTo>
                    <a:pt x="186129" y="88743"/>
                    <a:pt x="185411" y="83622"/>
                    <a:pt x="186879" y="79023"/>
                  </a:cubicBezTo>
                  <a:cubicBezTo>
                    <a:pt x="188836" y="72923"/>
                    <a:pt x="186879" y="66072"/>
                    <a:pt x="182149" y="62419"/>
                  </a:cubicBezTo>
                  <a:cubicBezTo>
                    <a:pt x="178594" y="59712"/>
                    <a:pt x="176506" y="55080"/>
                    <a:pt x="176669" y="50187"/>
                  </a:cubicBezTo>
                  <a:cubicBezTo>
                    <a:pt x="176865" y="43695"/>
                    <a:pt x="173146" y="37856"/>
                    <a:pt x="167634" y="36062"/>
                  </a:cubicBezTo>
                  <a:cubicBezTo>
                    <a:pt x="163491" y="34725"/>
                    <a:pt x="160261" y="31039"/>
                    <a:pt x="159087" y="26341"/>
                  </a:cubicBezTo>
                  <a:cubicBezTo>
                    <a:pt x="157782" y="21220"/>
                    <a:pt x="154096" y="17436"/>
                    <a:pt x="149660" y="16360"/>
                  </a:cubicBezTo>
                  <a:cubicBezTo>
                    <a:pt x="146170" y="15610"/>
                    <a:pt x="143006" y="13522"/>
                    <a:pt x="140950" y="10488"/>
                  </a:cubicBezTo>
                  <a:cubicBezTo>
                    <a:pt x="138271" y="6529"/>
                    <a:pt x="133858" y="4285"/>
                    <a:pt x="129286" y="4285"/>
                  </a:cubicBezTo>
                  <a:cubicBezTo>
                    <a:pt x="127680" y="4285"/>
                    <a:pt x="126055" y="4562"/>
                    <a:pt x="124477" y="5139"/>
                  </a:cubicBezTo>
                  <a:cubicBezTo>
                    <a:pt x="122913" y="5708"/>
                    <a:pt x="121288" y="5987"/>
                    <a:pt x="119674" y="5987"/>
                  </a:cubicBezTo>
                  <a:cubicBezTo>
                    <a:pt x="116574" y="5987"/>
                    <a:pt x="113515" y="4959"/>
                    <a:pt x="111005" y="2986"/>
                  </a:cubicBezTo>
                  <a:cubicBezTo>
                    <a:pt x="108445" y="996"/>
                    <a:pt x="105387" y="1"/>
                    <a:pt x="102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101B2DF4-C591-FE34-CB72-383C36D56159}"/>
                </a:ext>
              </a:extLst>
            </p:cNvPr>
            <p:cNvSpPr/>
            <p:nvPr/>
          </p:nvSpPr>
          <p:spPr>
            <a:xfrm>
              <a:off x="2767775" y="1816925"/>
              <a:ext cx="2064875" cy="1894225"/>
            </a:xfrm>
            <a:custGeom>
              <a:avLst/>
              <a:gdLst/>
              <a:ahLst/>
              <a:cxnLst/>
              <a:rect l="l" t="t" r="r" b="b"/>
              <a:pathLst>
                <a:path w="82595" h="75769" extrusionOk="0">
                  <a:moveTo>
                    <a:pt x="41298" y="0"/>
                  </a:moveTo>
                  <a:cubicBezTo>
                    <a:pt x="39120" y="0"/>
                    <a:pt x="36943" y="1142"/>
                    <a:pt x="35817" y="3425"/>
                  </a:cubicBezTo>
                  <a:lnTo>
                    <a:pt x="26912" y="21431"/>
                  </a:lnTo>
                  <a:lnTo>
                    <a:pt x="7014" y="24334"/>
                  </a:lnTo>
                  <a:cubicBezTo>
                    <a:pt x="2023" y="25052"/>
                    <a:pt x="1" y="31217"/>
                    <a:pt x="3654" y="34773"/>
                  </a:cubicBezTo>
                  <a:lnTo>
                    <a:pt x="18040" y="48799"/>
                  </a:lnTo>
                  <a:lnTo>
                    <a:pt x="14647" y="68600"/>
                  </a:lnTo>
                  <a:cubicBezTo>
                    <a:pt x="13950" y="72552"/>
                    <a:pt x="17099" y="75769"/>
                    <a:pt x="20676" y="75769"/>
                  </a:cubicBezTo>
                  <a:cubicBezTo>
                    <a:pt x="21615" y="75769"/>
                    <a:pt x="22583" y="75547"/>
                    <a:pt x="23520" y="75058"/>
                  </a:cubicBezTo>
                  <a:lnTo>
                    <a:pt x="41298" y="65696"/>
                  </a:lnTo>
                  <a:lnTo>
                    <a:pt x="59075" y="75058"/>
                  </a:lnTo>
                  <a:cubicBezTo>
                    <a:pt x="60012" y="75547"/>
                    <a:pt x="60980" y="75769"/>
                    <a:pt x="61920" y="75769"/>
                  </a:cubicBezTo>
                  <a:cubicBezTo>
                    <a:pt x="65496" y="75769"/>
                    <a:pt x="68646" y="72552"/>
                    <a:pt x="67948" y="68600"/>
                  </a:cubicBezTo>
                  <a:lnTo>
                    <a:pt x="64556" y="48799"/>
                  </a:lnTo>
                  <a:lnTo>
                    <a:pt x="78941" y="34773"/>
                  </a:lnTo>
                  <a:cubicBezTo>
                    <a:pt x="82594" y="31217"/>
                    <a:pt x="80572" y="25052"/>
                    <a:pt x="75581" y="24334"/>
                  </a:cubicBezTo>
                  <a:lnTo>
                    <a:pt x="55683" y="21431"/>
                  </a:lnTo>
                  <a:lnTo>
                    <a:pt x="46778" y="3425"/>
                  </a:lnTo>
                  <a:cubicBezTo>
                    <a:pt x="45652" y="1142"/>
                    <a:pt x="43475" y="0"/>
                    <a:pt x="41298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>
              <a:extLst>
                <a:ext uri="{FF2B5EF4-FFF2-40B4-BE49-F238E27FC236}">
                  <a16:creationId xmlns:a16="http://schemas.microsoft.com/office/drawing/2014/main" id="{48A9EC1E-569B-C5C1-CE3D-6EE8A168DCD1}"/>
                </a:ext>
              </a:extLst>
            </p:cNvPr>
            <p:cNvSpPr/>
            <p:nvPr/>
          </p:nvSpPr>
          <p:spPr>
            <a:xfrm>
              <a:off x="3723550" y="697225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3067" y="1"/>
                  </a:moveTo>
                  <a:cubicBezTo>
                    <a:pt x="1370" y="1"/>
                    <a:pt x="0" y="1371"/>
                    <a:pt x="0" y="3035"/>
                  </a:cubicBezTo>
                  <a:cubicBezTo>
                    <a:pt x="0" y="4731"/>
                    <a:pt x="1370" y="6101"/>
                    <a:pt x="3067" y="6101"/>
                  </a:cubicBezTo>
                  <a:cubicBezTo>
                    <a:pt x="4763" y="6101"/>
                    <a:pt x="6133" y="4731"/>
                    <a:pt x="6133" y="3035"/>
                  </a:cubicBezTo>
                  <a:cubicBezTo>
                    <a:pt x="6133" y="1371"/>
                    <a:pt x="4763" y="1"/>
                    <a:pt x="3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1E5DE74D-7B75-63BB-9060-AE520BB43ABE}"/>
                </a:ext>
              </a:extLst>
            </p:cNvPr>
            <p:cNvSpPr/>
            <p:nvPr/>
          </p:nvSpPr>
          <p:spPr>
            <a:xfrm>
              <a:off x="3723550" y="4845675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3067" y="0"/>
                  </a:moveTo>
                  <a:cubicBezTo>
                    <a:pt x="1370" y="0"/>
                    <a:pt x="0" y="1370"/>
                    <a:pt x="0" y="3067"/>
                  </a:cubicBezTo>
                  <a:cubicBezTo>
                    <a:pt x="0" y="4730"/>
                    <a:pt x="1370" y="6100"/>
                    <a:pt x="3067" y="6100"/>
                  </a:cubicBezTo>
                  <a:cubicBezTo>
                    <a:pt x="4763" y="6100"/>
                    <a:pt x="6133" y="4730"/>
                    <a:pt x="6133" y="3067"/>
                  </a:cubicBezTo>
                  <a:cubicBezTo>
                    <a:pt x="6133" y="1370"/>
                    <a:pt x="4763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FA694BBC-042E-651C-1E04-10D08D3B7C4F}"/>
                </a:ext>
              </a:extLst>
            </p:cNvPr>
            <p:cNvSpPr/>
            <p:nvPr/>
          </p:nvSpPr>
          <p:spPr>
            <a:xfrm>
              <a:off x="3571050" y="1155550"/>
              <a:ext cx="152525" cy="153325"/>
            </a:xfrm>
            <a:custGeom>
              <a:avLst/>
              <a:gdLst/>
              <a:ahLst/>
              <a:cxnLst/>
              <a:rect l="l" t="t" r="r" b="b"/>
              <a:pathLst>
                <a:path w="6101" h="6133" extrusionOk="0">
                  <a:moveTo>
                    <a:pt x="3067" y="0"/>
                  </a:moveTo>
                  <a:cubicBezTo>
                    <a:pt x="1370" y="0"/>
                    <a:pt x="0" y="1370"/>
                    <a:pt x="0" y="3067"/>
                  </a:cubicBezTo>
                  <a:cubicBezTo>
                    <a:pt x="0" y="4763"/>
                    <a:pt x="1370" y="6133"/>
                    <a:pt x="3067" y="6133"/>
                  </a:cubicBezTo>
                  <a:cubicBezTo>
                    <a:pt x="4730" y="6133"/>
                    <a:pt x="6100" y="4763"/>
                    <a:pt x="6100" y="3067"/>
                  </a:cubicBezTo>
                  <a:cubicBezTo>
                    <a:pt x="6100" y="1370"/>
                    <a:pt x="4730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D9373E64-83BB-44E4-2BC6-318B63DF6F4B}"/>
                </a:ext>
              </a:extLst>
            </p:cNvPr>
            <p:cNvSpPr/>
            <p:nvPr/>
          </p:nvSpPr>
          <p:spPr>
            <a:xfrm>
              <a:off x="3265225" y="8497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3067" y="1"/>
                  </a:moveTo>
                  <a:cubicBezTo>
                    <a:pt x="1371" y="1"/>
                    <a:pt x="1" y="1371"/>
                    <a:pt x="1" y="3067"/>
                  </a:cubicBezTo>
                  <a:cubicBezTo>
                    <a:pt x="1" y="4763"/>
                    <a:pt x="1371" y="6133"/>
                    <a:pt x="3067" y="6133"/>
                  </a:cubicBezTo>
                  <a:cubicBezTo>
                    <a:pt x="4731" y="6133"/>
                    <a:pt x="6101" y="4763"/>
                    <a:pt x="6101" y="3067"/>
                  </a:cubicBezTo>
                  <a:cubicBezTo>
                    <a:pt x="6101" y="1371"/>
                    <a:pt x="4731" y="1"/>
                    <a:pt x="3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3">
              <a:extLst>
                <a:ext uri="{FF2B5EF4-FFF2-40B4-BE49-F238E27FC236}">
                  <a16:creationId xmlns:a16="http://schemas.microsoft.com/office/drawing/2014/main" id="{C83FDBFB-7E58-4E49-2F32-057B8094CB28}"/>
                </a:ext>
              </a:extLst>
            </p:cNvPr>
            <p:cNvSpPr/>
            <p:nvPr/>
          </p:nvSpPr>
          <p:spPr>
            <a:xfrm>
              <a:off x="2475025" y="4053825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3067" y="0"/>
                  </a:moveTo>
                  <a:cubicBezTo>
                    <a:pt x="1370" y="0"/>
                    <a:pt x="0" y="1370"/>
                    <a:pt x="0" y="3034"/>
                  </a:cubicBezTo>
                  <a:cubicBezTo>
                    <a:pt x="0" y="4730"/>
                    <a:pt x="1370" y="6100"/>
                    <a:pt x="3067" y="6100"/>
                  </a:cubicBezTo>
                  <a:cubicBezTo>
                    <a:pt x="4763" y="6100"/>
                    <a:pt x="6133" y="4730"/>
                    <a:pt x="6133" y="3034"/>
                  </a:cubicBezTo>
                  <a:cubicBezTo>
                    <a:pt x="6133" y="1370"/>
                    <a:pt x="4763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3">
              <a:extLst>
                <a:ext uri="{FF2B5EF4-FFF2-40B4-BE49-F238E27FC236}">
                  <a16:creationId xmlns:a16="http://schemas.microsoft.com/office/drawing/2014/main" id="{1C553367-AC14-6E5D-13F3-E554413CE2E4}"/>
                </a:ext>
              </a:extLst>
            </p:cNvPr>
            <p:cNvSpPr/>
            <p:nvPr/>
          </p:nvSpPr>
          <p:spPr>
            <a:xfrm>
              <a:off x="2169200" y="3748000"/>
              <a:ext cx="153350" cy="152525"/>
            </a:xfrm>
            <a:custGeom>
              <a:avLst/>
              <a:gdLst/>
              <a:ahLst/>
              <a:cxnLst/>
              <a:rect l="l" t="t" r="r" b="b"/>
              <a:pathLst>
                <a:path w="6134" h="6101" extrusionOk="0">
                  <a:moveTo>
                    <a:pt x="3067" y="1"/>
                  </a:moveTo>
                  <a:cubicBezTo>
                    <a:pt x="1371" y="1"/>
                    <a:pt x="1" y="1371"/>
                    <a:pt x="1" y="3035"/>
                  </a:cubicBezTo>
                  <a:cubicBezTo>
                    <a:pt x="1" y="4731"/>
                    <a:pt x="1371" y="6101"/>
                    <a:pt x="3067" y="6101"/>
                  </a:cubicBezTo>
                  <a:cubicBezTo>
                    <a:pt x="4763" y="6101"/>
                    <a:pt x="6133" y="4731"/>
                    <a:pt x="6133" y="3035"/>
                  </a:cubicBezTo>
                  <a:cubicBezTo>
                    <a:pt x="6133" y="1371"/>
                    <a:pt x="4763" y="1"/>
                    <a:pt x="3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3">
              <a:extLst>
                <a:ext uri="{FF2B5EF4-FFF2-40B4-BE49-F238E27FC236}">
                  <a16:creationId xmlns:a16="http://schemas.microsoft.com/office/drawing/2014/main" id="{B8FE1FC7-AC33-F978-639B-5B5BB7631D62}"/>
                </a:ext>
              </a:extLst>
            </p:cNvPr>
            <p:cNvSpPr/>
            <p:nvPr/>
          </p:nvSpPr>
          <p:spPr>
            <a:xfrm>
              <a:off x="2475025" y="3136375"/>
              <a:ext cx="153325" cy="152525"/>
            </a:xfrm>
            <a:custGeom>
              <a:avLst/>
              <a:gdLst/>
              <a:ahLst/>
              <a:cxnLst/>
              <a:rect l="l" t="t" r="r" b="b"/>
              <a:pathLst>
                <a:path w="6133" h="6101" extrusionOk="0">
                  <a:moveTo>
                    <a:pt x="3067" y="1"/>
                  </a:moveTo>
                  <a:cubicBezTo>
                    <a:pt x="1370" y="1"/>
                    <a:pt x="0" y="1371"/>
                    <a:pt x="0" y="3035"/>
                  </a:cubicBezTo>
                  <a:cubicBezTo>
                    <a:pt x="0" y="4731"/>
                    <a:pt x="1370" y="6101"/>
                    <a:pt x="3067" y="6101"/>
                  </a:cubicBezTo>
                  <a:cubicBezTo>
                    <a:pt x="4763" y="6101"/>
                    <a:pt x="6133" y="4731"/>
                    <a:pt x="6133" y="3035"/>
                  </a:cubicBezTo>
                  <a:cubicBezTo>
                    <a:pt x="6133" y="1371"/>
                    <a:pt x="4763" y="1"/>
                    <a:pt x="3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3">
              <a:extLst>
                <a:ext uri="{FF2B5EF4-FFF2-40B4-BE49-F238E27FC236}">
                  <a16:creationId xmlns:a16="http://schemas.microsoft.com/office/drawing/2014/main" id="{1C0DB136-B5D5-FE7D-2B02-D4C9E11B738D}"/>
                </a:ext>
              </a:extLst>
            </p:cNvPr>
            <p:cNvSpPr/>
            <p:nvPr/>
          </p:nvSpPr>
          <p:spPr>
            <a:xfrm>
              <a:off x="1649725" y="2771850"/>
              <a:ext cx="152525" cy="152525"/>
            </a:xfrm>
            <a:custGeom>
              <a:avLst/>
              <a:gdLst/>
              <a:ahLst/>
              <a:cxnLst/>
              <a:rect l="l" t="t" r="r" b="b"/>
              <a:pathLst>
                <a:path w="6101" h="6101" extrusionOk="0">
                  <a:moveTo>
                    <a:pt x="3035" y="1"/>
                  </a:moveTo>
                  <a:cubicBezTo>
                    <a:pt x="1371" y="1"/>
                    <a:pt x="1" y="1371"/>
                    <a:pt x="1" y="3035"/>
                  </a:cubicBezTo>
                  <a:cubicBezTo>
                    <a:pt x="1" y="4731"/>
                    <a:pt x="1371" y="6101"/>
                    <a:pt x="3035" y="6101"/>
                  </a:cubicBezTo>
                  <a:cubicBezTo>
                    <a:pt x="4731" y="6101"/>
                    <a:pt x="6101" y="4731"/>
                    <a:pt x="6101" y="3035"/>
                  </a:cubicBezTo>
                  <a:cubicBezTo>
                    <a:pt x="6101" y="1371"/>
                    <a:pt x="4731" y="1"/>
                    <a:pt x="30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3">
              <a:extLst>
                <a:ext uri="{FF2B5EF4-FFF2-40B4-BE49-F238E27FC236}">
                  <a16:creationId xmlns:a16="http://schemas.microsoft.com/office/drawing/2014/main" id="{2CB53434-60F1-F6EA-1D98-5B693F1DE593}"/>
                </a:ext>
              </a:extLst>
            </p:cNvPr>
            <p:cNvSpPr/>
            <p:nvPr/>
          </p:nvSpPr>
          <p:spPr>
            <a:xfrm>
              <a:off x="1802225" y="2466050"/>
              <a:ext cx="153350" cy="152525"/>
            </a:xfrm>
            <a:custGeom>
              <a:avLst/>
              <a:gdLst/>
              <a:ahLst/>
              <a:cxnLst/>
              <a:rect l="l" t="t" r="r" b="b"/>
              <a:pathLst>
                <a:path w="6134" h="6101" extrusionOk="0">
                  <a:moveTo>
                    <a:pt x="3067" y="0"/>
                  </a:moveTo>
                  <a:cubicBezTo>
                    <a:pt x="1371" y="0"/>
                    <a:pt x="1" y="1371"/>
                    <a:pt x="1" y="3034"/>
                  </a:cubicBezTo>
                  <a:cubicBezTo>
                    <a:pt x="1" y="4730"/>
                    <a:pt x="1371" y="6100"/>
                    <a:pt x="3067" y="6100"/>
                  </a:cubicBezTo>
                  <a:cubicBezTo>
                    <a:pt x="4763" y="6100"/>
                    <a:pt x="6133" y="4730"/>
                    <a:pt x="6133" y="3034"/>
                  </a:cubicBezTo>
                  <a:cubicBezTo>
                    <a:pt x="6133" y="1371"/>
                    <a:pt x="4763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3">
              <a:extLst>
                <a:ext uri="{FF2B5EF4-FFF2-40B4-BE49-F238E27FC236}">
                  <a16:creationId xmlns:a16="http://schemas.microsoft.com/office/drawing/2014/main" id="{5DFCE56F-8958-411B-F05F-7C7EAFF2966B}"/>
                </a:ext>
              </a:extLst>
            </p:cNvPr>
            <p:cNvSpPr/>
            <p:nvPr/>
          </p:nvSpPr>
          <p:spPr>
            <a:xfrm>
              <a:off x="5339050" y="3382675"/>
              <a:ext cx="153325" cy="153325"/>
            </a:xfrm>
            <a:custGeom>
              <a:avLst/>
              <a:gdLst/>
              <a:ahLst/>
              <a:cxnLst/>
              <a:rect l="l" t="t" r="r" b="b"/>
              <a:pathLst>
                <a:path w="6133" h="6133" extrusionOk="0">
                  <a:moveTo>
                    <a:pt x="3067" y="0"/>
                  </a:moveTo>
                  <a:cubicBezTo>
                    <a:pt x="1370" y="0"/>
                    <a:pt x="0" y="1370"/>
                    <a:pt x="0" y="3066"/>
                  </a:cubicBezTo>
                  <a:cubicBezTo>
                    <a:pt x="0" y="4763"/>
                    <a:pt x="1370" y="6133"/>
                    <a:pt x="3067" y="6133"/>
                  </a:cubicBezTo>
                  <a:cubicBezTo>
                    <a:pt x="4763" y="6133"/>
                    <a:pt x="6133" y="4763"/>
                    <a:pt x="6133" y="3066"/>
                  </a:cubicBezTo>
                  <a:cubicBezTo>
                    <a:pt x="6133" y="1370"/>
                    <a:pt x="4763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3">
              <a:extLst>
                <a:ext uri="{FF2B5EF4-FFF2-40B4-BE49-F238E27FC236}">
                  <a16:creationId xmlns:a16="http://schemas.microsoft.com/office/drawing/2014/main" id="{39728DD3-5FA1-A070-548B-EA9D86F6EA91}"/>
                </a:ext>
              </a:extLst>
            </p:cNvPr>
            <p:cNvSpPr/>
            <p:nvPr/>
          </p:nvSpPr>
          <p:spPr>
            <a:xfrm>
              <a:off x="2720475" y="1741075"/>
              <a:ext cx="2159475" cy="2046500"/>
            </a:xfrm>
            <a:custGeom>
              <a:avLst/>
              <a:gdLst/>
              <a:ahLst/>
              <a:cxnLst/>
              <a:rect l="l" t="t" r="r" b="b"/>
              <a:pathLst>
                <a:path w="86379" h="81860" extrusionOk="0">
                  <a:moveTo>
                    <a:pt x="43190" y="6100"/>
                  </a:moveTo>
                  <a:cubicBezTo>
                    <a:pt x="44364" y="6100"/>
                    <a:pt x="45408" y="6753"/>
                    <a:pt x="45930" y="7797"/>
                  </a:cubicBezTo>
                  <a:lnTo>
                    <a:pt x="54835" y="25835"/>
                  </a:lnTo>
                  <a:cubicBezTo>
                    <a:pt x="55259" y="26716"/>
                    <a:pt x="56140" y="27368"/>
                    <a:pt x="57118" y="27499"/>
                  </a:cubicBezTo>
                  <a:lnTo>
                    <a:pt x="77016" y="30402"/>
                  </a:lnTo>
                  <a:cubicBezTo>
                    <a:pt x="78191" y="30565"/>
                    <a:pt x="79104" y="31348"/>
                    <a:pt x="79495" y="32457"/>
                  </a:cubicBezTo>
                  <a:cubicBezTo>
                    <a:pt x="79854" y="33599"/>
                    <a:pt x="79561" y="34773"/>
                    <a:pt x="78713" y="35621"/>
                  </a:cubicBezTo>
                  <a:lnTo>
                    <a:pt x="64327" y="49648"/>
                  </a:lnTo>
                  <a:cubicBezTo>
                    <a:pt x="63610" y="50333"/>
                    <a:pt x="63283" y="51344"/>
                    <a:pt x="63447" y="52355"/>
                  </a:cubicBezTo>
                  <a:lnTo>
                    <a:pt x="66839" y="72156"/>
                  </a:lnTo>
                  <a:cubicBezTo>
                    <a:pt x="67035" y="73330"/>
                    <a:pt x="66578" y="74439"/>
                    <a:pt x="65632" y="75157"/>
                  </a:cubicBezTo>
                  <a:cubicBezTo>
                    <a:pt x="65079" y="75544"/>
                    <a:pt x="64452" y="75744"/>
                    <a:pt x="63823" y="75744"/>
                  </a:cubicBezTo>
                  <a:cubicBezTo>
                    <a:pt x="63340" y="75744"/>
                    <a:pt x="62856" y="75626"/>
                    <a:pt x="62403" y="75385"/>
                  </a:cubicBezTo>
                  <a:lnTo>
                    <a:pt x="44625" y="66023"/>
                  </a:lnTo>
                  <a:cubicBezTo>
                    <a:pt x="44168" y="65795"/>
                    <a:pt x="43679" y="65681"/>
                    <a:pt x="43190" y="65681"/>
                  </a:cubicBezTo>
                  <a:cubicBezTo>
                    <a:pt x="42700" y="65681"/>
                    <a:pt x="42211" y="65795"/>
                    <a:pt x="41754" y="66023"/>
                  </a:cubicBezTo>
                  <a:lnTo>
                    <a:pt x="23976" y="75385"/>
                  </a:lnTo>
                  <a:cubicBezTo>
                    <a:pt x="23523" y="75626"/>
                    <a:pt x="23039" y="75744"/>
                    <a:pt x="22556" y="75744"/>
                  </a:cubicBezTo>
                  <a:cubicBezTo>
                    <a:pt x="21927" y="75744"/>
                    <a:pt x="21301" y="75544"/>
                    <a:pt x="20747" y="75157"/>
                  </a:cubicBezTo>
                  <a:cubicBezTo>
                    <a:pt x="19801" y="74439"/>
                    <a:pt x="19344" y="73330"/>
                    <a:pt x="19540" y="72156"/>
                  </a:cubicBezTo>
                  <a:lnTo>
                    <a:pt x="22933" y="52355"/>
                  </a:lnTo>
                  <a:cubicBezTo>
                    <a:pt x="23096" y="51344"/>
                    <a:pt x="22770" y="50333"/>
                    <a:pt x="22052" y="49648"/>
                  </a:cubicBezTo>
                  <a:lnTo>
                    <a:pt x="7667" y="35621"/>
                  </a:lnTo>
                  <a:cubicBezTo>
                    <a:pt x="6818" y="34773"/>
                    <a:pt x="6525" y="33599"/>
                    <a:pt x="6884" y="32457"/>
                  </a:cubicBezTo>
                  <a:cubicBezTo>
                    <a:pt x="7275" y="31348"/>
                    <a:pt x="8188" y="30565"/>
                    <a:pt x="9363" y="30402"/>
                  </a:cubicBezTo>
                  <a:lnTo>
                    <a:pt x="29261" y="27499"/>
                  </a:lnTo>
                  <a:cubicBezTo>
                    <a:pt x="30239" y="27368"/>
                    <a:pt x="31120" y="26716"/>
                    <a:pt x="31544" y="25835"/>
                  </a:cubicBezTo>
                  <a:lnTo>
                    <a:pt x="40450" y="7797"/>
                  </a:lnTo>
                  <a:cubicBezTo>
                    <a:pt x="40971" y="6753"/>
                    <a:pt x="41983" y="6100"/>
                    <a:pt x="43190" y="6100"/>
                  </a:cubicBezTo>
                  <a:close/>
                  <a:moveTo>
                    <a:pt x="43190" y="0"/>
                  </a:moveTo>
                  <a:cubicBezTo>
                    <a:pt x="39667" y="0"/>
                    <a:pt x="36535" y="1958"/>
                    <a:pt x="34969" y="5089"/>
                  </a:cubicBezTo>
                  <a:lnTo>
                    <a:pt x="26782" y="21693"/>
                  </a:lnTo>
                  <a:lnTo>
                    <a:pt x="8482" y="24335"/>
                  </a:lnTo>
                  <a:cubicBezTo>
                    <a:pt x="4992" y="24857"/>
                    <a:pt x="2154" y="27238"/>
                    <a:pt x="1077" y="30598"/>
                  </a:cubicBezTo>
                  <a:cubicBezTo>
                    <a:pt x="1" y="33925"/>
                    <a:pt x="882" y="37546"/>
                    <a:pt x="3393" y="39992"/>
                  </a:cubicBezTo>
                  <a:lnTo>
                    <a:pt x="16637" y="52877"/>
                  </a:lnTo>
                  <a:lnTo>
                    <a:pt x="13505" y="71112"/>
                  </a:lnTo>
                  <a:cubicBezTo>
                    <a:pt x="12918" y="74569"/>
                    <a:pt x="14321" y="78027"/>
                    <a:pt x="17159" y="80082"/>
                  </a:cubicBezTo>
                  <a:cubicBezTo>
                    <a:pt x="18764" y="81263"/>
                    <a:pt x="20652" y="81860"/>
                    <a:pt x="22549" y="81860"/>
                  </a:cubicBezTo>
                  <a:cubicBezTo>
                    <a:pt x="24006" y="81860"/>
                    <a:pt x="25469" y="81508"/>
                    <a:pt x="26814" y="80800"/>
                  </a:cubicBezTo>
                  <a:lnTo>
                    <a:pt x="43190" y="72188"/>
                  </a:lnTo>
                  <a:lnTo>
                    <a:pt x="59565" y="80800"/>
                  </a:lnTo>
                  <a:cubicBezTo>
                    <a:pt x="60902" y="81485"/>
                    <a:pt x="62370" y="81844"/>
                    <a:pt x="63838" y="81844"/>
                  </a:cubicBezTo>
                  <a:cubicBezTo>
                    <a:pt x="65730" y="81844"/>
                    <a:pt x="67622" y="81256"/>
                    <a:pt x="69220" y="80082"/>
                  </a:cubicBezTo>
                  <a:cubicBezTo>
                    <a:pt x="72058" y="78027"/>
                    <a:pt x="73461" y="74569"/>
                    <a:pt x="72874" y="71112"/>
                  </a:cubicBezTo>
                  <a:lnTo>
                    <a:pt x="69742" y="52877"/>
                  </a:lnTo>
                  <a:lnTo>
                    <a:pt x="82986" y="39992"/>
                  </a:lnTo>
                  <a:cubicBezTo>
                    <a:pt x="85498" y="37546"/>
                    <a:pt x="86378" y="33925"/>
                    <a:pt x="85302" y="30598"/>
                  </a:cubicBezTo>
                  <a:cubicBezTo>
                    <a:pt x="84225" y="27238"/>
                    <a:pt x="81387" y="24857"/>
                    <a:pt x="77897" y="24335"/>
                  </a:cubicBezTo>
                  <a:lnTo>
                    <a:pt x="59597" y="21693"/>
                  </a:lnTo>
                  <a:lnTo>
                    <a:pt x="51410" y="5089"/>
                  </a:lnTo>
                  <a:cubicBezTo>
                    <a:pt x="49844" y="1958"/>
                    <a:pt x="46713" y="0"/>
                    <a:pt x="431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>
              <a:extLst>
                <a:ext uri="{FF2B5EF4-FFF2-40B4-BE49-F238E27FC236}">
                  <a16:creationId xmlns:a16="http://schemas.microsoft.com/office/drawing/2014/main" id="{525F0E6A-39E9-2FCC-B895-1BC88D725CEC}"/>
                </a:ext>
              </a:extLst>
            </p:cNvPr>
            <p:cNvSpPr/>
            <p:nvPr/>
          </p:nvSpPr>
          <p:spPr>
            <a:xfrm>
              <a:off x="1160450" y="238325"/>
              <a:ext cx="5279550" cy="5219000"/>
            </a:xfrm>
            <a:custGeom>
              <a:avLst/>
              <a:gdLst/>
              <a:ahLst/>
              <a:cxnLst/>
              <a:rect l="l" t="t" r="r" b="b"/>
              <a:pathLst>
                <a:path w="211182" h="208760" extrusionOk="0">
                  <a:moveTo>
                    <a:pt x="105591" y="0"/>
                  </a:moveTo>
                  <a:cubicBezTo>
                    <a:pt x="101872" y="0"/>
                    <a:pt x="98153" y="1215"/>
                    <a:pt x="95054" y="3645"/>
                  </a:cubicBezTo>
                  <a:cubicBezTo>
                    <a:pt x="93067" y="5184"/>
                    <a:pt x="90689" y="5980"/>
                    <a:pt x="88276" y="5980"/>
                  </a:cubicBezTo>
                  <a:cubicBezTo>
                    <a:pt x="87004" y="5980"/>
                    <a:pt x="85724" y="5759"/>
                    <a:pt x="84486" y="5309"/>
                  </a:cubicBezTo>
                  <a:cubicBezTo>
                    <a:pt x="82553" y="4602"/>
                    <a:pt x="80562" y="4262"/>
                    <a:pt x="78598" y="4262"/>
                  </a:cubicBezTo>
                  <a:cubicBezTo>
                    <a:pt x="73035" y="4262"/>
                    <a:pt x="67679" y="6988"/>
                    <a:pt x="64424" y="11833"/>
                  </a:cubicBezTo>
                  <a:cubicBezTo>
                    <a:pt x="62345" y="14889"/>
                    <a:pt x="58956" y="16667"/>
                    <a:pt x="55288" y="16667"/>
                  </a:cubicBezTo>
                  <a:cubicBezTo>
                    <a:pt x="55159" y="16667"/>
                    <a:pt x="55029" y="16665"/>
                    <a:pt x="54899" y="16661"/>
                  </a:cubicBezTo>
                  <a:cubicBezTo>
                    <a:pt x="54706" y="16654"/>
                    <a:pt x="54514" y="16651"/>
                    <a:pt x="54322" y="16651"/>
                  </a:cubicBezTo>
                  <a:cubicBezTo>
                    <a:pt x="46696" y="16651"/>
                    <a:pt x="39971" y="21675"/>
                    <a:pt x="37839" y="29089"/>
                  </a:cubicBezTo>
                  <a:cubicBezTo>
                    <a:pt x="37774" y="29285"/>
                    <a:pt x="37709" y="29480"/>
                    <a:pt x="37643" y="29676"/>
                  </a:cubicBezTo>
                  <a:cubicBezTo>
                    <a:pt x="37089" y="31242"/>
                    <a:pt x="37937" y="33003"/>
                    <a:pt x="39535" y="33558"/>
                  </a:cubicBezTo>
                  <a:cubicBezTo>
                    <a:pt x="39867" y="33673"/>
                    <a:pt x="40205" y="33728"/>
                    <a:pt x="40537" y="33728"/>
                  </a:cubicBezTo>
                  <a:cubicBezTo>
                    <a:pt x="41801" y="33728"/>
                    <a:pt x="42978" y="32932"/>
                    <a:pt x="43417" y="31666"/>
                  </a:cubicBezTo>
                  <a:cubicBezTo>
                    <a:pt x="43548" y="31340"/>
                    <a:pt x="43645" y="31046"/>
                    <a:pt x="43711" y="30753"/>
                  </a:cubicBezTo>
                  <a:cubicBezTo>
                    <a:pt x="45074" y="26030"/>
                    <a:pt x="49363" y="22785"/>
                    <a:pt x="54274" y="22785"/>
                  </a:cubicBezTo>
                  <a:cubicBezTo>
                    <a:pt x="54416" y="22785"/>
                    <a:pt x="54560" y="22788"/>
                    <a:pt x="54704" y="22793"/>
                  </a:cubicBezTo>
                  <a:cubicBezTo>
                    <a:pt x="54898" y="22800"/>
                    <a:pt x="55092" y="22803"/>
                    <a:pt x="55286" y="22803"/>
                  </a:cubicBezTo>
                  <a:cubicBezTo>
                    <a:pt x="61001" y="22803"/>
                    <a:pt x="66294" y="20022"/>
                    <a:pt x="69480" y="15258"/>
                  </a:cubicBezTo>
                  <a:cubicBezTo>
                    <a:pt x="71582" y="12142"/>
                    <a:pt x="75042" y="10386"/>
                    <a:pt x="78631" y="10386"/>
                  </a:cubicBezTo>
                  <a:cubicBezTo>
                    <a:pt x="79888" y="10386"/>
                    <a:pt x="81162" y="10601"/>
                    <a:pt x="82398" y="11050"/>
                  </a:cubicBezTo>
                  <a:cubicBezTo>
                    <a:pt x="84313" y="11745"/>
                    <a:pt x="86294" y="12085"/>
                    <a:pt x="88259" y="12085"/>
                  </a:cubicBezTo>
                  <a:cubicBezTo>
                    <a:pt x="92018" y="12085"/>
                    <a:pt x="95721" y="10840"/>
                    <a:pt x="98806" y="8441"/>
                  </a:cubicBezTo>
                  <a:cubicBezTo>
                    <a:pt x="100795" y="6891"/>
                    <a:pt x="103193" y="6116"/>
                    <a:pt x="105591" y="6116"/>
                  </a:cubicBezTo>
                  <a:cubicBezTo>
                    <a:pt x="107988" y="6116"/>
                    <a:pt x="110386" y="6891"/>
                    <a:pt x="112376" y="8441"/>
                  </a:cubicBezTo>
                  <a:cubicBezTo>
                    <a:pt x="115460" y="10840"/>
                    <a:pt x="119163" y="12085"/>
                    <a:pt x="122922" y="12085"/>
                  </a:cubicBezTo>
                  <a:cubicBezTo>
                    <a:pt x="124887" y="12085"/>
                    <a:pt x="126868" y="11745"/>
                    <a:pt x="128783" y="11050"/>
                  </a:cubicBezTo>
                  <a:cubicBezTo>
                    <a:pt x="130019" y="10601"/>
                    <a:pt x="131293" y="10386"/>
                    <a:pt x="132550" y="10386"/>
                  </a:cubicBezTo>
                  <a:cubicBezTo>
                    <a:pt x="136139" y="10386"/>
                    <a:pt x="139599" y="12142"/>
                    <a:pt x="141701" y="15258"/>
                  </a:cubicBezTo>
                  <a:cubicBezTo>
                    <a:pt x="144887" y="20022"/>
                    <a:pt x="150180" y="22803"/>
                    <a:pt x="155895" y="22803"/>
                  </a:cubicBezTo>
                  <a:cubicBezTo>
                    <a:pt x="156089" y="22803"/>
                    <a:pt x="156283" y="22800"/>
                    <a:pt x="156478" y="22793"/>
                  </a:cubicBezTo>
                  <a:cubicBezTo>
                    <a:pt x="156599" y="22789"/>
                    <a:pt x="156721" y="22787"/>
                    <a:pt x="156842" y="22787"/>
                  </a:cubicBezTo>
                  <a:cubicBezTo>
                    <a:pt x="161780" y="22787"/>
                    <a:pt x="166101" y="26009"/>
                    <a:pt x="167470" y="30753"/>
                  </a:cubicBezTo>
                  <a:cubicBezTo>
                    <a:pt x="169101" y="36461"/>
                    <a:pt x="173505" y="40865"/>
                    <a:pt x="179214" y="42496"/>
                  </a:cubicBezTo>
                  <a:cubicBezTo>
                    <a:pt x="184074" y="43898"/>
                    <a:pt x="187369" y="48400"/>
                    <a:pt x="187173" y="53489"/>
                  </a:cubicBezTo>
                  <a:cubicBezTo>
                    <a:pt x="186977" y="59425"/>
                    <a:pt x="189782" y="64971"/>
                    <a:pt x="194708" y="68298"/>
                  </a:cubicBezTo>
                  <a:cubicBezTo>
                    <a:pt x="198916" y="71103"/>
                    <a:pt x="200645" y="76420"/>
                    <a:pt x="198916" y="81183"/>
                  </a:cubicBezTo>
                  <a:cubicBezTo>
                    <a:pt x="196894" y="86761"/>
                    <a:pt x="197840" y="92893"/>
                    <a:pt x="201526" y="97591"/>
                  </a:cubicBezTo>
                  <a:cubicBezTo>
                    <a:pt x="204624" y="101570"/>
                    <a:pt x="204624" y="107181"/>
                    <a:pt x="201526" y="111160"/>
                  </a:cubicBezTo>
                  <a:cubicBezTo>
                    <a:pt x="197840" y="115858"/>
                    <a:pt x="196894" y="121990"/>
                    <a:pt x="198916" y="127568"/>
                  </a:cubicBezTo>
                  <a:cubicBezTo>
                    <a:pt x="200645" y="132331"/>
                    <a:pt x="198916" y="137648"/>
                    <a:pt x="194708" y="140486"/>
                  </a:cubicBezTo>
                  <a:cubicBezTo>
                    <a:pt x="189782" y="143780"/>
                    <a:pt x="186977" y="149326"/>
                    <a:pt x="187173" y="155263"/>
                  </a:cubicBezTo>
                  <a:cubicBezTo>
                    <a:pt x="187369" y="160351"/>
                    <a:pt x="184074" y="164853"/>
                    <a:pt x="179214" y="166255"/>
                  </a:cubicBezTo>
                  <a:cubicBezTo>
                    <a:pt x="173505" y="167886"/>
                    <a:pt x="169101" y="172290"/>
                    <a:pt x="167470" y="177999"/>
                  </a:cubicBezTo>
                  <a:cubicBezTo>
                    <a:pt x="166101" y="182742"/>
                    <a:pt x="161780" y="185964"/>
                    <a:pt x="156842" y="185964"/>
                  </a:cubicBezTo>
                  <a:cubicBezTo>
                    <a:pt x="156721" y="185964"/>
                    <a:pt x="156599" y="185962"/>
                    <a:pt x="156478" y="185958"/>
                  </a:cubicBezTo>
                  <a:cubicBezTo>
                    <a:pt x="156283" y="185951"/>
                    <a:pt x="156089" y="185948"/>
                    <a:pt x="155895" y="185948"/>
                  </a:cubicBezTo>
                  <a:cubicBezTo>
                    <a:pt x="150180" y="185948"/>
                    <a:pt x="144886" y="188730"/>
                    <a:pt x="141668" y="193526"/>
                  </a:cubicBezTo>
                  <a:cubicBezTo>
                    <a:pt x="139592" y="196616"/>
                    <a:pt x="136140" y="198366"/>
                    <a:pt x="132555" y="198366"/>
                  </a:cubicBezTo>
                  <a:cubicBezTo>
                    <a:pt x="131296" y="198366"/>
                    <a:pt x="130021" y="198150"/>
                    <a:pt x="128783" y="197701"/>
                  </a:cubicBezTo>
                  <a:cubicBezTo>
                    <a:pt x="126868" y="197007"/>
                    <a:pt x="124887" y="196666"/>
                    <a:pt x="122922" y="196666"/>
                  </a:cubicBezTo>
                  <a:cubicBezTo>
                    <a:pt x="119163" y="196666"/>
                    <a:pt x="115460" y="197912"/>
                    <a:pt x="112376" y="200311"/>
                  </a:cubicBezTo>
                  <a:cubicBezTo>
                    <a:pt x="110386" y="201860"/>
                    <a:pt x="107988" y="202635"/>
                    <a:pt x="105591" y="202635"/>
                  </a:cubicBezTo>
                  <a:cubicBezTo>
                    <a:pt x="103193" y="202635"/>
                    <a:pt x="100795" y="201860"/>
                    <a:pt x="98806" y="200311"/>
                  </a:cubicBezTo>
                  <a:cubicBezTo>
                    <a:pt x="95721" y="197912"/>
                    <a:pt x="92018" y="196666"/>
                    <a:pt x="88259" y="196666"/>
                  </a:cubicBezTo>
                  <a:cubicBezTo>
                    <a:pt x="86294" y="196666"/>
                    <a:pt x="84313" y="197007"/>
                    <a:pt x="82398" y="197701"/>
                  </a:cubicBezTo>
                  <a:cubicBezTo>
                    <a:pt x="81160" y="198150"/>
                    <a:pt x="79885" y="198366"/>
                    <a:pt x="78626" y="198366"/>
                  </a:cubicBezTo>
                  <a:cubicBezTo>
                    <a:pt x="75039" y="198366"/>
                    <a:pt x="71581" y="196616"/>
                    <a:pt x="69480" y="193526"/>
                  </a:cubicBezTo>
                  <a:cubicBezTo>
                    <a:pt x="66294" y="188730"/>
                    <a:pt x="61001" y="185948"/>
                    <a:pt x="55286" y="185948"/>
                  </a:cubicBezTo>
                  <a:cubicBezTo>
                    <a:pt x="55092" y="185948"/>
                    <a:pt x="54898" y="185951"/>
                    <a:pt x="54704" y="185958"/>
                  </a:cubicBezTo>
                  <a:cubicBezTo>
                    <a:pt x="54582" y="185962"/>
                    <a:pt x="54460" y="185964"/>
                    <a:pt x="54339" y="185964"/>
                  </a:cubicBezTo>
                  <a:cubicBezTo>
                    <a:pt x="49401" y="185964"/>
                    <a:pt x="45080" y="182742"/>
                    <a:pt x="43711" y="177999"/>
                  </a:cubicBezTo>
                  <a:cubicBezTo>
                    <a:pt x="42080" y="172290"/>
                    <a:pt x="37676" y="167886"/>
                    <a:pt x="31968" y="166255"/>
                  </a:cubicBezTo>
                  <a:cubicBezTo>
                    <a:pt x="27107" y="164853"/>
                    <a:pt x="23813" y="160351"/>
                    <a:pt x="24008" y="155263"/>
                  </a:cubicBezTo>
                  <a:cubicBezTo>
                    <a:pt x="24204" y="149326"/>
                    <a:pt x="21399" y="143780"/>
                    <a:pt x="16440" y="140486"/>
                  </a:cubicBezTo>
                  <a:cubicBezTo>
                    <a:pt x="12265" y="137648"/>
                    <a:pt x="10536" y="132331"/>
                    <a:pt x="12265" y="127568"/>
                  </a:cubicBezTo>
                  <a:cubicBezTo>
                    <a:pt x="14288" y="121990"/>
                    <a:pt x="13309" y="115858"/>
                    <a:pt x="9656" y="111160"/>
                  </a:cubicBezTo>
                  <a:cubicBezTo>
                    <a:pt x="6557" y="107181"/>
                    <a:pt x="6557" y="101570"/>
                    <a:pt x="9656" y="97591"/>
                  </a:cubicBezTo>
                  <a:cubicBezTo>
                    <a:pt x="13309" y="92893"/>
                    <a:pt x="14288" y="86761"/>
                    <a:pt x="12265" y="81183"/>
                  </a:cubicBezTo>
                  <a:cubicBezTo>
                    <a:pt x="10536" y="76420"/>
                    <a:pt x="12265" y="71103"/>
                    <a:pt x="16440" y="68298"/>
                  </a:cubicBezTo>
                  <a:cubicBezTo>
                    <a:pt x="21399" y="64971"/>
                    <a:pt x="24204" y="59425"/>
                    <a:pt x="24008" y="53489"/>
                  </a:cubicBezTo>
                  <a:cubicBezTo>
                    <a:pt x="23813" y="48400"/>
                    <a:pt x="27107" y="43898"/>
                    <a:pt x="31968" y="42496"/>
                  </a:cubicBezTo>
                  <a:cubicBezTo>
                    <a:pt x="32294" y="42430"/>
                    <a:pt x="32587" y="42300"/>
                    <a:pt x="32881" y="42202"/>
                  </a:cubicBezTo>
                  <a:cubicBezTo>
                    <a:pt x="34479" y="41648"/>
                    <a:pt x="35327" y="39919"/>
                    <a:pt x="34773" y="38320"/>
                  </a:cubicBezTo>
                  <a:cubicBezTo>
                    <a:pt x="34333" y="37054"/>
                    <a:pt x="33157" y="36259"/>
                    <a:pt x="31892" y="36259"/>
                  </a:cubicBezTo>
                  <a:cubicBezTo>
                    <a:pt x="31561" y="36259"/>
                    <a:pt x="31223" y="36313"/>
                    <a:pt x="30891" y="36428"/>
                  </a:cubicBezTo>
                  <a:cubicBezTo>
                    <a:pt x="30695" y="36494"/>
                    <a:pt x="30500" y="36559"/>
                    <a:pt x="30271" y="36624"/>
                  </a:cubicBezTo>
                  <a:cubicBezTo>
                    <a:pt x="22703" y="38810"/>
                    <a:pt x="17615" y="45823"/>
                    <a:pt x="17876" y="53684"/>
                  </a:cubicBezTo>
                  <a:cubicBezTo>
                    <a:pt x="18006" y="57501"/>
                    <a:pt x="16212" y="61089"/>
                    <a:pt x="13048" y="63209"/>
                  </a:cubicBezTo>
                  <a:cubicBezTo>
                    <a:pt x="6491" y="67613"/>
                    <a:pt x="3817" y="75866"/>
                    <a:pt x="6524" y="83271"/>
                  </a:cubicBezTo>
                  <a:cubicBezTo>
                    <a:pt x="7829" y="86859"/>
                    <a:pt x="7209" y="90806"/>
                    <a:pt x="4860" y="93839"/>
                  </a:cubicBezTo>
                  <a:cubicBezTo>
                    <a:pt x="0" y="100037"/>
                    <a:pt x="0" y="108714"/>
                    <a:pt x="4860" y="114912"/>
                  </a:cubicBezTo>
                  <a:cubicBezTo>
                    <a:pt x="7209" y="117945"/>
                    <a:pt x="7829" y="121892"/>
                    <a:pt x="6524" y="125481"/>
                  </a:cubicBezTo>
                  <a:cubicBezTo>
                    <a:pt x="3817" y="132885"/>
                    <a:pt x="6491" y="141138"/>
                    <a:pt x="13048" y="145542"/>
                  </a:cubicBezTo>
                  <a:cubicBezTo>
                    <a:pt x="16212" y="147695"/>
                    <a:pt x="18006" y="151250"/>
                    <a:pt x="17876" y="155067"/>
                  </a:cubicBezTo>
                  <a:cubicBezTo>
                    <a:pt x="17615" y="162928"/>
                    <a:pt x="22703" y="169941"/>
                    <a:pt x="30271" y="172127"/>
                  </a:cubicBezTo>
                  <a:cubicBezTo>
                    <a:pt x="33957" y="173171"/>
                    <a:pt x="36795" y="176009"/>
                    <a:pt x="37839" y="179695"/>
                  </a:cubicBezTo>
                  <a:cubicBezTo>
                    <a:pt x="39971" y="187077"/>
                    <a:pt x="46696" y="192100"/>
                    <a:pt x="54322" y="192100"/>
                  </a:cubicBezTo>
                  <a:cubicBezTo>
                    <a:pt x="54514" y="192100"/>
                    <a:pt x="54706" y="192097"/>
                    <a:pt x="54899" y="192090"/>
                  </a:cubicBezTo>
                  <a:cubicBezTo>
                    <a:pt x="55030" y="192086"/>
                    <a:pt x="55161" y="192084"/>
                    <a:pt x="55291" y="192084"/>
                  </a:cubicBezTo>
                  <a:cubicBezTo>
                    <a:pt x="58987" y="192084"/>
                    <a:pt x="62345" y="193862"/>
                    <a:pt x="64424" y="196918"/>
                  </a:cubicBezTo>
                  <a:cubicBezTo>
                    <a:pt x="67679" y="201763"/>
                    <a:pt x="73035" y="204489"/>
                    <a:pt x="78598" y="204489"/>
                  </a:cubicBezTo>
                  <a:cubicBezTo>
                    <a:pt x="80562" y="204489"/>
                    <a:pt x="82553" y="204149"/>
                    <a:pt x="84486" y="203442"/>
                  </a:cubicBezTo>
                  <a:cubicBezTo>
                    <a:pt x="85724" y="202992"/>
                    <a:pt x="87004" y="202771"/>
                    <a:pt x="88276" y="202771"/>
                  </a:cubicBezTo>
                  <a:cubicBezTo>
                    <a:pt x="90689" y="202771"/>
                    <a:pt x="93067" y="203567"/>
                    <a:pt x="95054" y="205106"/>
                  </a:cubicBezTo>
                  <a:cubicBezTo>
                    <a:pt x="98153" y="207552"/>
                    <a:pt x="101872" y="208759"/>
                    <a:pt x="105591" y="208759"/>
                  </a:cubicBezTo>
                  <a:cubicBezTo>
                    <a:pt x="109309" y="208759"/>
                    <a:pt x="113028" y="207552"/>
                    <a:pt x="116127" y="205106"/>
                  </a:cubicBezTo>
                  <a:cubicBezTo>
                    <a:pt x="118114" y="203567"/>
                    <a:pt x="120492" y="202771"/>
                    <a:pt x="122906" y="202771"/>
                  </a:cubicBezTo>
                  <a:cubicBezTo>
                    <a:pt x="124177" y="202771"/>
                    <a:pt x="125458" y="202992"/>
                    <a:pt x="126696" y="203442"/>
                  </a:cubicBezTo>
                  <a:cubicBezTo>
                    <a:pt x="128628" y="204149"/>
                    <a:pt x="130619" y="204489"/>
                    <a:pt x="132584" y="204489"/>
                  </a:cubicBezTo>
                  <a:cubicBezTo>
                    <a:pt x="138146" y="204489"/>
                    <a:pt x="143503" y="201763"/>
                    <a:pt x="146757" y="196918"/>
                  </a:cubicBezTo>
                  <a:cubicBezTo>
                    <a:pt x="148836" y="193862"/>
                    <a:pt x="152225" y="192084"/>
                    <a:pt x="155893" y="192084"/>
                  </a:cubicBezTo>
                  <a:cubicBezTo>
                    <a:pt x="156022" y="192084"/>
                    <a:pt x="156152" y="192086"/>
                    <a:pt x="156282" y="192090"/>
                  </a:cubicBezTo>
                  <a:cubicBezTo>
                    <a:pt x="156475" y="192097"/>
                    <a:pt x="156667" y="192100"/>
                    <a:pt x="156859" y="192100"/>
                  </a:cubicBezTo>
                  <a:cubicBezTo>
                    <a:pt x="164485" y="192100"/>
                    <a:pt x="171210" y="187077"/>
                    <a:pt x="173342" y="179695"/>
                  </a:cubicBezTo>
                  <a:cubicBezTo>
                    <a:pt x="174386" y="176009"/>
                    <a:pt x="177224" y="173171"/>
                    <a:pt x="180910" y="172127"/>
                  </a:cubicBezTo>
                  <a:cubicBezTo>
                    <a:pt x="188478" y="169941"/>
                    <a:pt x="193566" y="162928"/>
                    <a:pt x="193305" y="155067"/>
                  </a:cubicBezTo>
                  <a:cubicBezTo>
                    <a:pt x="193175" y="151250"/>
                    <a:pt x="194969" y="147695"/>
                    <a:pt x="198133" y="145542"/>
                  </a:cubicBezTo>
                  <a:cubicBezTo>
                    <a:pt x="204690" y="141138"/>
                    <a:pt x="207365" y="132885"/>
                    <a:pt x="204657" y="125481"/>
                  </a:cubicBezTo>
                  <a:cubicBezTo>
                    <a:pt x="203352" y="121892"/>
                    <a:pt x="203972" y="117945"/>
                    <a:pt x="206321" y="114912"/>
                  </a:cubicBezTo>
                  <a:cubicBezTo>
                    <a:pt x="211181" y="108714"/>
                    <a:pt x="211181" y="100037"/>
                    <a:pt x="206321" y="93839"/>
                  </a:cubicBezTo>
                  <a:cubicBezTo>
                    <a:pt x="203972" y="90806"/>
                    <a:pt x="203352" y="86859"/>
                    <a:pt x="204657" y="83271"/>
                  </a:cubicBezTo>
                  <a:cubicBezTo>
                    <a:pt x="207365" y="75866"/>
                    <a:pt x="204690" y="67613"/>
                    <a:pt x="198133" y="63209"/>
                  </a:cubicBezTo>
                  <a:cubicBezTo>
                    <a:pt x="194969" y="61089"/>
                    <a:pt x="193175" y="57501"/>
                    <a:pt x="193305" y="53684"/>
                  </a:cubicBezTo>
                  <a:cubicBezTo>
                    <a:pt x="193566" y="45823"/>
                    <a:pt x="188478" y="38810"/>
                    <a:pt x="180910" y="36624"/>
                  </a:cubicBezTo>
                  <a:cubicBezTo>
                    <a:pt x="177224" y="35580"/>
                    <a:pt x="174386" y="32742"/>
                    <a:pt x="173342" y="29056"/>
                  </a:cubicBezTo>
                  <a:cubicBezTo>
                    <a:pt x="171210" y="21674"/>
                    <a:pt x="164485" y="16651"/>
                    <a:pt x="156859" y="16651"/>
                  </a:cubicBezTo>
                  <a:cubicBezTo>
                    <a:pt x="156667" y="16651"/>
                    <a:pt x="156475" y="16654"/>
                    <a:pt x="156282" y="16661"/>
                  </a:cubicBezTo>
                  <a:cubicBezTo>
                    <a:pt x="156151" y="16665"/>
                    <a:pt x="156020" y="16667"/>
                    <a:pt x="155890" y="16667"/>
                  </a:cubicBezTo>
                  <a:cubicBezTo>
                    <a:pt x="152194" y="16667"/>
                    <a:pt x="148836" y="14889"/>
                    <a:pt x="146757" y="11833"/>
                  </a:cubicBezTo>
                  <a:cubicBezTo>
                    <a:pt x="143503" y="6988"/>
                    <a:pt x="138146" y="4262"/>
                    <a:pt x="132584" y="4262"/>
                  </a:cubicBezTo>
                  <a:cubicBezTo>
                    <a:pt x="130619" y="4262"/>
                    <a:pt x="128628" y="4602"/>
                    <a:pt x="126696" y="5309"/>
                  </a:cubicBezTo>
                  <a:cubicBezTo>
                    <a:pt x="125458" y="5759"/>
                    <a:pt x="124177" y="5980"/>
                    <a:pt x="122906" y="5980"/>
                  </a:cubicBezTo>
                  <a:cubicBezTo>
                    <a:pt x="120492" y="5980"/>
                    <a:pt x="118114" y="5184"/>
                    <a:pt x="116127" y="3645"/>
                  </a:cubicBezTo>
                  <a:cubicBezTo>
                    <a:pt x="113028" y="1215"/>
                    <a:pt x="109309" y="0"/>
                    <a:pt x="105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C9503AA0-77BC-6622-69DB-F74F9981C387}"/>
              </a:ext>
            </a:extLst>
          </p:cNvPr>
          <p:cNvGrpSpPr/>
          <p:nvPr/>
        </p:nvGrpSpPr>
        <p:grpSpPr>
          <a:xfrm>
            <a:off x="6776464" y="2340270"/>
            <a:ext cx="464496" cy="462829"/>
            <a:chOff x="1184900" y="244625"/>
            <a:chExt cx="5224925" cy="5206175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7F35B192-FA1E-E0D1-7A31-A36825EA88D3}"/>
                </a:ext>
              </a:extLst>
            </p:cNvPr>
            <p:cNvSpPr/>
            <p:nvPr/>
          </p:nvSpPr>
          <p:spPr>
            <a:xfrm>
              <a:off x="1370825" y="3465025"/>
              <a:ext cx="1436125" cy="1909675"/>
            </a:xfrm>
            <a:custGeom>
              <a:avLst/>
              <a:gdLst/>
              <a:ahLst/>
              <a:cxnLst/>
              <a:rect l="l" t="t" r="r" b="b"/>
              <a:pathLst>
                <a:path w="57445" h="76387" extrusionOk="0">
                  <a:moveTo>
                    <a:pt x="34545" y="1"/>
                  </a:moveTo>
                  <a:lnTo>
                    <a:pt x="17518" y="40678"/>
                  </a:lnTo>
                  <a:cubicBezTo>
                    <a:pt x="16931" y="42048"/>
                    <a:pt x="16017" y="43222"/>
                    <a:pt x="14843" y="44135"/>
                  </a:cubicBezTo>
                  <a:lnTo>
                    <a:pt x="2121" y="53824"/>
                  </a:lnTo>
                  <a:cubicBezTo>
                    <a:pt x="523" y="55063"/>
                    <a:pt x="1" y="57216"/>
                    <a:pt x="882" y="59043"/>
                  </a:cubicBezTo>
                  <a:cubicBezTo>
                    <a:pt x="1860" y="61000"/>
                    <a:pt x="3459" y="63610"/>
                    <a:pt x="5905" y="66252"/>
                  </a:cubicBezTo>
                  <a:cubicBezTo>
                    <a:pt x="6136" y="66502"/>
                    <a:pt x="6459" y="66628"/>
                    <a:pt x="6785" y="66628"/>
                  </a:cubicBezTo>
                  <a:cubicBezTo>
                    <a:pt x="7011" y="66628"/>
                    <a:pt x="7238" y="66568"/>
                    <a:pt x="7438" y="66447"/>
                  </a:cubicBezTo>
                  <a:lnTo>
                    <a:pt x="16572" y="60706"/>
                  </a:lnTo>
                  <a:lnTo>
                    <a:pt x="16996" y="73102"/>
                  </a:lnTo>
                  <a:cubicBezTo>
                    <a:pt x="17029" y="73591"/>
                    <a:pt x="17322" y="74015"/>
                    <a:pt x="17779" y="74211"/>
                  </a:cubicBezTo>
                  <a:cubicBezTo>
                    <a:pt x="21961" y="75826"/>
                    <a:pt x="25856" y="76387"/>
                    <a:pt x="29245" y="76387"/>
                  </a:cubicBezTo>
                  <a:cubicBezTo>
                    <a:pt x="33179" y="76387"/>
                    <a:pt x="36430" y="75632"/>
                    <a:pt x="38656" y="74896"/>
                  </a:cubicBezTo>
                  <a:cubicBezTo>
                    <a:pt x="40580" y="74276"/>
                    <a:pt x="41754" y="72384"/>
                    <a:pt x="41493" y="70362"/>
                  </a:cubicBezTo>
                  <a:lnTo>
                    <a:pt x="39765" y="56694"/>
                  </a:lnTo>
                  <a:cubicBezTo>
                    <a:pt x="39569" y="55226"/>
                    <a:pt x="39797" y="53758"/>
                    <a:pt x="40352" y="52388"/>
                  </a:cubicBezTo>
                  <a:lnTo>
                    <a:pt x="57445" y="11548"/>
                  </a:lnTo>
                  <a:lnTo>
                    <a:pt x="345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62B39346-9B01-231D-B03E-15342E402445}"/>
                </a:ext>
              </a:extLst>
            </p:cNvPr>
            <p:cNvSpPr/>
            <p:nvPr/>
          </p:nvSpPr>
          <p:spPr>
            <a:xfrm>
              <a:off x="1794075" y="3634650"/>
              <a:ext cx="1012875" cy="1740050"/>
            </a:xfrm>
            <a:custGeom>
              <a:avLst/>
              <a:gdLst/>
              <a:ahLst/>
              <a:cxnLst/>
              <a:rect l="l" t="t" r="r" b="b"/>
              <a:pathLst>
                <a:path w="40515" h="69602" extrusionOk="0">
                  <a:moveTo>
                    <a:pt x="31055" y="1"/>
                  </a:moveTo>
                  <a:lnTo>
                    <a:pt x="14288" y="39993"/>
                  </a:lnTo>
                  <a:cubicBezTo>
                    <a:pt x="13701" y="41363"/>
                    <a:pt x="13505" y="42831"/>
                    <a:pt x="13701" y="44299"/>
                  </a:cubicBezTo>
                  <a:lnTo>
                    <a:pt x="15430" y="57966"/>
                  </a:lnTo>
                  <a:cubicBezTo>
                    <a:pt x="15691" y="59989"/>
                    <a:pt x="14484" y="61881"/>
                    <a:pt x="12592" y="62500"/>
                  </a:cubicBezTo>
                  <a:cubicBezTo>
                    <a:pt x="10377" y="63221"/>
                    <a:pt x="7147" y="63983"/>
                    <a:pt x="3252" y="63983"/>
                  </a:cubicBezTo>
                  <a:cubicBezTo>
                    <a:pt x="2213" y="63983"/>
                    <a:pt x="1127" y="63929"/>
                    <a:pt x="1" y="63805"/>
                  </a:cubicBezTo>
                  <a:lnTo>
                    <a:pt x="1" y="63805"/>
                  </a:lnTo>
                  <a:lnTo>
                    <a:pt x="66" y="66317"/>
                  </a:lnTo>
                  <a:cubicBezTo>
                    <a:pt x="99" y="66806"/>
                    <a:pt x="392" y="67230"/>
                    <a:pt x="849" y="67426"/>
                  </a:cubicBezTo>
                  <a:cubicBezTo>
                    <a:pt x="5031" y="69041"/>
                    <a:pt x="8926" y="69602"/>
                    <a:pt x="12315" y="69602"/>
                  </a:cubicBezTo>
                  <a:cubicBezTo>
                    <a:pt x="16249" y="69602"/>
                    <a:pt x="19500" y="68847"/>
                    <a:pt x="21726" y="68111"/>
                  </a:cubicBezTo>
                  <a:cubicBezTo>
                    <a:pt x="23650" y="67491"/>
                    <a:pt x="24824" y="65599"/>
                    <a:pt x="24563" y="63577"/>
                  </a:cubicBezTo>
                  <a:lnTo>
                    <a:pt x="22835" y="49909"/>
                  </a:lnTo>
                  <a:cubicBezTo>
                    <a:pt x="22639" y="48441"/>
                    <a:pt x="22867" y="46973"/>
                    <a:pt x="23422" y="45603"/>
                  </a:cubicBezTo>
                  <a:lnTo>
                    <a:pt x="40515" y="4763"/>
                  </a:lnTo>
                  <a:lnTo>
                    <a:pt x="31055" y="1"/>
                  </a:ln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>
              <a:extLst>
                <a:ext uri="{FF2B5EF4-FFF2-40B4-BE49-F238E27FC236}">
                  <a16:creationId xmlns:a16="http://schemas.microsoft.com/office/drawing/2014/main" id="{EE6455A9-69B4-40B1-A477-C63C02914C9E}"/>
                </a:ext>
              </a:extLst>
            </p:cNvPr>
            <p:cNvSpPr/>
            <p:nvPr/>
          </p:nvSpPr>
          <p:spPr>
            <a:xfrm>
              <a:off x="3902950" y="961450"/>
              <a:ext cx="1787600" cy="641025"/>
            </a:xfrm>
            <a:custGeom>
              <a:avLst/>
              <a:gdLst/>
              <a:ahLst/>
              <a:cxnLst/>
              <a:rect l="l" t="t" r="r" b="b"/>
              <a:pathLst>
                <a:path w="71504" h="25641" extrusionOk="0">
                  <a:moveTo>
                    <a:pt x="18464" y="1"/>
                  </a:moveTo>
                  <a:cubicBezTo>
                    <a:pt x="8286" y="1"/>
                    <a:pt x="1" y="8286"/>
                    <a:pt x="1" y="18496"/>
                  </a:cubicBezTo>
                  <a:lnTo>
                    <a:pt x="1" y="25640"/>
                  </a:lnTo>
                  <a:lnTo>
                    <a:pt x="53041" y="25640"/>
                  </a:lnTo>
                  <a:cubicBezTo>
                    <a:pt x="63218" y="25640"/>
                    <a:pt x="71503" y="17387"/>
                    <a:pt x="71503" y="7145"/>
                  </a:cubicBezTo>
                  <a:lnTo>
                    <a:pt x="715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>
              <a:extLst>
                <a:ext uri="{FF2B5EF4-FFF2-40B4-BE49-F238E27FC236}">
                  <a16:creationId xmlns:a16="http://schemas.microsoft.com/office/drawing/2014/main" id="{3225E88F-4436-57FB-783C-110824393670}"/>
                </a:ext>
              </a:extLst>
            </p:cNvPr>
            <p:cNvSpPr/>
            <p:nvPr/>
          </p:nvSpPr>
          <p:spPr>
            <a:xfrm>
              <a:off x="3263600" y="1602450"/>
              <a:ext cx="1787600" cy="641000"/>
            </a:xfrm>
            <a:custGeom>
              <a:avLst/>
              <a:gdLst/>
              <a:ahLst/>
              <a:cxnLst/>
              <a:rect l="l" t="t" r="r" b="b"/>
              <a:pathLst>
                <a:path w="71504" h="25640" extrusionOk="0">
                  <a:moveTo>
                    <a:pt x="18464" y="0"/>
                  </a:moveTo>
                  <a:cubicBezTo>
                    <a:pt x="8286" y="0"/>
                    <a:pt x="1" y="8285"/>
                    <a:pt x="1" y="18495"/>
                  </a:cubicBezTo>
                  <a:lnTo>
                    <a:pt x="1" y="25639"/>
                  </a:lnTo>
                  <a:lnTo>
                    <a:pt x="53041" y="25639"/>
                  </a:lnTo>
                  <a:cubicBezTo>
                    <a:pt x="63218" y="25639"/>
                    <a:pt x="71503" y="17354"/>
                    <a:pt x="71503" y="7144"/>
                  </a:cubicBezTo>
                  <a:lnTo>
                    <a:pt x="715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>
              <a:extLst>
                <a:ext uri="{FF2B5EF4-FFF2-40B4-BE49-F238E27FC236}">
                  <a16:creationId xmlns:a16="http://schemas.microsoft.com/office/drawing/2014/main" id="{C0BE5D04-A334-5CB9-AE42-C10AE592A107}"/>
                </a:ext>
              </a:extLst>
            </p:cNvPr>
            <p:cNvSpPr/>
            <p:nvPr/>
          </p:nvSpPr>
          <p:spPr>
            <a:xfrm>
              <a:off x="3902950" y="961450"/>
              <a:ext cx="1787600" cy="641025"/>
            </a:xfrm>
            <a:custGeom>
              <a:avLst/>
              <a:gdLst/>
              <a:ahLst/>
              <a:cxnLst/>
              <a:rect l="l" t="t" r="r" b="b"/>
              <a:pathLst>
                <a:path w="71504" h="25641" extrusionOk="0">
                  <a:moveTo>
                    <a:pt x="61261" y="1"/>
                  </a:moveTo>
                  <a:lnTo>
                    <a:pt x="61261" y="6296"/>
                  </a:lnTo>
                  <a:cubicBezTo>
                    <a:pt x="61261" y="11320"/>
                    <a:pt x="57183" y="15397"/>
                    <a:pt x="52160" y="15397"/>
                  </a:cubicBezTo>
                  <a:lnTo>
                    <a:pt x="294" y="15397"/>
                  </a:lnTo>
                  <a:cubicBezTo>
                    <a:pt x="99" y="16409"/>
                    <a:pt x="1" y="17452"/>
                    <a:pt x="1" y="18496"/>
                  </a:cubicBezTo>
                  <a:lnTo>
                    <a:pt x="1" y="25640"/>
                  </a:lnTo>
                  <a:lnTo>
                    <a:pt x="53041" y="25640"/>
                  </a:lnTo>
                  <a:cubicBezTo>
                    <a:pt x="63218" y="25640"/>
                    <a:pt x="71503" y="17387"/>
                    <a:pt x="71503" y="7145"/>
                  </a:cubicBezTo>
                  <a:lnTo>
                    <a:pt x="71503" y="1"/>
                  </a:ln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>
              <a:extLst>
                <a:ext uri="{FF2B5EF4-FFF2-40B4-BE49-F238E27FC236}">
                  <a16:creationId xmlns:a16="http://schemas.microsoft.com/office/drawing/2014/main" id="{7E223783-4648-E3DB-3BFE-914ECC2D4EFD}"/>
                </a:ext>
              </a:extLst>
            </p:cNvPr>
            <p:cNvSpPr/>
            <p:nvPr/>
          </p:nvSpPr>
          <p:spPr>
            <a:xfrm>
              <a:off x="4546375" y="321300"/>
              <a:ext cx="1786775" cy="641000"/>
            </a:xfrm>
            <a:custGeom>
              <a:avLst/>
              <a:gdLst/>
              <a:ahLst/>
              <a:cxnLst/>
              <a:rect l="l" t="t" r="r" b="b"/>
              <a:pathLst>
                <a:path w="71471" h="25640" extrusionOk="0">
                  <a:moveTo>
                    <a:pt x="18464" y="0"/>
                  </a:moveTo>
                  <a:cubicBezTo>
                    <a:pt x="8254" y="0"/>
                    <a:pt x="1" y="8253"/>
                    <a:pt x="1" y="18496"/>
                  </a:cubicBezTo>
                  <a:lnTo>
                    <a:pt x="1" y="25639"/>
                  </a:lnTo>
                  <a:lnTo>
                    <a:pt x="53041" y="25639"/>
                  </a:lnTo>
                  <a:cubicBezTo>
                    <a:pt x="63218" y="25639"/>
                    <a:pt x="71471" y="17354"/>
                    <a:pt x="71471" y="7144"/>
                  </a:cubicBezTo>
                  <a:lnTo>
                    <a:pt x="71471" y="2708"/>
                  </a:lnTo>
                  <a:cubicBezTo>
                    <a:pt x="71471" y="1207"/>
                    <a:pt x="70264" y="0"/>
                    <a:pt x="687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>
              <a:extLst>
                <a:ext uri="{FF2B5EF4-FFF2-40B4-BE49-F238E27FC236}">
                  <a16:creationId xmlns:a16="http://schemas.microsoft.com/office/drawing/2014/main" id="{E0535C1E-9CC3-A955-5876-A9892BAB3CA0}"/>
                </a:ext>
              </a:extLst>
            </p:cNvPr>
            <p:cNvSpPr/>
            <p:nvPr/>
          </p:nvSpPr>
          <p:spPr>
            <a:xfrm>
              <a:off x="4546375" y="321300"/>
              <a:ext cx="1786775" cy="641000"/>
            </a:xfrm>
            <a:custGeom>
              <a:avLst/>
              <a:gdLst/>
              <a:ahLst/>
              <a:cxnLst/>
              <a:rect l="l" t="t" r="r" b="b"/>
              <a:pathLst>
                <a:path w="71471" h="25640" extrusionOk="0">
                  <a:moveTo>
                    <a:pt x="61228" y="0"/>
                  </a:moveTo>
                  <a:lnTo>
                    <a:pt x="61228" y="6263"/>
                  </a:lnTo>
                  <a:cubicBezTo>
                    <a:pt x="61228" y="11287"/>
                    <a:pt x="57183" y="15364"/>
                    <a:pt x="52160" y="15364"/>
                  </a:cubicBezTo>
                  <a:lnTo>
                    <a:pt x="262" y="15364"/>
                  </a:lnTo>
                  <a:cubicBezTo>
                    <a:pt x="99" y="16375"/>
                    <a:pt x="1" y="17419"/>
                    <a:pt x="1" y="18496"/>
                  </a:cubicBezTo>
                  <a:lnTo>
                    <a:pt x="1" y="25639"/>
                  </a:lnTo>
                  <a:lnTo>
                    <a:pt x="53041" y="25639"/>
                  </a:lnTo>
                  <a:cubicBezTo>
                    <a:pt x="63218" y="25639"/>
                    <a:pt x="71471" y="17354"/>
                    <a:pt x="71471" y="7144"/>
                  </a:cubicBezTo>
                  <a:lnTo>
                    <a:pt x="71471" y="2708"/>
                  </a:lnTo>
                  <a:cubicBezTo>
                    <a:pt x="71471" y="1207"/>
                    <a:pt x="70264" y="0"/>
                    <a:pt x="68763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>
              <a:extLst>
                <a:ext uri="{FF2B5EF4-FFF2-40B4-BE49-F238E27FC236}">
                  <a16:creationId xmlns:a16="http://schemas.microsoft.com/office/drawing/2014/main" id="{A98C2F20-2B84-596F-ACB1-483AEC0640ED}"/>
                </a:ext>
              </a:extLst>
            </p:cNvPr>
            <p:cNvSpPr/>
            <p:nvPr/>
          </p:nvSpPr>
          <p:spPr>
            <a:xfrm>
              <a:off x="3263600" y="1602450"/>
              <a:ext cx="1787600" cy="641000"/>
            </a:xfrm>
            <a:custGeom>
              <a:avLst/>
              <a:gdLst/>
              <a:ahLst/>
              <a:cxnLst/>
              <a:rect l="l" t="t" r="r" b="b"/>
              <a:pathLst>
                <a:path w="71504" h="25640" extrusionOk="0">
                  <a:moveTo>
                    <a:pt x="61228" y="0"/>
                  </a:moveTo>
                  <a:lnTo>
                    <a:pt x="61228" y="6296"/>
                  </a:lnTo>
                  <a:cubicBezTo>
                    <a:pt x="61228" y="11319"/>
                    <a:pt x="57183" y="15364"/>
                    <a:pt x="52160" y="15364"/>
                  </a:cubicBezTo>
                  <a:lnTo>
                    <a:pt x="294" y="15364"/>
                  </a:lnTo>
                  <a:cubicBezTo>
                    <a:pt x="99" y="16408"/>
                    <a:pt x="1" y="17452"/>
                    <a:pt x="1" y="18495"/>
                  </a:cubicBezTo>
                  <a:lnTo>
                    <a:pt x="1" y="25639"/>
                  </a:lnTo>
                  <a:lnTo>
                    <a:pt x="53041" y="25639"/>
                  </a:lnTo>
                  <a:cubicBezTo>
                    <a:pt x="63218" y="25639"/>
                    <a:pt x="71503" y="17354"/>
                    <a:pt x="71503" y="7144"/>
                  </a:cubicBezTo>
                  <a:lnTo>
                    <a:pt x="71503" y="0"/>
                  </a:ln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>
              <a:extLst>
                <a:ext uri="{FF2B5EF4-FFF2-40B4-BE49-F238E27FC236}">
                  <a16:creationId xmlns:a16="http://schemas.microsoft.com/office/drawing/2014/main" id="{4128392F-CF9F-AFF4-61B4-E1C321266F55}"/>
                </a:ext>
              </a:extLst>
            </p:cNvPr>
            <p:cNvSpPr/>
            <p:nvPr/>
          </p:nvSpPr>
          <p:spPr>
            <a:xfrm>
              <a:off x="2271950" y="2242600"/>
              <a:ext cx="2137450" cy="2585975"/>
            </a:xfrm>
            <a:custGeom>
              <a:avLst/>
              <a:gdLst/>
              <a:ahLst/>
              <a:cxnLst/>
              <a:rect l="l" t="t" r="r" b="b"/>
              <a:pathLst>
                <a:path w="85498" h="103439" extrusionOk="0">
                  <a:moveTo>
                    <a:pt x="38558" y="1"/>
                  </a:moveTo>
                  <a:cubicBezTo>
                    <a:pt x="30990" y="1"/>
                    <a:pt x="23846" y="2969"/>
                    <a:pt x="18464" y="8351"/>
                  </a:cubicBezTo>
                  <a:cubicBezTo>
                    <a:pt x="13082" y="13734"/>
                    <a:pt x="10146" y="20877"/>
                    <a:pt x="10146" y="28510"/>
                  </a:cubicBezTo>
                  <a:lnTo>
                    <a:pt x="10146" y="72612"/>
                  </a:lnTo>
                  <a:cubicBezTo>
                    <a:pt x="10146" y="74113"/>
                    <a:pt x="9754" y="75548"/>
                    <a:pt x="9004" y="76820"/>
                  </a:cubicBezTo>
                  <a:lnTo>
                    <a:pt x="1012" y="90716"/>
                  </a:lnTo>
                  <a:cubicBezTo>
                    <a:pt x="1" y="92445"/>
                    <a:pt x="360" y="94663"/>
                    <a:pt x="1893" y="96001"/>
                  </a:cubicBezTo>
                  <a:cubicBezTo>
                    <a:pt x="5285" y="98937"/>
                    <a:pt x="12168" y="103438"/>
                    <a:pt x="22378" y="103438"/>
                  </a:cubicBezTo>
                  <a:cubicBezTo>
                    <a:pt x="32556" y="103438"/>
                    <a:pt x="39438" y="98937"/>
                    <a:pt x="42831" y="96001"/>
                  </a:cubicBezTo>
                  <a:cubicBezTo>
                    <a:pt x="44364" y="94663"/>
                    <a:pt x="44723" y="92445"/>
                    <a:pt x="43712" y="90716"/>
                  </a:cubicBezTo>
                  <a:lnTo>
                    <a:pt x="36829" y="78778"/>
                  </a:lnTo>
                  <a:cubicBezTo>
                    <a:pt x="36111" y="77505"/>
                    <a:pt x="35720" y="76070"/>
                    <a:pt x="35720" y="74570"/>
                  </a:cubicBezTo>
                  <a:lnTo>
                    <a:pt x="35720" y="28510"/>
                  </a:lnTo>
                  <a:cubicBezTo>
                    <a:pt x="35720" y="27532"/>
                    <a:pt x="36176" y="26847"/>
                    <a:pt x="36568" y="26488"/>
                  </a:cubicBezTo>
                  <a:cubicBezTo>
                    <a:pt x="36927" y="26097"/>
                    <a:pt x="37612" y="25640"/>
                    <a:pt x="38558" y="25640"/>
                  </a:cubicBezTo>
                  <a:lnTo>
                    <a:pt x="67035" y="25640"/>
                  </a:lnTo>
                  <a:cubicBezTo>
                    <a:pt x="77245" y="25640"/>
                    <a:pt x="85498" y="17354"/>
                    <a:pt x="85498" y="7144"/>
                  </a:cubicBezTo>
                  <a:lnTo>
                    <a:pt x="854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>
              <a:extLst>
                <a:ext uri="{FF2B5EF4-FFF2-40B4-BE49-F238E27FC236}">
                  <a16:creationId xmlns:a16="http://schemas.microsoft.com/office/drawing/2014/main" id="{C5D7415E-B577-91ED-755D-87E726716AF8}"/>
                </a:ext>
              </a:extLst>
            </p:cNvPr>
            <p:cNvSpPr/>
            <p:nvPr/>
          </p:nvSpPr>
          <p:spPr>
            <a:xfrm>
              <a:off x="2575325" y="2242600"/>
              <a:ext cx="1834075" cy="2586775"/>
            </a:xfrm>
            <a:custGeom>
              <a:avLst/>
              <a:gdLst/>
              <a:ahLst/>
              <a:cxnLst/>
              <a:rect l="l" t="t" r="r" b="b"/>
              <a:pathLst>
                <a:path w="73363" h="103471" extrusionOk="0">
                  <a:moveTo>
                    <a:pt x="62533" y="1"/>
                  </a:moveTo>
                  <a:cubicBezTo>
                    <a:pt x="61098" y="8775"/>
                    <a:pt x="53497" y="15495"/>
                    <a:pt x="44331" y="15495"/>
                  </a:cubicBezTo>
                  <a:lnTo>
                    <a:pt x="24270" y="15528"/>
                  </a:lnTo>
                  <a:cubicBezTo>
                    <a:pt x="18072" y="15528"/>
                    <a:pt x="13048" y="20584"/>
                    <a:pt x="13016" y="26814"/>
                  </a:cubicBezTo>
                  <a:lnTo>
                    <a:pt x="12983" y="72939"/>
                  </a:lnTo>
                  <a:cubicBezTo>
                    <a:pt x="12983" y="74407"/>
                    <a:pt x="13375" y="75874"/>
                    <a:pt x="14125" y="77147"/>
                  </a:cubicBezTo>
                  <a:lnTo>
                    <a:pt x="21008" y="89085"/>
                  </a:lnTo>
                  <a:cubicBezTo>
                    <a:pt x="21986" y="90814"/>
                    <a:pt x="21628" y="93032"/>
                    <a:pt x="20127" y="94370"/>
                  </a:cubicBezTo>
                  <a:cubicBezTo>
                    <a:pt x="16767" y="97273"/>
                    <a:pt x="9982" y="101709"/>
                    <a:pt x="1" y="101807"/>
                  </a:cubicBezTo>
                  <a:cubicBezTo>
                    <a:pt x="2904" y="102786"/>
                    <a:pt x="6329" y="103471"/>
                    <a:pt x="10243" y="103471"/>
                  </a:cubicBezTo>
                  <a:cubicBezTo>
                    <a:pt x="20421" y="103471"/>
                    <a:pt x="27303" y="98937"/>
                    <a:pt x="30696" y="96001"/>
                  </a:cubicBezTo>
                  <a:cubicBezTo>
                    <a:pt x="32229" y="94663"/>
                    <a:pt x="32588" y="92445"/>
                    <a:pt x="31577" y="90716"/>
                  </a:cubicBezTo>
                  <a:lnTo>
                    <a:pt x="24694" y="78778"/>
                  </a:lnTo>
                  <a:cubicBezTo>
                    <a:pt x="23976" y="77505"/>
                    <a:pt x="23585" y="76070"/>
                    <a:pt x="23585" y="74570"/>
                  </a:cubicBezTo>
                  <a:lnTo>
                    <a:pt x="23585" y="28510"/>
                  </a:lnTo>
                  <a:cubicBezTo>
                    <a:pt x="23585" y="27532"/>
                    <a:pt x="24041" y="26847"/>
                    <a:pt x="24433" y="26488"/>
                  </a:cubicBezTo>
                  <a:cubicBezTo>
                    <a:pt x="24792" y="26097"/>
                    <a:pt x="25477" y="25640"/>
                    <a:pt x="26423" y="25640"/>
                  </a:cubicBezTo>
                  <a:lnTo>
                    <a:pt x="54900" y="25640"/>
                  </a:lnTo>
                  <a:cubicBezTo>
                    <a:pt x="65110" y="25640"/>
                    <a:pt x="73363" y="17354"/>
                    <a:pt x="73363" y="7144"/>
                  </a:cubicBezTo>
                  <a:lnTo>
                    <a:pt x="73363" y="1"/>
                  </a:ln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>
              <a:extLst>
                <a:ext uri="{FF2B5EF4-FFF2-40B4-BE49-F238E27FC236}">
                  <a16:creationId xmlns:a16="http://schemas.microsoft.com/office/drawing/2014/main" id="{FBB6CF1F-AC38-A03A-31BB-9DAE82E30924}"/>
                </a:ext>
              </a:extLst>
            </p:cNvPr>
            <p:cNvSpPr/>
            <p:nvPr/>
          </p:nvSpPr>
          <p:spPr>
            <a:xfrm>
              <a:off x="1263200" y="2883575"/>
              <a:ext cx="2617750" cy="1585700"/>
            </a:xfrm>
            <a:custGeom>
              <a:avLst/>
              <a:gdLst/>
              <a:ahLst/>
              <a:cxnLst/>
              <a:rect l="l" t="t" r="r" b="b"/>
              <a:pathLst>
                <a:path w="104710" h="63428" extrusionOk="0">
                  <a:moveTo>
                    <a:pt x="79136" y="1"/>
                  </a:moveTo>
                  <a:cubicBezTo>
                    <a:pt x="79136" y="3850"/>
                    <a:pt x="76004" y="6981"/>
                    <a:pt x="72155" y="6981"/>
                  </a:cubicBezTo>
                  <a:lnTo>
                    <a:pt x="56661" y="6981"/>
                  </a:lnTo>
                  <a:cubicBezTo>
                    <a:pt x="44852" y="6981"/>
                    <a:pt x="33794" y="11581"/>
                    <a:pt x="25444" y="19964"/>
                  </a:cubicBezTo>
                  <a:lnTo>
                    <a:pt x="21399" y="24009"/>
                  </a:lnTo>
                  <a:cubicBezTo>
                    <a:pt x="20355" y="25053"/>
                    <a:pt x="19050" y="25803"/>
                    <a:pt x="17615" y="26195"/>
                  </a:cubicBezTo>
                  <a:lnTo>
                    <a:pt x="3295" y="30044"/>
                  </a:lnTo>
                  <a:cubicBezTo>
                    <a:pt x="1338" y="30566"/>
                    <a:pt x="0" y="32425"/>
                    <a:pt x="163" y="34447"/>
                  </a:cubicBezTo>
                  <a:cubicBezTo>
                    <a:pt x="261" y="35720"/>
                    <a:pt x="457" y="37253"/>
                    <a:pt x="848" y="38949"/>
                  </a:cubicBezTo>
                  <a:cubicBezTo>
                    <a:pt x="970" y="39496"/>
                    <a:pt x="1460" y="39902"/>
                    <a:pt x="2027" y="39902"/>
                  </a:cubicBezTo>
                  <a:cubicBezTo>
                    <a:pt x="2069" y="39902"/>
                    <a:pt x="2111" y="39899"/>
                    <a:pt x="2153" y="39895"/>
                  </a:cubicBezTo>
                  <a:lnTo>
                    <a:pt x="10080" y="39112"/>
                  </a:lnTo>
                  <a:lnTo>
                    <a:pt x="5709" y="48768"/>
                  </a:lnTo>
                  <a:cubicBezTo>
                    <a:pt x="5513" y="49159"/>
                    <a:pt x="5578" y="49648"/>
                    <a:pt x="5807" y="49974"/>
                  </a:cubicBezTo>
                  <a:cubicBezTo>
                    <a:pt x="6818" y="51410"/>
                    <a:pt x="7992" y="52812"/>
                    <a:pt x="9362" y="54182"/>
                  </a:cubicBezTo>
                  <a:cubicBezTo>
                    <a:pt x="16571" y="61391"/>
                    <a:pt x="24563" y="63088"/>
                    <a:pt x="29064" y="63414"/>
                  </a:cubicBezTo>
                  <a:cubicBezTo>
                    <a:pt x="29176" y="63423"/>
                    <a:pt x="29287" y="63427"/>
                    <a:pt x="29398" y="63427"/>
                  </a:cubicBezTo>
                  <a:cubicBezTo>
                    <a:pt x="31288" y="63427"/>
                    <a:pt x="32975" y="62131"/>
                    <a:pt x="33468" y="60282"/>
                  </a:cubicBezTo>
                  <a:lnTo>
                    <a:pt x="37317" y="45897"/>
                  </a:lnTo>
                  <a:cubicBezTo>
                    <a:pt x="37676" y="44494"/>
                    <a:pt x="38426" y="43190"/>
                    <a:pt x="39470" y="42146"/>
                  </a:cubicBezTo>
                  <a:lnTo>
                    <a:pt x="43548" y="38068"/>
                  </a:lnTo>
                  <a:cubicBezTo>
                    <a:pt x="47038" y="34578"/>
                    <a:pt x="51703" y="32621"/>
                    <a:pt x="56661" y="32621"/>
                  </a:cubicBezTo>
                  <a:lnTo>
                    <a:pt x="72155" y="32621"/>
                  </a:lnTo>
                  <a:cubicBezTo>
                    <a:pt x="90129" y="32621"/>
                    <a:pt x="104710" y="18007"/>
                    <a:pt x="1047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>
              <a:extLst>
                <a:ext uri="{FF2B5EF4-FFF2-40B4-BE49-F238E27FC236}">
                  <a16:creationId xmlns:a16="http://schemas.microsoft.com/office/drawing/2014/main" id="{0703F233-BE6B-E710-3B38-9A0EDEC4F28B}"/>
                </a:ext>
              </a:extLst>
            </p:cNvPr>
            <p:cNvSpPr/>
            <p:nvPr/>
          </p:nvSpPr>
          <p:spPr>
            <a:xfrm>
              <a:off x="1416500" y="2883575"/>
              <a:ext cx="2464450" cy="1585700"/>
            </a:xfrm>
            <a:custGeom>
              <a:avLst/>
              <a:gdLst/>
              <a:ahLst/>
              <a:cxnLst/>
              <a:rect l="l" t="t" r="r" b="b"/>
              <a:pathLst>
                <a:path w="98578" h="63428" extrusionOk="0">
                  <a:moveTo>
                    <a:pt x="90847" y="1"/>
                  </a:moveTo>
                  <a:cubicBezTo>
                    <a:pt x="87618" y="14647"/>
                    <a:pt x="74602" y="25607"/>
                    <a:pt x="59043" y="25607"/>
                  </a:cubicBezTo>
                  <a:lnTo>
                    <a:pt x="43516" y="25607"/>
                  </a:lnTo>
                  <a:cubicBezTo>
                    <a:pt x="38590" y="25607"/>
                    <a:pt x="33925" y="27565"/>
                    <a:pt x="30402" y="31055"/>
                  </a:cubicBezTo>
                  <a:lnTo>
                    <a:pt x="26358" y="35132"/>
                  </a:lnTo>
                  <a:cubicBezTo>
                    <a:pt x="25314" y="36176"/>
                    <a:pt x="24563" y="37481"/>
                    <a:pt x="24172" y="38916"/>
                  </a:cubicBezTo>
                  <a:lnTo>
                    <a:pt x="20356" y="53269"/>
                  </a:lnTo>
                  <a:cubicBezTo>
                    <a:pt x="19862" y="55118"/>
                    <a:pt x="18176" y="56414"/>
                    <a:pt x="16285" y="56414"/>
                  </a:cubicBezTo>
                  <a:cubicBezTo>
                    <a:pt x="16175" y="56414"/>
                    <a:pt x="16064" y="56410"/>
                    <a:pt x="15952" y="56401"/>
                  </a:cubicBezTo>
                  <a:cubicBezTo>
                    <a:pt x="12233" y="56140"/>
                    <a:pt x="6068" y="54933"/>
                    <a:pt x="1" y="50431"/>
                  </a:cubicBezTo>
                  <a:lnTo>
                    <a:pt x="1" y="50431"/>
                  </a:lnTo>
                  <a:cubicBezTo>
                    <a:pt x="947" y="51703"/>
                    <a:pt x="1991" y="52943"/>
                    <a:pt x="3230" y="54182"/>
                  </a:cubicBezTo>
                  <a:cubicBezTo>
                    <a:pt x="10439" y="61391"/>
                    <a:pt x="18431" y="63088"/>
                    <a:pt x="22932" y="63414"/>
                  </a:cubicBezTo>
                  <a:cubicBezTo>
                    <a:pt x="23044" y="63423"/>
                    <a:pt x="23155" y="63427"/>
                    <a:pt x="23266" y="63427"/>
                  </a:cubicBezTo>
                  <a:cubicBezTo>
                    <a:pt x="25156" y="63427"/>
                    <a:pt x="26843" y="62131"/>
                    <a:pt x="27336" y="60282"/>
                  </a:cubicBezTo>
                  <a:lnTo>
                    <a:pt x="31185" y="45897"/>
                  </a:lnTo>
                  <a:cubicBezTo>
                    <a:pt x="31544" y="44494"/>
                    <a:pt x="32294" y="43190"/>
                    <a:pt x="33338" y="42146"/>
                  </a:cubicBezTo>
                  <a:lnTo>
                    <a:pt x="37416" y="38068"/>
                  </a:lnTo>
                  <a:cubicBezTo>
                    <a:pt x="40906" y="34578"/>
                    <a:pt x="45571" y="32621"/>
                    <a:pt x="50529" y="32621"/>
                  </a:cubicBezTo>
                  <a:lnTo>
                    <a:pt x="66023" y="32621"/>
                  </a:lnTo>
                  <a:cubicBezTo>
                    <a:pt x="83997" y="32621"/>
                    <a:pt x="98578" y="18007"/>
                    <a:pt x="98578" y="1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>
              <a:extLst>
                <a:ext uri="{FF2B5EF4-FFF2-40B4-BE49-F238E27FC236}">
                  <a16:creationId xmlns:a16="http://schemas.microsoft.com/office/drawing/2014/main" id="{4E814776-E037-09A1-239E-EA34CBBA2283}"/>
                </a:ext>
              </a:extLst>
            </p:cNvPr>
            <p:cNvSpPr/>
            <p:nvPr/>
          </p:nvSpPr>
          <p:spPr>
            <a:xfrm>
              <a:off x="1184900" y="244625"/>
              <a:ext cx="5224925" cy="5206175"/>
            </a:xfrm>
            <a:custGeom>
              <a:avLst/>
              <a:gdLst/>
              <a:ahLst/>
              <a:cxnLst/>
              <a:rect l="l" t="t" r="r" b="b"/>
              <a:pathLst>
                <a:path w="208997" h="208247" extrusionOk="0">
                  <a:moveTo>
                    <a:pt x="202896" y="6101"/>
                  </a:moveTo>
                  <a:lnTo>
                    <a:pt x="202896" y="10211"/>
                  </a:lnTo>
                  <a:cubicBezTo>
                    <a:pt x="202896" y="18725"/>
                    <a:pt x="195981" y="25640"/>
                    <a:pt x="187500" y="25640"/>
                  </a:cubicBezTo>
                  <a:lnTo>
                    <a:pt x="137526" y="25640"/>
                  </a:lnTo>
                  <a:lnTo>
                    <a:pt x="137526" y="21563"/>
                  </a:lnTo>
                  <a:cubicBezTo>
                    <a:pt x="137526" y="13049"/>
                    <a:pt x="144409" y="6101"/>
                    <a:pt x="152923" y="6101"/>
                  </a:cubicBezTo>
                  <a:close/>
                  <a:moveTo>
                    <a:pt x="177159" y="31740"/>
                  </a:moveTo>
                  <a:lnTo>
                    <a:pt x="177159" y="35818"/>
                  </a:lnTo>
                  <a:cubicBezTo>
                    <a:pt x="177159" y="44331"/>
                    <a:pt x="170244" y="51279"/>
                    <a:pt x="161763" y="51279"/>
                  </a:cubicBezTo>
                  <a:lnTo>
                    <a:pt x="154749" y="51279"/>
                  </a:lnTo>
                  <a:cubicBezTo>
                    <a:pt x="154717" y="51279"/>
                    <a:pt x="154684" y="51247"/>
                    <a:pt x="154651" y="51247"/>
                  </a:cubicBezTo>
                  <a:lnTo>
                    <a:pt x="131818" y="51247"/>
                  </a:lnTo>
                  <a:cubicBezTo>
                    <a:pt x="130154" y="51247"/>
                    <a:pt x="128784" y="52617"/>
                    <a:pt x="128784" y="54313"/>
                  </a:cubicBezTo>
                  <a:cubicBezTo>
                    <a:pt x="128784" y="56009"/>
                    <a:pt x="130154" y="57379"/>
                    <a:pt x="131818" y="57379"/>
                  </a:cubicBezTo>
                  <a:lnTo>
                    <a:pt x="151585" y="57379"/>
                  </a:lnTo>
                  <a:lnTo>
                    <a:pt x="151585" y="61457"/>
                  </a:lnTo>
                  <a:cubicBezTo>
                    <a:pt x="151585" y="69971"/>
                    <a:pt x="144670" y="76886"/>
                    <a:pt x="136189" y="76886"/>
                  </a:cubicBezTo>
                  <a:lnTo>
                    <a:pt x="86215" y="76886"/>
                  </a:lnTo>
                  <a:lnTo>
                    <a:pt x="86215" y="72808"/>
                  </a:lnTo>
                  <a:cubicBezTo>
                    <a:pt x="86215" y="64295"/>
                    <a:pt x="93130" y="57379"/>
                    <a:pt x="101612" y="57379"/>
                  </a:cubicBezTo>
                  <a:lnTo>
                    <a:pt x="117367" y="57379"/>
                  </a:lnTo>
                  <a:cubicBezTo>
                    <a:pt x="119063" y="57379"/>
                    <a:pt x="120433" y="56009"/>
                    <a:pt x="120433" y="54313"/>
                  </a:cubicBezTo>
                  <a:cubicBezTo>
                    <a:pt x="120433" y="52617"/>
                    <a:pt x="119063" y="51247"/>
                    <a:pt x="117367" y="51247"/>
                  </a:cubicBezTo>
                  <a:lnTo>
                    <a:pt x="111789" y="51247"/>
                  </a:lnTo>
                  <a:lnTo>
                    <a:pt x="111789" y="47169"/>
                  </a:lnTo>
                  <a:cubicBezTo>
                    <a:pt x="111789" y="38655"/>
                    <a:pt x="118704" y="31740"/>
                    <a:pt x="127186" y="31740"/>
                  </a:cubicBezTo>
                  <a:close/>
                  <a:moveTo>
                    <a:pt x="82529" y="82953"/>
                  </a:moveTo>
                  <a:cubicBezTo>
                    <a:pt x="82725" y="82986"/>
                    <a:pt x="82953" y="83019"/>
                    <a:pt x="83149" y="83019"/>
                  </a:cubicBezTo>
                  <a:lnTo>
                    <a:pt x="125946" y="83019"/>
                  </a:lnTo>
                  <a:lnTo>
                    <a:pt x="125946" y="87063"/>
                  </a:lnTo>
                  <a:cubicBezTo>
                    <a:pt x="125913" y="95577"/>
                    <a:pt x="119031" y="102493"/>
                    <a:pt x="110517" y="102493"/>
                  </a:cubicBezTo>
                  <a:lnTo>
                    <a:pt x="82040" y="102493"/>
                  </a:lnTo>
                  <a:cubicBezTo>
                    <a:pt x="80474" y="102493"/>
                    <a:pt x="79006" y="103112"/>
                    <a:pt x="77864" y="104221"/>
                  </a:cubicBezTo>
                  <a:cubicBezTo>
                    <a:pt x="76755" y="105363"/>
                    <a:pt x="76135" y="106831"/>
                    <a:pt x="76135" y="108429"/>
                  </a:cubicBezTo>
                  <a:lnTo>
                    <a:pt x="76135" y="109408"/>
                  </a:lnTo>
                  <a:cubicBezTo>
                    <a:pt x="75874" y="109441"/>
                    <a:pt x="75581" y="109506"/>
                    <a:pt x="75287" y="109506"/>
                  </a:cubicBezTo>
                  <a:lnTo>
                    <a:pt x="72058" y="109506"/>
                  </a:lnTo>
                  <a:cubicBezTo>
                    <a:pt x="70362" y="109506"/>
                    <a:pt x="69024" y="110876"/>
                    <a:pt x="69024" y="112539"/>
                  </a:cubicBezTo>
                  <a:cubicBezTo>
                    <a:pt x="69024" y="114236"/>
                    <a:pt x="70362" y="115606"/>
                    <a:pt x="72058" y="115606"/>
                  </a:cubicBezTo>
                  <a:lnTo>
                    <a:pt x="75287" y="115606"/>
                  </a:lnTo>
                  <a:cubicBezTo>
                    <a:pt x="79756" y="115606"/>
                    <a:pt x="83540" y="112670"/>
                    <a:pt x="84845" y="108625"/>
                  </a:cubicBezTo>
                  <a:lnTo>
                    <a:pt x="104645" y="108625"/>
                  </a:lnTo>
                  <a:cubicBezTo>
                    <a:pt x="103112" y="123500"/>
                    <a:pt x="90521" y="135145"/>
                    <a:pt x="75287" y="135145"/>
                  </a:cubicBezTo>
                  <a:lnTo>
                    <a:pt x="59793" y="135145"/>
                  </a:lnTo>
                  <a:cubicBezTo>
                    <a:pt x="54019" y="135145"/>
                    <a:pt x="48604" y="137396"/>
                    <a:pt x="44494" y="141473"/>
                  </a:cubicBezTo>
                  <a:lnTo>
                    <a:pt x="40449" y="145551"/>
                  </a:lnTo>
                  <a:cubicBezTo>
                    <a:pt x="39047" y="146953"/>
                    <a:pt x="38003" y="148748"/>
                    <a:pt x="37481" y="150672"/>
                  </a:cubicBezTo>
                  <a:lnTo>
                    <a:pt x="33664" y="165025"/>
                  </a:lnTo>
                  <a:cubicBezTo>
                    <a:pt x="33508" y="165558"/>
                    <a:pt x="33019" y="165940"/>
                    <a:pt x="32489" y="165940"/>
                  </a:cubicBezTo>
                  <a:cubicBezTo>
                    <a:pt x="32468" y="165940"/>
                    <a:pt x="32446" y="165939"/>
                    <a:pt x="32425" y="165938"/>
                  </a:cubicBezTo>
                  <a:cubicBezTo>
                    <a:pt x="28608" y="165645"/>
                    <a:pt x="21236" y="164177"/>
                    <a:pt x="14647" y="157588"/>
                  </a:cubicBezTo>
                  <a:cubicBezTo>
                    <a:pt x="13734" y="156642"/>
                    <a:pt x="12853" y="155663"/>
                    <a:pt x="12070" y="154619"/>
                  </a:cubicBezTo>
                  <a:lnTo>
                    <a:pt x="16017" y="145942"/>
                  </a:lnTo>
                  <a:cubicBezTo>
                    <a:pt x="16441" y="144964"/>
                    <a:pt x="16343" y="143789"/>
                    <a:pt x="15723" y="142909"/>
                  </a:cubicBezTo>
                  <a:cubicBezTo>
                    <a:pt x="15126" y="142102"/>
                    <a:pt x="14201" y="141624"/>
                    <a:pt x="13198" y="141624"/>
                  </a:cubicBezTo>
                  <a:cubicBezTo>
                    <a:pt x="13105" y="141624"/>
                    <a:pt x="13012" y="141628"/>
                    <a:pt x="12918" y="141636"/>
                  </a:cubicBezTo>
                  <a:lnTo>
                    <a:pt x="6622" y="142256"/>
                  </a:lnTo>
                  <a:cubicBezTo>
                    <a:pt x="6492" y="141408"/>
                    <a:pt x="6394" y="140593"/>
                    <a:pt x="6329" y="139777"/>
                  </a:cubicBezTo>
                  <a:cubicBezTo>
                    <a:pt x="6296" y="139223"/>
                    <a:pt x="6655" y="138701"/>
                    <a:pt x="7210" y="138538"/>
                  </a:cubicBezTo>
                  <a:lnTo>
                    <a:pt x="21562" y="134688"/>
                  </a:lnTo>
                  <a:cubicBezTo>
                    <a:pt x="23487" y="134166"/>
                    <a:pt x="25248" y="133155"/>
                    <a:pt x="26684" y="131720"/>
                  </a:cubicBezTo>
                  <a:lnTo>
                    <a:pt x="30729" y="127675"/>
                  </a:lnTo>
                  <a:cubicBezTo>
                    <a:pt x="38035" y="120336"/>
                    <a:pt x="47724" y="116095"/>
                    <a:pt x="57999" y="115638"/>
                  </a:cubicBezTo>
                  <a:cubicBezTo>
                    <a:pt x="59695" y="115573"/>
                    <a:pt x="61000" y="114138"/>
                    <a:pt x="60935" y="112474"/>
                  </a:cubicBezTo>
                  <a:cubicBezTo>
                    <a:pt x="60871" y="110819"/>
                    <a:pt x="59502" y="109536"/>
                    <a:pt x="57860" y="109536"/>
                  </a:cubicBezTo>
                  <a:cubicBezTo>
                    <a:pt x="57819" y="109536"/>
                    <a:pt x="57779" y="109537"/>
                    <a:pt x="57738" y="109538"/>
                  </a:cubicBezTo>
                  <a:cubicBezTo>
                    <a:pt x="57379" y="109538"/>
                    <a:pt x="57020" y="109571"/>
                    <a:pt x="56661" y="109604"/>
                  </a:cubicBezTo>
                  <a:lnTo>
                    <a:pt x="56661" y="108429"/>
                  </a:lnTo>
                  <a:cubicBezTo>
                    <a:pt x="56661" y="101612"/>
                    <a:pt x="59304" y="95218"/>
                    <a:pt x="64099" y="90423"/>
                  </a:cubicBezTo>
                  <a:cubicBezTo>
                    <a:pt x="68894" y="85628"/>
                    <a:pt x="75287" y="82986"/>
                    <a:pt x="82040" y="82986"/>
                  </a:cubicBezTo>
                  <a:lnTo>
                    <a:pt x="82529" y="82953"/>
                  </a:lnTo>
                  <a:close/>
                  <a:moveTo>
                    <a:pt x="50561" y="144279"/>
                  </a:moveTo>
                  <a:lnTo>
                    <a:pt x="50561" y="152531"/>
                  </a:lnTo>
                  <a:cubicBezTo>
                    <a:pt x="50561" y="153477"/>
                    <a:pt x="50333" y="154391"/>
                    <a:pt x="49844" y="155206"/>
                  </a:cubicBezTo>
                  <a:lnTo>
                    <a:pt x="41852" y="169102"/>
                  </a:lnTo>
                  <a:cubicBezTo>
                    <a:pt x="40123" y="172103"/>
                    <a:pt x="40743" y="175953"/>
                    <a:pt x="43385" y="178236"/>
                  </a:cubicBezTo>
                  <a:cubicBezTo>
                    <a:pt x="43874" y="178660"/>
                    <a:pt x="44462" y="179149"/>
                    <a:pt x="45147" y="179639"/>
                  </a:cubicBezTo>
                  <a:lnTo>
                    <a:pt x="44983" y="180030"/>
                  </a:lnTo>
                  <a:cubicBezTo>
                    <a:pt x="44201" y="181889"/>
                    <a:pt x="43907" y="183912"/>
                    <a:pt x="44168" y="185902"/>
                  </a:cubicBezTo>
                  <a:lnTo>
                    <a:pt x="45929" y="199569"/>
                  </a:lnTo>
                  <a:cubicBezTo>
                    <a:pt x="45995" y="200124"/>
                    <a:pt x="45668" y="200646"/>
                    <a:pt x="45147" y="200809"/>
                  </a:cubicBezTo>
                  <a:cubicBezTo>
                    <a:pt x="43249" y="201423"/>
                    <a:pt x="40290" y="202132"/>
                    <a:pt x="36651" y="202132"/>
                  </a:cubicBezTo>
                  <a:cubicBezTo>
                    <a:pt x="33910" y="202132"/>
                    <a:pt x="30783" y="201730"/>
                    <a:pt x="27434" y="200581"/>
                  </a:cubicBezTo>
                  <a:lnTo>
                    <a:pt x="27043" y="189425"/>
                  </a:lnTo>
                  <a:cubicBezTo>
                    <a:pt x="27010" y="188315"/>
                    <a:pt x="26390" y="187337"/>
                    <a:pt x="25412" y="186815"/>
                  </a:cubicBezTo>
                  <a:cubicBezTo>
                    <a:pt x="24974" y="186589"/>
                    <a:pt x="24489" y="186474"/>
                    <a:pt x="24002" y="186474"/>
                  </a:cubicBezTo>
                  <a:cubicBezTo>
                    <a:pt x="23436" y="186474"/>
                    <a:pt x="22869" y="186630"/>
                    <a:pt x="22378" y="186945"/>
                  </a:cubicBezTo>
                  <a:lnTo>
                    <a:pt x="14582" y="191838"/>
                  </a:lnTo>
                  <a:cubicBezTo>
                    <a:pt x="12853" y="189783"/>
                    <a:pt x="11744" y="187859"/>
                    <a:pt x="11059" y="186489"/>
                  </a:cubicBezTo>
                  <a:cubicBezTo>
                    <a:pt x="10830" y="185999"/>
                    <a:pt x="10961" y="185412"/>
                    <a:pt x="11385" y="185086"/>
                  </a:cubicBezTo>
                  <a:lnTo>
                    <a:pt x="24139" y="175365"/>
                  </a:lnTo>
                  <a:cubicBezTo>
                    <a:pt x="25542" y="174289"/>
                    <a:pt x="26684" y="172919"/>
                    <a:pt x="27467" y="171353"/>
                  </a:cubicBezTo>
                  <a:cubicBezTo>
                    <a:pt x="29195" y="171745"/>
                    <a:pt x="30729" y="171940"/>
                    <a:pt x="31968" y="172038"/>
                  </a:cubicBezTo>
                  <a:lnTo>
                    <a:pt x="32523" y="172038"/>
                  </a:lnTo>
                  <a:cubicBezTo>
                    <a:pt x="35785" y="172038"/>
                    <a:pt x="38688" y="169820"/>
                    <a:pt x="39536" y="166623"/>
                  </a:cubicBezTo>
                  <a:lnTo>
                    <a:pt x="43385" y="152270"/>
                  </a:lnTo>
                  <a:cubicBezTo>
                    <a:pt x="43613" y="151357"/>
                    <a:pt x="44103" y="150542"/>
                    <a:pt x="44755" y="149857"/>
                  </a:cubicBezTo>
                  <a:lnTo>
                    <a:pt x="48833" y="145812"/>
                  </a:lnTo>
                  <a:cubicBezTo>
                    <a:pt x="49387" y="145257"/>
                    <a:pt x="49942" y="144735"/>
                    <a:pt x="50561" y="144279"/>
                  </a:cubicBezTo>
                  <a:close/>
                  <a:moveTo>
                    <a:pt x="152923" y="1"/>
                  </a:moveTo>
                  <a:cubicBezTo>
                    <a:pt x="141049" y="1"/>
                    <a:pt x="131426" y="9656"/>
                    <a:pt x="131426" y="21563"/>
                  </a:cubicBezTo>
                  <a:lnTo>
                    <a:pt x="131426" y="25640"/>
                  </a:lnTo>
                  <a:lnTo>
                    <a:pt x="127186" y="25640"/>
                  </a:lnTo>
                  <a:cubicBezTo>
                    <a:pt x="115345" y="25640"/>
                    <a:pt x="105689" y="35296"/>
                    <a:pt x="105689" y="47169"/>
                  </a:cubicBezTo>
                  <a:lnTo>
                    <a:pt x="105689" y="51247"/>
                  </a:lnTo>
                  <a:lnTo>
                    <a:pt x="101612" y="51247"/>
                  </a:lnTo>
                  <a:cubicBezTo>
                    <a:pt x="89771" y="51247"/>
                    <a:pt x="80115" y="60935"/>
                    <a:pt x="80115" y="72808"/>
                  </a:cubicBezTo>
                  <a:lnTo>
                    <a:pt x="80115" y="76919"/>
                  </a:lnTo>
                  <a:cubicBezTo>
                    <a:pt x="72417" y="77408"/>
                    <a:pt x="65273" y="80605"/>
                    <a:pt x="59793" y="86117"/>
                  </a:cubicBezTo>
                  <a:cubicBezTo>
                    <a:pt x="53856" y="92054"/>
                    <a:pt x="50561" y="99981"/>
                    <a:pt x="50561" y="108429"/>
                  </a:cubicBezTo>
                  <a:lnTo>
                    <a:pt x="50561" y="110387"/>
                  </a:lnTo>
                  <a:cubicBezTo>
                    <a:pt x="41461" y="112213"/>
                    <a:pt x="33077" y="116682"/>
                    <a:pt x="26423" y="123337"/>
                  </a:cubicBezTo>
                  <a:lnTo>
                    <a:pt x="22378" y="127414"/>
                  </a:lnTo>
                  <a:cubicBezTo>
                    <a:pt x="21693" y="128067"/>
                    <a:pt x="20877" y="128556"/>
                    <a:pt x="19964" y="128784"/>
                  </a:cubicBezTo>
                  <a:lnTo>
                    <a:pt x="5644" y="132633"/>
                  </a:lnTo>
                  <a:cubicBezTo>
                    <a:pt x="2251" y="133547"/>
                    <a:pt x="1" y="136743"/>
                    <a:pt x="262" y="140234"/>
                  </a:cubicBezTo>
                  <a:cubicBezTo>
                    <a:pt x="359" y="141865"/>
                    <a:pt x="620" y="143561"/>
                    <a:pt x="1012" y="145192"/>
                  </a:cubicBezTo>
                  <a:cubicBezTo>
                    <a:pt x="1467" y="147133"/>
                    <a:pt x="3191" y="148510"/>
                    <a:pt x="5135" y="148510"/>
                  </a:cubicBezTo>
                  <a:cubicBezTo>
                    <a:pt x="5282" y="148510"/>
                    <a:pt x="5430" y="148503"/>
                    <a:pt x="5579" y="148487"/>
                  </a:cubicBezTo>
                  <a:lnTo>
                    <a:pt x="8253" y="148226"/>
                  </a:lnTo>
                  <a:lnTo>
                    <a:pt x="6068" y="153053"/>
                  </a:lnTo>
                  <a:cubicBezTo>
                    <a:pt x="5416" y="154456"/>
                    <a:pt x="5579" y="156087"/>
                    <a:pt x="6459" y="157327"/>
                  </a:cubicBezTo>
                  <a:cubicBezTo>
                    <a:pt x="7601" y="158925"/>
                    <a:pt x="8906" y="160458"/>
                    <a:pt x="10341" y="161893"/>
                  </a:cubicBezTo>
                  <a:cubicBezTo>
                    <a:pt x="14027" y="165579"/>
                    <a:pt x="17909" y="167928"/>
                    <a:pt x="21465" y="169461"/>
                  </a:cubicBezTo>
                  <a:cubicBezTo>
                    <a:pt x="21171" y="169853"/>
                    <a:pt x="20845" y="170211"/>
                    <a:pt x="20453" y="170505"/>
                  </a:cubicBezTo>
                  <a:lnTo>
                    <a:pt x="7699" y="180226"/>
                  </a:lnTo>
                  <a:cubicBezTo>
                    <a:pt x="4926" y="182313"/>
                    <a:pt x="4046" y="186097"/>
                    <a:pt x="5579" y="189196"/>
                  </a:cubicBezTo>
                  <a:cubicBezTo>
                    <a:pt x="6981" y="192034"/>
                    <a:pt x="8906" y="194774"/>
                    <a:pt x="11091" y="197155"/>
                  </a:cubicBezTo>
                  <a:cubicBezTo>
                    <a:pt x="11923" y="198045"/>
                    <a:pt x="13065" y="198511"/>
                    <a:pt x="14217" y="198511"/>
                  </a:cubicBezTo>
                  <a:cubicBezTo>
                    <a:pt x="15008" y="198511"/>
                    <a:pt x="15803" y="198292"/>
                    <a:pt x="16506" y="197840"/>
                  </a:cubicBezTo>
                  <a:lnTo>
                    <a:pt x="21138" y="194937"/>
                  </a:lnTo>
                  <a:lnTo>
                    <a:pt x="21399" y="202048"/>
                  </a:lnTo>
                  <a:cubicBezTo>
                    <a:pt x="21465" y="203745"/>
                    <a:pt x="22508" y="205245"/>
                    <a:pt x="24107" y="205865"/>
                  </a:cubicBezTo>
                  <a:cubicBezTo>
                    <a:pt x="28674" y="207659"/>
                    <a:pt x="32947" y="208246"/>
                    <a:pt x="36665" y="208246"/>
                  </a:cubicBezTo>
                  <a:cubicBezTo>
                    <a:pt x="41102" y="208246"/>
                    <a:pt x="44722" y="207398"/>
                    <a:pt x="47039" y="206615"/>
                  </a:cubicBezTo>
                  <a:cubicBezTo>
                    <a:pt x="50333" y="205539"/>
                    <a:pt x="52421" y="202244"/>
                    <a:pt x="51964" y="198819"/>
                  </a:cubicBezTo>
                  <a:lnTo>
                    <a:pt x="50235" y="185151"/>
                  </a:lnTo>
                  <a:cubicBezTo>
                    <a:pt x="50137" y="184368"/>
                    <a:pt x="50203" y="183618"/>
                    <a:pt x="50431" y="182868"/>
                  </a:cubicBezTo>
                  <a:cubicBezTo>
                    <a:pt x="54378" y="184825"/>
                    <a:pt x="59532" y="186423"/>
                    <a:pt x="65860" y="186423"/>
                  </a:cubicBezTo>
                  <a:cubicBezTo>
                    <a:pt x="67524" y="186423"/>
                    <a:pt x="68894" y="185053"/>
                    <a:pt x="68894" y="183390"/>
                  </a:cubicBezTo>
                  <a:cubicBezTo>
                    <a:pt x="68894" y="181694"/>
                    <a:pt x="67524" y="180324"/>
                    <a:pt x="65860" y="180324"/>
                  </a:cubicBezTo>
                  <a:cubicBezTo>
                    <a:pt x="56498" y="180324"/>
                    <a:pt x="50268" y="176116"/>
                    <a:pt x="47365" y="173604"/>
                  </a:cubicBezTo>
                  <a:cubicBezTo>
                    <a:pt x="46973" y="173245"/>
                    <a:pt x="46875" y="172658"/>
                    <a:pt x="47136" y="172169"/>
                  </a:cubicBezTo>
                  <a:lnTo>
                    <a:pt x="55128" y="158273"/>
                  </a:lnTo>
                  <a:cubicBezTo>
                    <a:pt x="56139" y="156544"/>
                    <a:pt x="56661" y="154554"/>
                    <a:pt x="56661" y="152531"/>
                  </a:cubicBezTo>
                  <a:lnTo>
                    <a:pt x="56661" y="141571"/>
                  </a:lnTo>
                  <a:cubicBezTo>
                    <a:pt x="57673" y="141343"/>
                    <a:pt x="58716" y="141245"/>
                    <a:pt x="59793" y="141245"/>
                  </a:cubicBezTo>
                  <a:lnTo>
                    <a:pt x="76135" y="141245"/>
                  </a:lnTo>
                  <a:lnTo>
                    <a:pt x="76135" y="154489"/>
                  </a:lnTo>
                  <a:cubicBezTo>
                    <a:pt x="76135" y="156511"/>
                    <a:pt x="76690" y="158501"/>
                    <a:pt x="77669" y="160230"/>
                  </a:cubicBezTo>
                  <a:lnTo>
                    <a:pt x="84551" y="172169"/>
                  </a:lnTo>
                  <a:cubicBezTo>
                    <a:pt x="84845" y="172658"/>
                    <a:pt x="84747" y="173245"/>
                    <a:pt x="84323" y="173604"/>
                  </a:cubicBezTo>
                  <a:cubicBezTo>
                    <a:pt x="83083" y="174680"/>
                    <a:pt x="81028" y="176246"/>
                    <a:pt x="78256" y="177551"/>
                  </a:cubicBezTo>
                  <a:cubicBezTo>
                    <a:pt x="76723" y="178301"/>
                    <a:pt x="76070" y="180128"/>
                    <a:pt x="76820" y="181628"/>
                  </a:cubicBezTo>
                  <a:cubicBezTo>
                    <a:pt x="77342" y="182737"/>
                    <a:pt x="78419" y="183390"/>
                    <a:pt x="79561" y="183390"/>
                  </a:cubicBezTo>
                  <a:cubicBezTo>
                    <a:pt x="80017" y="183390"/>
                    <a:pt x="80441" y="183292"/>
                    <a:pt x="80865" y="183096"/>
                  </a:cubicBezTo>
                  <a:cubicBezTo>
                    <a:pt x="83605" y="181791"/>
                    <a:pt x="86117" y="180160"/>
                    <a:pt x="88335" y="178236"/>
                  </a:cubicBezTo>
                  <a:cubicBezTo>
                    <a:pt x="90945" y="175953"/>
                    <a:pt x="91597" y="172136"/>
                    <a:pt x="89836" y="169102"/>
                  </a:cubicBezTo>
                  <a:lnTo>
                    <a:pt x="82986" y="157163"/>
                  </a:lnTo>
                  <a:cubicBezTo>
                    <a:pt x="82496" y="156348"/>
                    <a:pt x="82268" y="155435"/>
                    <a:pt x="82268" y="154489"/>
                  </a:cubicBezTo>
                  <a:lnTo>
                    <a:pt x="82268" y="140560"/>
                  </a:lnTo>
                  <a:cubicBezTo>
                    <a:pt x="97599" y="137494"/>
                    <a:pt x="109408" y="124544"/>
                    <a:pt x="110778" y="108592"/>
                  </a:cubicBezTo>
                  <a:cubicBezTo>
                    <a:pt x="122521" y="108462"/>
                    <a:pt x="132046" y="98872"/>
                    <a:pt x="132046" y="87063"/>
                  </a:cubicBezTo>
                  <a:lnTo>
                    <a:pt x="132046" y="83019"/>
                  </a:lnTo>
                  <a:lnTo>
                    <a:pt x="136189" y="83019"/>
                  </a:lnTo>
                  <a:cubicBezTo>
                    <a:pt x="148030" y="83019"/>
                    <a:pt x="157685" y="73363"/>
                    <a:pt x="157685" y="61457"/>
                  </a:cubicBezTo>
                  <a:lnTo>
                    <a:pt x="157685" y="57379"/>
                  </a:lnTo>
                  <a:lnTo>
                    <a:pt x="161763" y="57379"/>
                  </a:lnTo>
                  <a:cubicBezTo>
                    <a:pt x="173636" y="57379"/>
                    <a:pt x="183259" y="47724"/>
                    <a:pt x="183259" y="35818"/>
                  </a:cubicBezTo>
                  <a:lnTo>
                    <a:pt x="183259" y="31740"/>
                  </a:lnTo>
                  <a:lnTo>
                    <a:pt x="187500" y="31740"/>
                  </a:lnTo>
                  <a:cubicBezTo>
                    <a:pt x="199341" y="31740"/>
                    <a:pt x="208996" y="22085"/>
                    <a:pt x="208996" y="10211"/>
                  </a:cubicBezTo>
                  <a:lnTo>
                    <a:pt x="208996" y="5775"/>
                  </a:lnTo>
                  <a:cubicBezTo>
                    <a:pt x="208996" y="2578"/>
                    <a:pt x="206419" y="1"/>
                    <a:pt x="203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9" name="Google Shape;609;p33">
            <a:extLst>
              <a:ext uri="{FF2B5EF4-FFF2-40B4-BE49-F238E27FC236}">
                <a16:creationId xmlns:a16="http://schemas.microsoft.com/office/drawing/2014/main" id="{A4D22967-DF86-62CD-E638-71755C2561EB}"/>
              </a:ext>
            </a:extLst>
          </p:cNvPr>
          <p:cNvSpPr/>
          <p:nvPr/>
        </p:nvSpPr>
        <p:spPr>
          <a:xfrm>
            <a:off x="694875" y="2344875"/>
            <a:ext cx="453900" cy="4539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8AB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04</a:t>
            </a:r>
            <a:endParaRPr dirty="0"/>
          </a:p>
        </p:txBody>
      </p:sp>
      <p:cxnSp>
        <p:nvCxnSpPr>
          <p:cNvPr id="610" name="Google Shape;610;p33">
            <a:extLst>
              <a:ext uri="{FF2B5EF4-FFF2-40B4-BE49-F238E27FC236}">
                <a16:creationId xmlns:a16="http://schemas.microsoft.com/office/drawing/2014/main" id="{54AD602B-5011-BB0D-8202-7455ACFE5854}"/>
              </a:ext>
            </a:extLst>
          </p:cNvPr>
          <p:cNvCxnSpPr>
            <a:stCxn id="609" idx="6"/>
            <a:endCxn id="548" idx="2"/>
          </p:cNvCxnSpPr>
          <p:nvPr/>
        </p:nvCxnSpPr>
        <p:spPr>
          <a:xfrm>
            <a:off x="1148775" y="2571825"/>
            <a:ext cx="580200" cy="600"/>
          </a:xfrm>
          <a:prstGeom prst="bentConnector3">
            <a:avLst>
              <a:gd name="adj1" fmla="val 49994"/>
            </a:avLst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553" name="Google Shape;553;p33">
            <a:extLst>
              <a:ext uri="{FF2B5EF4-FFF2-40B4-BE49-F238E27FC236}">
                <a16:creationId xmlns:a16="http://schemas.microsoft.com/office/drawing/2014/main" id="{CAE685AA-E625-EF46-F89B-68ED08BDB0F0}"/>
              </a:ext>
            </a:extLst>
          </p:cNvPr>
          <p:cNvSpPr/>
          <p:nvPr/>
        </p:nvSpPr>
        <p:spPr>
          <a:xfrm>
            <a:off x="3121725" y="2344738"/>
            <a:ext cx="453900" cy="4539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8AB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05</a:t>
            </a:r>
            <a:endParaRPr dirty="0"/>
          </a:p>
        </p:txBody>
      </p:sp>
      <p:cxnSp>
        <p:nvCxnSpPr>
          <p:cNvPr id="611" name="Google Shape;611;p33">
            <a:extLst>
              <a:ext uri="{FF2B5EF4-FFF2-40B4-BE49-F238E27FC236}">
                <a16:creationId xmlns:a16="http://schemas.microsoft.com/office/drawing/2014/main" id="{7A510A50-D340-AB2F-F5F2-529AE90DBF3F}"/>
              </a:ext>
            </a:extLst>
          </p:cNvPr>
          <p:cNvCxnSpPr>
            <a:stCxn id="553" idx="6"/>
            <a:endCxn id="549" idx="2"/>
          </p:cNvCxnSpPr>
          <p:nvPr/>
        </p:nvCxnSpPr>
        <p:spPr>
          <a:xfrm>
            <a:off x="3575625" y="2571688"/>
            <a:ext cx="5901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555" name="Google Shape;555;p33">
            <a:extLst>
              <a:ext uri="{FF2B5EF4-FFF2-40B4-BE49-F238E27FC236}">
                <a16:creationId xmlns:a16="http://schemas.microsoft.com/office/drawing/2014/main" id="{DF819E0B-A800-9B2A-E2A1-3D1298960552}"/>
              </a:ext>
            </a:extLst>
          </p:cNvPr>
          <p:cNvSpPr/>
          <p:nvPr/>
        </p:nvSpPr>
        <p:spPr>
          <a:xfrm>
            <a:off x="5563425" y="2344738"/>
            <a:ext cx="453900" cy="4539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8AB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rPr>
              <a:t>06</a:t>
            </a:r>
            <a:endParaRPr dirty="0"/>
          </a:p>
        </p:txBody>
      </p:sp>
      <p:cxnSp>
        <p:nvCxnSpPr>
          <p:cNvPr id="612" name="Google Shape;612;p33">
            <a:extLst>
              <a:ext uri="{FF2B5EF4-FFF2-40B4-BE49-F238E27FC236}">
                <a16:creationId xmlns:a16="http://schemas.microsoft.com/office/drawing/2014/main" id="{F79F649C-B910-712B-1CDF-062514252179}"/>
              </a:ext>
            </a:extLst>
          </p:cNvPr>
          <p:cNvCxnSpPr>
            <a:stCxn id="555" idx="6"/>
            <a:endCxn id="547" idx="2"/>
          </p:cNvCxnSpPr>
          <p:nvPr/>
        </p:nvCxnSpPr>
        <p:spPr>
          <a:xfrm>
            <a:off x="6017325" y="2571688"/>
            <a:ext cx="5850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13" name="Google Shape;613;p33">
            <a:extLst>
              <a:ext uri="{FF2B5EF4-FFF2-40B4-BE49-F238E27FC236}">
                <a16:creationId xmlns:a16="http://schemas.microsoft.com/office/drawing/2014/main" id="{F8CF8433-6FD5-763E-F472-BCDA0F81AB15}"/>
              </a:ext>
            </a:extLst>
          </p:cNvPr>
          <p:cNvSpPr/>
          <p:nvPr/>
        </p:nvSpPr>
        <p:spPr>
          <a:xfrm rot="5400000">
            <a:off x="5676650" y="516581"/>
            <a:ext cx="48300" cy="6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3">
            <a:extLst>
              <a:ext uri="{FF2B5EF4-FFF2-40B4-BE49-F238E27FC236}">
                <a16:creationId xmlns:a16="http://schemas.microsoft.com/office/drawing/2014/main" id="{9E087906-CFC5-251D-45D4-9770564AF5ED}"/>
              </a:ext>
            </a:extLst>
          </p:cNvPr>
          <p:cNvSpPr/>
          <p:nvPr/>
        </p:nvSpPr>
        <p:spPr>
          <a:xfrm>
            <a:off x="3720750" y="266077"/>
            <a:ext cx="483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542;p33">
            <a:extLst>
              <a:ext uri="{FF2B5EF4-FFF2-40B4-BE49-F238E27FC236}">
                <a16:creationId xmlns:a16="http://schemas.microsoft.com/office/drawing/2014/main" id="{6EC07AEF-CD94-CF6B-5BBF-E95097AA9772}"/>
              </a:ext>
            </a:extLst>
          </p:cNvPr>
          <p:cNvSpPr txBox="1"/>
          <p:nvPr/>
        </p:nvSpPr>
        <p:spPr>
          <a:xfrm>
            <a:off x="1285423" y="3636450"/>
            <a:ext cx="16059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Displays how often the user or AI is correct, and how often they agree</a:t>
            </a:r>
          </a:p>
        </p:txBody>
      </p:sp>
    </p:spTree>
    <p:extLst>
      <p:ext uri="{BB962C8B-B14F-4D97-AF65-F5344CB8AC3E}">
        <p14:creationId xmlns:p14="http://schemas.microsoft.com/office/powerpoint/2010/main" val="354429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F2B29063-C795-7FDB-A476-5064CFD6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">
            <a:extLst>
              <a:ext uri="{FF2B5EF4-FFF2-40B4-BE49-F238E27FC236}">
                <a16:creationId xmlns:a16="http://schemas.microsoft.com/office/drawing/2014/main" id="{80791822-B22D-E5B1-80A9-A6581AA344A1}"/>
              </a:ext>
            </a:extLst>
          </p:cNvPr>
          <p:cNvSpPr/>
          <p:nvPr/>
        </p:nvSpPr>
        <p:spPr>
          <a:xfrm>
            <a:off x="4199925" y="1405574"/>
            <a:ext cx="484800" cy="4848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1">
            <a:extLst>
              <a:ext uri="{FF2B5EF4-FFF2-40B4-BE49-F238E27FC236}">
                <a16:creationId xmlns:a16="http://schemas.microsoft.com/office/drawing/2014/main" id="{81B16987-09D4-8430-4453-3F5028E8C33D}"/>
              </a:ext>
            </a:extLst>
          </p:cNvPr>
          <p:cNvSpPr/>
          <p:nvPr/>
        </p:nvSpPr>
        <p:spPr>
          <a:xfrm>
            <a:off x="5287326" y="2522430"/>
            <a:ext cx="337208" cy="215395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Google Shape;502;p31">
            <a:extLst>
              <a:ext uri="{FF2B5EF4-FFF2-40B4-BE49-F238E27FC236}">
                <a16:creationId xmlns:a16="http://schemas.microsoft.com/office/drawing/2014/main" id="{315E3473-5342-F260-E25D-C151C6C14C0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36600" y="2390375"/>
            <a:ext cx="727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Workflow</a:t>
            </a:r>
            <a:endParaRPr dirty="0"/>
          </a:p>
        </p:txBody>
      </p:sp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955CAFF1-DF83-66D6-35F4-F676BC7083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1400" y="1227075"/>
            <a:ext cx="17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505" name="Google Shape;505;p31">
            <a:extLst>
              <a:ext uri="{FF2B5EF4-FFF2-40B4-BE49-F238E27FC236}">
                <a16:creationId xmlns:a16="http://schemas.microsoft.com/office/drawing/2014/main" id="{9CB49E71-E8CA-2FD0-D794-354E96C7AF22}"/>
              </a:ext>
            </a:extLst>
          </p:cNvPr>
          <p:cNvGrpSpPr/>
          <p:nvPr/>
        </p:nvGrpSpPr>
        <p:grpSpPr>
          <a:xfrm flipH="1">
            <a:off x="284" y="2590428"/>
            <a:ext cx="2580834" cy="2559381"/>
            <a:chOff x="-761089" y="594525"/>
            <a:chExt cx="5186563" cy="5143450"/>
          </a:xfrm>
        </p:grpSpPr>
        <p:sp>
          <p:nvSpPr>
            <p:cNvPr id="506" name="Google Shape;506;p31">
              <a:extLst>
                <a:ext uri="{FF2B5EF4-FFF2-40B4-BE49-F238E27FC236}">
                  <a16:creationId xmlns:a16="http://schemas.microsoft.com/office/drawing/2014/main" id="{F3448DA6-7D23-08D7-9268-335642FF1543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1">
              <a:extLst>
                <a:ext uri="{FF2B5EF4-FFF2-40B4-BE49-F238E27FC236}">
                  <a16:creationId xmlns:a16="http://schemas.microsoft.com/office/drawing/2014/main" id="{42FA8653-996E-402F-5CA1-3B34C6727BEE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1">
              <a:extLst>
                <a:ext uri="{FF2B5EF4-FFF2-40B4-BE49-F238E27FC236}">
                  <a16:creationId xmlns:a16="http://schemas.microsoft.com/office/drawing/2014/main" id="{B1024A14-0472-8DD7-A098-1DFD881DD800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1">
              <a:extLst>
                <a:ext uri="{FF2B5EF4-FFF2-40B4-BE49-F238E27FC236}">
                  <a16:creationId xmlns:a16="http://schemas.microsoft.com/office/drawing/2014/main" id="{75685CCE-6711-190E-93D2-B5C5A7FACD65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8AB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1AD45A2E-C31F-642C-2A8A-0912F23BAD5C}"/>
              </a:ext>
            </a:extLst>
          </p:cNvPr>
          <p:cNvSpPr/>
          <p:nvPr/>
        </p:nvSpPr>
        <p:spPr>
          <a:xfrm rot="5400000">
            <a:off x="6320304" y="2610782"/>
            <a:ext cx="828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1">
            <a:extLst>
              <a:ext uri="{FF2B5EF4-FFF2-40B4-BE49-F238E27FC236}">
                <a16:creationId xmlns:a16="http://schemas.microsoft.com/office/drawing/2014/main" id="{3AAEF4F3-647F-07B5-AA45-D2530672F97B}"/>
              </a:ext>
            </a:extLst>
          </p:cNvPr>
          <p:cNvSpPr/>
          <p:nvPr/>
        </p:nvSpPr>
        <p:spPr>
          <a:xfrm rot="10800000">
            <a:off x="2900025" y="1400024"/>
            <a:ext cx="87000" cy="98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31">
            <a:extLst>
              <a:ext uri="{FF2B5EF4-FFF2-40B4-BE49-F238E27FC236}">
                <a16:creationId xmlns:a16="http://schemas.microsoft.com/office/drawing/2014/main" id="{6A8430D2-995B-B7FC-47F7-617CF87BBE07}"/>
              </a:ext>
            </a:extLst>
          </p:cNvPr>
          <p:cNvGrpSpPr/>
          <p:nvPr/>
        </p:nvGrpSpPr>
        <p:grpSpPr>
          <a:xfrm>
            <a:off x="6563159" y="2590428"/>
            <a:ext cx="2580834" cy="2559381"/>
            <a:chOff x="-761089" y="594525"/>
            <a:chExt cx="5186563" cy="5143450"/>
          </a:xfrm>
        </p:grpSpPr>
        <p:sp>
          <p:nvSpPr>
            <p:cNvPr id="513" name="Google Shape;513;p31">
              <a:extLst>
                <a:ext uri="{FF2B5EF4-FFF2-40B4-BE49-F238E27FC236}">
                  <a16:creationId xmlns:a16="http://schemas.microsoft.com/office/drawing/2014/main" id="{26BFFD49-A79E-F612-3A49-6CC451023CD4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1">
              <a:extLst>
                <a:ext uri="{FF2B5EF4-FFF2-40B4-BE49-F238E27FC236}">
                  <a16:creationId xmlns:a16="http://schemas.microsoft.com/office/drawing/2014/main" id="{3B212A02-253D-8AD9-9B89-87411FC530B3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1">
              <a:extLst>
                <a:ext uri="{FF2B5EF4-FFF2-40B4-BE49-F238E27FC236}">
                  <a16:creationId xmlns:a16="http://schemas.microsoft.com/office/drawing/2014/main" id="{2BDED723-E399-C46D-B781-5302079C3FDA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1">
              <a:extLst>
                <a:ext uri="{FF2B5EF4-FFF2-40B4-BE49-F238E27FC236}">
                  <a16:creationId xmlns:a16="http://schemas.microsoft.com/office/drawing/2014/main" id="{76DF12E6-3ABE-1627-3DF7-72A176517CE2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1E6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6242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9A5DD7-61AB-A125-7429-032775753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22" y="187573"/>
            <a:ext cx="7704000" cy="572700"/>
          </a:xfrm>
        </p:spPr>
        <p:txBody>
          <a:bodyPr/>
          <a:lstStyle/>
          <a:p>
            <a:r>
              <a:rPr lang="en-US" dirty="0"/>
              <a:t>Workflow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E4DDB29-2D66-29C0-886F-0FEA84D58D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96" t="20951" r="114" b="11365"/>
          <a:stretch/>
        </p:blipFill>
        <p:spPr>
          <a:xfrm>
            <a:off x="719999" y="694350"/>
            <a:ext cx="7491845" cy="3287946"/>
          </a:xfrm>
          <a:prstGeom prst="rect">
            <a:avLst/>
          </a:prstGeom>
        </p:spPr>
      </p:pic>
      <p:sp>
        <p:nvSpPr>
          <p:cNvPr id="6" name="Google Shape;542;p33">
            <a:extLst>
              <a:ext uri="{FF2B5EF4-FFF2-40B4-BE49-F238E27FC236}">
                <a16:creationId xmlns:a16="http://schemas.microsoft.com/office/drawing/2014/main" id="{B9D537C3-5FA2-7590-54E9-AAC32B6B688C}"/>
              </a:ext>
            </a:extLst>
          </p:cNvPr>
          <p:cNvSpPr txBox="1"/>
          <p:nvPr/>
        </p:nvSpPr>
        <p:spPr>
          <a:xfrm>
            <a:off x="1897982" y="4042800"/>
            <a:ext cx="552375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Optima" panose="02000503060000020004" pitchFamily="2" charset="0"/>
              </a:rPr>
              <a:t>Upload CSV → Random Review → Human Guess → AI Guess → True Label → Compare → Scoreboard → Next Round → Final Result</a:t>
            </a:r>
            <a:endParaRPr lang="en-US" dirty="0">
              <a:solidFill>
                <a:schemeClr val="bg1"/>
              </a:solidFill>
              <a:latin typeface="Optima" panose="02000503060000020004" pitchFamily="2" charset="0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3BDB6F9C-4710-63B0-27DA-958F4F1B8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">
            <a:extLst>
              <a:ext uri="{FF2B5EF4-FFF2-40B4-BE49-F238E27FC236}">
                <a16:creationId xmlns:a16="http://schemas.microsoft.com/office/drawing/2014/main" id="{E8CA25F5-2281-B514-DC52-2D8C2D480734}"/>
              </a:ext>
            </a:extLst>
          </p:cNvPr>
          <p:cNvSpPr/>
          <p:nvPr/>
        </p:nvSpPr>
        <p:spPr>
          <a:xfrm>
            <a:off x="4199925" y="1405574"/>
            <a:ext cx="484800" cy="4848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1">
            <a:extLst>
              <a:ext uri="{FF2B5EF4-FFF2-40B4-BE49-F238E27FC236}">
                <a16:creationId xmlns:a16="http://schemas.microsoft.com/office/drawing/2014/main" id="{845998B7-EB8A-6B03-C422-FDD77C20AAF0}"/>
              </a:ext>
            </a:extLst>
          </p:cNvPr>
          <p:cNvSpPr/>
          <p:nvPr/>
        </p:nvSpPr>
        <p:spPr>
          <a:xfrm>
            <a:off x="5287326" y="2522430"/>
            <a:ext cx="337208" cy="215395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Google Shape;502;p31">
            <a:extLst>
              <a:ext uri="{FF2B5EF4-FFF2-40B4-BE49-F238E27FC236}">
                <a16:creationId xmlns:a16="http://schemas.microsoft.com/office/drawing/2014/main" id="{464C16BC-4B73-6480-B8AF-8E960FC1C72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36600" y="2390375"/>
            <a:ext cx="727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360BAAEE-47D2-DC2F-9160-D841F568DB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1400" y="1227075"/>
            <a:ext cx="17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505" name="Google Shape;505;p31">
            <a:extLst>
              <a:ext uri="{FF2B5EF4-FFF2-40B4-BE49-F238E27FC236}">
                <a16:creationId xmlns:a16="http://schemas.microsoft.com/office/drawing/2014/main" id="{D0AEB6C0-2340-7564-20AE-506FCF00209A}"/>
              </a:ext>
            </a:extLst>
          </p:cNvPr>
          <p:cNvGrpSpPr/>
          <p:nvPr/>
        </p:nvGrpSpPr>
        <p:grpSpPr>
          <a:xfrm flipH="1">
            <a:off x="284" y="2590428"/>
            <a:ext cx="2580834" cy="2559381"/>
            <a:chOff x="-761089" y="594525"/>
            <a:chExt cx="5186563" cy="5143450"/>
          </a:xfrm>
        </p:grpSpPr>
        <p:sp>
          <p:nvSpPr>
            <p:cNvPr id="506" name="Google Shape;506;p31">
              <a:extLst>
                <a:ext uri="{FF2B5EF4-FFF2-40B4-BE49-F238E27FC236}">
                  <a16:creationId xmlns:a16="http://schemas.microsoft.com/office/drawing/2014/main" id="{AC194138-E2BD-982B-3681-B03427B01C8F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1">
              <a:extLst>
                <a:ext uri="{FF2B5EF4-FFF2-40B4-BE49-F238E27FC236}">
                  <a16:creationId xmlns:a16="http://schemas.microsoft.com/office/drawing/2014/main" id="{5E9DEFE4-CEB2-E414-BA0B-B562785ED1FD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1">
              <a:extLst>
                <a:ext uri="{FF2B5EF4-FFF2-40B4-BE49-F238E27FC236}">
                  <a16:creationId xmlns:a16="http://schemas.microsoft.com/office/drawing/2014/main" id="{0240CB68-6942-CF23-E5FF-4A12B6E94BBA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1">
              <a:extLst>
                <a:ext uri="{FF2B5EF4-FFF2-40B4-BE49-F238E27FC236}">
                  <a16:creationId xmlns:a16="http://schemas.microsoft.com/office/drawing/2014/main" id="{429264FE-B051-5CE9-756A-69A9CC587C1A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8AB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547F9481-BB6A-A56A-49C6-CD5E69D8735C}"/>
              </a:ext>
            </a:extLst>
          </p:cNvPr>
          <p:cNvSpPr/>
          <p:nvPr/>
        </p:nvSpPr>
        <p:spPr>
          <a:xfrm rot="5400000">
            <a:off x="6808576" y="2618825"/>
            <a:ext cx="828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1">
            <a:extLst>
              <a:ext uri="{FF2B5EF4-FFF2-40B4-BE49-F238E27FC236}">
                <a16:creationId xmlns:a16="http://schemas.microsoft.com/office/drawing/2014/main" id="{D3F9FB9C-8DD3-EFD1-9491-B2D60DF7CD7F}"/>
              </a:ext>
            </a:extLst>
          </p:cNvPr>
          <p:cNvSpPr/>
          <p:nvPr/>
        </p:nvSpPr>
        <p:spPr>
          <a:xfrm rot="10800000">
            <a:off x="2921908" y="1326875"/>
            <a:ext cx="87000" cy="98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31">
            <a:extLst>
              <a:ext uri="{FF2B5EF4-FFF2-40B4-BE49-F238E27FC236}">
                <a16:creationId xmlns:a16="http://schemas.microsoft.com/office/drawing/2014/main" id="{67E81718-A148-422A-4605-4F2F8F3659F4}"/>
              </a:ext>
            </a:extLst>
          </p:cNvPr>
          <p:cNvGrpSpPr/>
          <p:nvPr/>
        </p:nvGrpSpPr>
        <p:grpSpPr>
          <a:xfrm>
            <a:off x="6563159" y="2590428"/>
            <a:ext cx="2580834" cy="2559381"/>
            <a:chOff x="-761089" y="594525"/>
            <a:chExt cx="5186563" cy="5143450"/>
          </a:xfrm>
        </p:grpSpPr>
        <p:sp>
          <p:nvSpPr>
            <p:cNvPr id="513" name="Google Shape;513;p31">
              <a:extLst>
                <a:ext uri="{FF2B5EF4-FFF2-40B4-BE49-F238E27FC236}">
                  <a16:creationId xmlns:a16="http://schemas.microsoft.com/office/drawing/2014/main" id="{C7332FE0-0848-A4FE-50A2-E604B63A9325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1">
              <a:extLst>
                <a:ext uri="{FF2B5EF4-FFF2-40B4-BE49-F238E27FC236}">
                  <a16:creationId xmlns:a16="http://schemas.microsoft.com/office/drawing/2014/main" id="{9D810F65-DECC-72D4-66F8-B43734A698A3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1">
              <a:extLst>
                <a:ext uri="{FF2B5EF4-FFF2-40B4-BE49-F238E27FC236}">
                  <a16:creationId xmlns:a16="http://schemas.microsoft.com/office/drawing/2014/main" id="{A70967DB-0938-23DC-9934-9975BA733B5F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1">
              <a:extLst>
                <a:ext uri="{FF2B5EF4-FFF2-40B4-BE49-F238E27FC236}">
                  <a16:creationId xmlns:a16="http://schemas.microsoft.com/office/drawing/2014/main" id="{5D7A91E5-3AF9-D826-769D-0ED644257E56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1E6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7937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7"/>
          <p:cNvSpPr/>
          <p:nvPr/>
        </p:nvSpPr>
        <p:spPr>
          <a:xfrm>
            <a:off x="3957752" y="731074"/>
            <a:ext cx="240600" cy="2406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7"/>
          <p:cNvSpPr/>
          <p:nvPr/>
        </p:nvSpPr>
        <p:spPr>
          <a:xfrm>
            <a:off x="5643677" y="731074"/>
            <a:ext cx="240600" cy="2406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7"/>
          <p:cNvSpPr/>
          <p:nvPr/>
        </p:nvSpPr>
        <p:spPr>
          <a:xfrm>
            <a:off x="5846780" y="2586610"/>
            <a:ext cx="1105291" cy="199139"/>
          </a:xfrm>
          <a:custGeom>
            <a:avLst/>
            <a:gdLst/>
            <a:ahLst/>
            <a:cxnLst/>
            <a:rect l="l" t="t" r="r" b="b"/>
            <a:pathLst>
              <a:path w="27335" h="4924" extrusionOk="0">
                <a:moveTo>
                  <a:pt x="0" y="2462"/>
                </a:moveTo>
                <a:cubicBezTo>
                  <a:pt x="0" y="1092"/>
                  <a:pt x="6108" y="0"/>
                  <a:pt x="13656" y="0"/>
                </a:cubicBezTo>
                <a:lnTo>
                  <a:pt x="13656" y="0"/>
                </a:lnTo>
                <a:cubicBezTo>
                  <a:pt x="21204" y="0"/>
                  <a:pt x="27335" y="1092"/>
                  <a:pt x="27335" y="2462"/>
                </a:cubicBezTo>
                <a:lnTo>
                  <a:pt x="27335" y="2462"/>
                </a:lnTo>
                <a:cubicBezTo>
                  <a:pt x="27335" y="3832"/>
                  <a:pt x="21204" y="4924"/>
                  <a:pt x="13656" y="4924"/>
                </a:cubicBezTo>
                <a:lnTo>
                  <a:pt x="13656" y="4924"/>
                </a:lnTo>
                <a:cubicBezTo>
                  <a:pt x="6108" y="4924"/>
                  <a:pt x="0" y="3832"/>
                  <a:pt x="0" y="246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7"/>
          <p:cNvSpPr/>
          <p:nvPr/>
        </p:nvSpPr>
        <p:spPr>
          <a:xfrm>
            <a:off x="2191905" y="2586610"/>
            <a:ext cx="1105291" cy="199139"/>
          </a:xfrm>
          <a:custGeom>
            <a:avLst/>
            <a:gdLst/>
            <a:ahLst/>
            <a:cxnLst/>
            <a:rect l="l" t="t" r="r" b="b"/>
            <a:pathLst>
              <a:path w="27335" h="4924" extrusionOk="0">
                <a:moveTo>
                  <a:pt x="0" y="2462"/>
                </a:moveTo>
                <a:cubicBezTo>
                  <a:pt x="0" y="1092"/>
                  <a:pt x="6108" y="0"/>
                  <a:pt x="13656" y="0"/>
                </a:cubicBezTo>
                <a:lnTo>
                  <a:pt x="13656" y="0"/>
                </a:lnTo>
                <a:cubicBezTo>
                  <a:pt x="21204" y="0"/>
                  <a:pt x="27335" y="1092"/>
                  <a:pt x="27335" y="2462"/>
                </a:cubicBezTo>
                <a:lnTo>
                  <a:pt x="27335" y="2462"/>
                </a:lnTo>
                <a:cubicBezTo>
                  <a:pt x="27335" y="3832"/>
                  <a:pt x="21204" y="4924"/>
                  <a:pt x="13656" y="4924"/>
                </a:cubicBezTo>
                <a:lnTo>
                  <a:pt x="13656" y="4924"/>
                </a:lnTo>
                <a:cubicBezTo>
                  <a:pt x="6108" y="4924"/>
                  <a:pt x="0" y="3832"/>
                  <a:pt x="0" y="246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WHO</a:t>
            </a:r>
            <a:endParaRPr/>
          </a:p>
        </p:txBody>
      </p:sp>
      <p:sp>
        <p:nvSpPr>
          <p:cNvPr id="805" name="Google Shape;805;p37"/>
          <p:cNvSpPr txBox="1">
            <a:spLocks noGrp="1"/>
          </p:cNvSpPr>
          <p:nvPr>
            <p:ph type="subTitle" idx="3"/>
          </p:nvPr>
        </p:nvSpPr>
        <p:spPr>
          <a:xfrm>
            <a:off x="1290750" y="3425150"/>
            <a:ext cx="354758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TextBlob Sentiment Analyzer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Uses polarity-based rules to classify text as Positive, Neutral, or Negative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Lightweight, fast, and ideal for interactive applications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No training or GPU required</a:t>
            </a:r>
            <a:endParaRPr sz="1200" dirty="0"/>
          </a:p>
        </p:txBody>
      </p:sp>
      <p:sp>
        <p:nvSpPr>
          <p:cNvPr id="806" name="Google Shape;806;p37"/>
          <p:cNvSpPr txBox="1">
            <a:spLocks noGrp="1"/>
          </p:cNvSpPr>
          <p:nvPr>
            <p:ph type="subTitle" idx="4"/>
          </p:nvPr>
        </p:nvSpPr>
        <p:spPr>
          <a:xfrm>
            <a:off x="4945625" y="3415211"/>
            <a:ext cx="29076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Quick &amp; interpretable predictions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Zero training overhead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Perfect for a fun, round-based game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Works well on short reviews and simple emotional expressions</a:t>
            </a:r>
            <a:endParaRPr sz="1200" dirty="0"/>
          </a:p>
        </p:txBody>
      </p:sp>
      <p:sp>
        <p:nvSpPr>
          <p:cNvPr id="807" name="Google Shape;807;p37"/>
          <p:cNvSpPr txBox="1">
            <a:spLocks noGrp="1"/>
          </p:cNvSpPr>
          <p:nvPr>
            <p:ph type="subTitle" idx="1"/>
          </p:nvPr>
        </p:nvSpPr>
        <p:spPr>
          <a:xfrm>
            <a:off x="1290750" y="3039838"/>
            <a:ext cx="29076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 MODEL USED</a:t>
            </a:r>
            <a:endParaRPr dirty="0"/>
          </a:p>
        </p:txBody>
      </p:sp>
      <p:sp>
        <p:nvSpPr>
          <p:cNvPr id="808" name="Google Shape;808;p37"/>
          <p:cNvSpPr txBox="1">
            <a:spLocks noGrp="1"/>
          </p:cNvSpPr>
          <p:nvPr>
            <p:ph type="subTitle" idx="2"/>
          </p:nvPr>
        </p:nvSpPr>
        <p:spPr>
          <a:xfrm>
            <a:off x="4945625" y="3035378"/>
            <a:ext cx="29076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TextBlob?</a:t>
            </a:r>
          </a:p>
        </p:txBody>
      </p:sp>
      <p:sp>
        <p:nvSpPr>
          <p:cNvPr id="809" name="Google Shape;809;p37"/>
          <p:cNvSpPr/>
          <p:nvPr/>
        </p:nvSpPr>
        <p:spPr>
          <a:xfrm>
            <a:off x="2433450" y="1546731"/>
            <a:ext cx="622200" cy="622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7"/>
          <p:cNvSpPr/>
          <p:nvPr/>
        </p:nvSpPr>
        <p:spPr>
          <a:xfrm>
            <a:off x="6088325" y="1546731"/>
            <a:ext cx="622200" cy="622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1" name="Google Shape;811;p37"/>
          <p:cNvGrpSpPr/>
          <p:nvPr/>
        </p:nvGrpSpPr>
        <p:grpSpPr>
          <a:xfrm>
            <a:off x="5846792" y="1566077"/>
            <a:ext cx="1105266" cy="1143354"/>
            <a:chOff x="1311125" y="1692350"/>
            <a:chExt cx="878450" cy="908650"/>
          </a:xfrm>
        </p:grpSpPr>
        <p:sp>
          <p:nvSpPr>
            <p:cNvPr id="812" name="Google Shape;812;p37"/>
            <p:cNvSpPr/>
            <p:nvPr/>
          </p:nvSpPr>
          <p:spPr>
            <a:xfrm>
              <a:off x="1818550" y="2396025"/>
              <a:ext cx="246200" cy="200325"/>
            </a:xfrm>
            <a:custGeom>
              <a:avLst/>
              <a:gdLst/>
              <a:ahLst/>
              <a:cxnLst/>
              <a:rect l="l" t="t" r="r" b="b"/>
              <a:pathLst>
                <a:path w="9848" h="8013" extrusionOk="0">
                  <a:moveTo>
                    <a:pt x="5807" y="1"/>
                  </a:moveTo>
                  <a:cubicBezTo>
                    <a:pt x="3113" y="1"/>
                    <a:pt x="1" y="465"/>
                    <a:pt x="24" y="1232"/>
                  </a:cubicBezTo>
                  <a:cubicBezTo>
                    <a:pt x="47" y="2346"/>
                    <a:pt x="117" y="5621"/>
                    <a:pt x="117" y="5621"/>
                  </a:cubicBezTo>
                  <a:cubicBezTo>
                    <a:pt x="163" y="6968"/>
                    <a:pt x="1278" y="8013"/>
                    <a:pt x="2579" y="8013"/>
                  </a:cubicBezTo>
                  <a:lnTo>
                    <a:pt x="2695" y="8013"/>
                  </a:lnTo>
                  <a:lnTo>
                    <a:pt x="7409" y="7827"/>
                  </a:lnTo>
                  <a:cubicBezTo>
                    <a:pt x="8756" y="7781"/>
                    <a:pt x="9848" y="6620"/>
                    <a:pt x="9778" y="5249"/>
                  </a:cubicBezTo>
                  <a:cubicBezTo>
                    <a:pt x="9778" y="5249"/>
                    <a:pt x="9732" y="1975"/>
                    <a:pt x="9685" y="860"/>
                  </a:cubicBezTo>
                  <a:cubicBezTo>
                    <a:pt x="9639" y="256"/>
                    <a:pt x="7827" y="1"/>
                    <a:pt x="58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7"/>
            <p:cNvSpPr/>
            <p:nvPr/>
          </p:nvSpPr>
          <p:spPr>
            <a:xfrm>
              <a:off x="1812175" y="2390225"/>
              <a:ext cx="257225" cy="210775"/>
            </a:xfrm>
            <a:custGeom>
              <a:avLst/>
              <a:gdLst/>
              <a:ahLst/>
              <a:cxnLst/>
              <a:rect l="l" t="t" r="r" b="b"/>
              <a:pathLst>
                <a:path w="10289" h="8431" extrusionOk="0">
                  <a:moveTo>
                    <a:pt x="6155" y="465"/>
                  </a:moveTo>
                  <a:cubicBezTo>
                    <a:pt x="8616" y="465"/>
                    <a:pt x="9685" y="860"/>
                    <a:pt x="9685" y="1092"/>
                  </a:cubicBezTo>
                  <a:cubicBezTo>
                    <a:pt x="9708" y="2160"/>
                    <a:pt x="9778" y="5458"/>
                    <a:pt x="9778" y="5481"/>
                  </a:cubicBezTo>
                  <a:cubicBezTo>
                    <a:pt x="9824" y="6735"/>
                    <a:pt x="8849" y="7734"/>
                    <a:pt x="7618" y="7804"/>
                  </a:cubicBezTo>
                  <a:lnTo>
                    <a:pt x="2903" y="7966"/>
                  </a:lnTo>
                  <a:lnTo>
                    <a:pt x="2810" y="7966"/>
                  </a:lnTo>
                  <a:cubicBezTo>
                    <a:pt x="1603" y="7966"/>
                    <a:pt x="627" y="7014"/>
                    <a:pt x="581" y="5830"/>
                  </a:cubicBezTo>
                  <a:cubicBezTo>
                    <a:pt x="581" y="5806"/>
                    <a:pt x="511" y="2509"/>
                    <a:pt x="488" y="1440"/>
                  </a:cubicBezTo>
                  <a:cubicBezTo>
                    <a:pt x="488" y="1092"/>
                    <a:pt x="2323" y="581"/>
                    <a:pt x="5342" y="465"/>
                  </a:cubicBezTo>
                  <a:close/>
                  <a:moveTo>
                    <a:pt x="6108" y="0"/>
                  </a:moveTo>
                  <a:lnTo>
                    <a:pt x="5295" y="0"/>
                  </a:lnTo>
                  <a:cubicBezTo>
                    <a:pt x="4413" y="24"/>
                    <a:pt x="0" y="233"/>
                    <a:pt x="24" y="1440"/>
                  </a:cubicBezTo>
                  <a:cubicBezTo>
                    <a:pt x="47" y="2509"/>
                    <a:pt x="116" y="5806"/>
                    <a:pt x="116" y="5853"/>
                  </a:cubicBezTo>
                  <a:cubicBezTo>
                    <a:pt x="163" y="7316"/>
                    <a:pt x="1347" y="8431"/>
                    <a:pt x="2810" y="8431"/>
                  </a:cubicBezTo>
                  <a:lnTo>
                    <a:pt x="2927" y="8431"/>
                  </a:lnTo>
                  <a:lnTo>
                    <a:pt x="7618" y="8245"/>
                  </a:lnTo>
                  <a:cubicBezTo>
                    <a:pt x="9104" y="8175"/>
                    <a:pt x="10289" y="6921"/>
                    <a:pt x="10242" y="5435"/>
                  </a:cubicBezTo>
                  <a:cubicBezTo>
                    <a:pt x="10242" y="5412"/>
                    <a:pt x="10172" y="2137"/>
                    <a:pt x="10149" y="1069"/>
                  </a:cubicBezTo>
                  <a:cubicBezTo>
                    <a:pt x="10126" y="140"/>
                    <a:pt x="7734" y="0"/>
                    <a:pt x="6108" y="0"/>
                  </a:cubicBezTo>
                  <a:close/>
                </a:path>
              </a:pathLst>
            </a:custGeom>
            <a:solidFill>
              <a:srgbClr val="D586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7"/>
            <p:cNvSpPr/>
            <p:nvPr/>
          </p:nvSpPr>
          <p:spPr>
            <a:xfrm>
              <a:off x="1471350" y="2396025"/>
              <a:ext cx="245625" cy="196275"/>
            </a:xfrm>
            <a:custGeom>
              <a:avLst/>
              <a:gdLst/>
              <a:ahLst/>
              <a:cxnLst/>
              <a:rect l="l" t="t" r="r" b="b"/>
              <a:pathLst>
                <a:path w="9825" h="7851" extrusionOk="0">
                  <a:moveTo>
                    <a:pt x="4855" y="1"/>
                  </a:moveTo>
                  <a:cubicBezTo>
                    <a:pt x="2486" y="1"/>
                    <a:pt x="117" y="303"/>
                    <a:pt x="94" y="999"/>
                  </a:cubicBezTo>
                  <a:cubicBezTo>
                    <a:pt x="94" y="2114"/>
                    <a:pt x="1" y="5389"/>
                    <a:pt x="1" y="5389"/>
                  </a:cubicBezTo>
                  <a:cubicBezTo>
                    <a:pt x="1" y="6759"/>
                    <a:pt x="1092" y="7850"/>
                    <a:pt x="2486" y="7850"/>
                  </a:cubicBezTo>
                  <a:lnTo>
                    <a:pt x="7200" y="7850"/>
                  </a:lnTo>
                  <a:lnTo>
                    <a:pt x="7247" y="7850"/>
                  </a:lnTo>
                  <a:cubicBezTo>
                    <a:pt x="8594" y="7850"/>
                    <a:pt x="9709" y="6759"/>
                    <a:pt x="9709" y="5389"/>
                  </a:cubicBezTo>
                  <a:cubicBezTo>
                    <a:pt x="9709" y="5389"/>
                    <a:pt x="9801" y="2091"/>
                    <a:pt x="9825" y="999"/>
                  </a:cubicBezTo>
                  <a:cubicBezTo>
                    <a:pt x="9755" y="349"/>
                    <a:pt x="7293" y="1"/>
                    <a:pt x="48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7"/>
            <p:cNvSpPr/>
            <p:nvPr/>
          </p:nvSpPr>
          <p:spPr>
            <a:xfrm>
              <a:off x="1464975" y="2390800"/>
              <a:ext cx="256075" cy="208475"/>
            </a:xfrm>
            <a:custGeom>
              <a:avLst/>
              <a:gdLst/>
              <a:ahLst/>
              <a:cxnLst/>
              <a:rect l="l" t="t" r="r" b="b"/>
              <a:pathLst>
                <a:path w="10243" h="8339" extrusionOk="0">
                  <a:moveTo>
                    <a:pt x="5110" y="442"/>
                  </a:moveTo>
                  <a:cubicBezTo>
                    <a:pt x="6991" y="442"/>
                    <a:pt x="8895" y="628"/>
                    <a:pt x="9592" y="1069"/>
                  </a:cubicBezTo>
                  <a:cubicBezTo>
                    <a:pt x="9731" y="1162"/>
                    <a:pt x="9754" y="1208"/>
                    <a:pt x="9754" y="1255"/>
                  </a:cubicBezTo>
                  <a:cubicBezTo>
                    <a:pt x="9754" y="2323"/>
                    <a:pt x="9638" y="5598"/>
                    <a:pt x="9638" y="5667"/>
                  </a:cubicBezTo>
                  <a:cubicBezTo>
                    <a:pt x="9638" y="6898"/>
                    <a:pt x="8617" y="7897"/>
                    <a:pt x="7409" y="7897"/>
                  </a:cubicBezTo>
                  <a:lnTo>
                    <a:pt x="7409" y="7897"/>
                  </a:lnTo>
                  <a:lnTo>
                    <a:pt x="2671" y="7897"/>
                  </a:lnTo>
                  <a:cubicBezTo>
                    <a:pt x="1417" y="7897"/>
                    <a:pt x="442" y="6875"/>
                    <a:pt x="442" y="5667"/>
                  </a:cubicBezTo>
                  <a:cubicBezTo>
                    <a:pt x="442" y="5621"/>
                    <a:pt x="535" y="2346"/>
                    <a:pt x="558" y="1278"/>
                  </a:cubicBezTo>
                  <a:cubicBezTo>
                    <a:pt x="558" y="1255"/>
                    <a:pt x="604" y="1162"/>
                    <a:pt x="767" y="1069"/>
                  </a:cubicBezTo>
                  <a:cubicBezTo>
                    <a:pt x="1487" y="628"/>
                    <a:pt x="3321" y="442"/>
                    <a:pt x="5110" y="442"/>
                  </a:cubicBezTo>
                  <a:close/>
                  <a:moveTo>
                    <a:pt x="5086" y="1"/>
                  </a:moveTo>
                  <a:cubicBezTo>
                    <a:pt x="3205" y="1"/>
                    <a:pt x="1301" y="210"/>
                    <a:pt x="558" y="628"/>
                  </a:cubicBezTo>
                  <a:cubicBezTo>
                    <a:pt x="256" y="790"/>
                    <a:pt x="117" y="1023"/>
                    <a:pt x="117" y="1255"/>
                  </a:cubicBezTo>
                  <a:cubicBezTo>
                    <a:pt x="93" y="2323"/>
                    <a:pt x="0" y="5598"/>
                    <a:pt x="0" y="5621"/>
                  </a:cubicBezTo>
                  <a:cubicBezTo>
                    <a:pt x="0" y="7107"/>
                    <a:pt x="1185" y="8338"/>
                    <a:pt x="2694" y="8338"/>
                  </a:cubicBezTo>
                  <a:lnTo>
                    <a:pt x="7432" y="8338"/>
                  </a:lnTo>
                  <a:lnTo>
                    <a:pt x="7432" y="8338"/>
                  </a:lnTo>
                  <a:cubicBezTo>
                    <a:pt x="8918" y="8338"/>
                    <a:pt x="10126" y="7130"/>
                    <a:pt x="10126" y="5621"/>
                  </a:cubicBezTo>
                  <a:cubicBezTo>
                    <a:pt x="10126" y="5598"/>
                    <a:pt x="10219" y="2323"/>
                    <a:pt x="10242" y="1255"/>
                  </a:cubicBezTo>
                  <a:cubicBezTo>
                    <a:pt x="10242" y="1023"/>
                    <a:pt x="10103" y="814"/>
                    <a:pt x="9847" y="674"/>
                  </a:cubicBezTo>
                  <a:cubicBezTo>
                    <a:pt x="9081" y="233"/>
                    <a:pt x="7061" y="1"/>
                    <a:pt x="5086" y="1"/>
                  </a:cubicBezTo>
                  <a:close/>
                </a:path>
              </a:pathLst>
            </a:custGeom>
            <a:solidFill>
              <a:srgbClr val="D586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7"/>
            <p:cNvSpPr/>
            <p:nvPr/>
          </p:nvSpPr>
          <p:spPr>
            <a:xfrm>
              <a:off x="1349425" y="1698150"/>
              <a:ext cx="834925" cy="834350"/>
            </a:xfrm>
            <a:custGeom>
              <a:avLst/>
              <a:gdLst/>
              <a:ahLst/>
              <a:cxnLst/>
              <a:rect l="l" t="t" r="r" b="b"/>
              <a:pathLst>
                <a:path w="33397" h="33374" extrusionOk="0">
                  <a:moveTo>
                    <a:pt x="16699" y="0"/>
                  </a:moveTo>
                  <a:cubicBezTo>
                    <a:pt x="7479" y="0"/>
                    <a:pt x="1" y="7455"/>
                    <a:pt x="1" y="16699"/>
                  </a:cubicBezTo>
                  <a:cubicBezTo>
                    <a:pt x="1" y="25895"/>
                    <a:pt x="7479" y="33373"/>
                    <a:pt x="16699" y="33373"/>
                  </a:cubicBezTo>
                  <a:cubicBezTo>
                    <a:pt x="25896" y="33373"/>
                    <a:pt x="33397" y="25895"/>
                    <a:pt x="33397" y="16699"/>
                  </a:cubicBezTo>
                  <a:cubicBezTo>
                    <a:pt x="33397" y="7455"/>
                    <a:pt x="25896" y="0"/>
                    <a:pt x="166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7"/>
            <p:cNvSpPr/>
            <p:nvPr/>
          </p:nvSpPr>
          <p:spPr>
            <a:xfrm>
              <a:off x="2021175" y="1836900"/>
              <a:ext cx="65075" cy="90600"/>
            </a:xfrm>
            <a:custGeom>
              <a:avLst/>
              <a:gdLst/>
              <a:ahLst/>
              <a:cxnLst/>
              <a:rect l="l" t="t" r="r" b="b"/>
              <a:pathLst>
                <a:path w="2603" h="3624" extrusionOk="0">
                  <a:moveTo>
                    <a:pt x="651" y="1"/>
                  </a:moveTo>
                  <a:cubicBezTo>
                    <a:pt x="465" y="1"/>
                    <a:pt x="280" y="117"/>
                    <a:pt x="140" y="373"/>
                  </a:cubicBezTo>
                  <a:cubicBezTo>
                    <a:pt x="1" y="767"/>
                    <a:pt x="744" y="1255"/>
                    <a:pt x="1394" y="1998"/>
                  </a:cubicBezTo>
                  <a:cubicBezTo>
                    <a:pt x="1743" y="2463"/>
                    <a:pt x="2021" y="2997"/>
                    <a:pt x="2230" y="3554"/>
                  </a:cubicBezTo>
                  <a:cubicBezTo>
                    <a:pt x="2254" y="3601"/>
                    <a:pt x="2277" y="3624"/>
                    <a:pt x="2347" y="3624"/>
                  </a:cubicBezTo>
                  <a:cubicBezTo>
                    <a:pt x="2439" y="3624"/>
                    <a:pt x="2509" y="3577"/>
                    <a:pt x="2532" y="3485"/>
                  </a:cubicBezTo>
                  <a:cubicBezTo>
                    <a:pt x="2602" y="3159"/>
                    <a:pt x="2602" y="2811"/>
                    <a:pt x="2532" y="2509"/>
                  </a:cubicBezTo>
                  <a:cubicBezTo>
                    <a:pt x="2347" y="1302"/>
                    <a:pt x="1348" y="1"/>
                    <a:pt x="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7"/>
            <p:cNvSpPr/>
            <p:nvPr/>
          </p:nvSpPr>
          <p:spPr>
            <a:xfrm>
              <a:off x="2020025" y="1880450"/>
              <a:ext cx="43000" cy="57500"/>
            </a:xfrm>
            <a:custGeom>
              <a:avLst/>
              <a:gdLst/>
              <a:ahLst/>
              <a:cxnLst/>
              <a:rect l="l" t="t" r="r" b="b"/>
              <a:pathLst>
                <a:path w="1720" h="2300" extrusionOk="0">
                  <a:moveTo>
                    <a:pt x="581" y="1"/>
                  </a:moveTo>
                  <a:cubicBezTo>
                    <a:pt x="419" y="1"/>
                    <a:pt x="256" y="94"/>
                    <a:pt x="163" y="303"/>
                  </a:cubicBezTo>
                  <a:cubicBezTo>
                    <a:pt x="1" y="558"/>
                    <a:pt x="535" y="837"/>
                    <a:pt x="929" y="1278"/>
                  </a:cubicBezTo>
                  <a:cubicBezTo>
                    <a:pt x="1162" y="1580"/>
                    <a:pt x="1324" y="1882"/>
                    <a:pt x="1394" y="2230"/>
                  </a:cubicBezTo>
                  <a:cubicBezTo>
                    <a:pt x="1394" y="2277"/>
                    <a:pt x="1440" y="2300"/>
                    <a:pt x="1464" y="2300"/>
                  </a:cubicBezTo>
                  <a:cubicBezTo>
                    <a:pt x="1510" y="2300"/>
                    <a:pt x="1603" y="2230"/>
                    <a:pt x="1626" y="2184"/>
                  </a:cubicBezTo>
                  <a:cubicBezTo>
                    <a:pt x="1696" y="1975"/>
                    <a:pt x="1719" y="1743"/>
                    <a:pt x="1719" y="1534"/>
                  </a:cubicBezTo>
                  <a:cubicBezTo>
                    <a:pt x="1673" y="790"/>
                    <a:pt x="1092" y="1"/>
                    <a:pt x="5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7"/>
            <p:cNvSpPr/>
            <p:nvPr/>
          </p:nvSpPr>
          <p:spPr>
            <a:xfrm>
              <a:off x="1452775" y="1836900"/>
              <a:ext cx="65050" cy="90600"/>
            </a:xfrm>
            <a:custGeom>
              <a:avLst/>
              <a:gdLst/>
              <a:ahLst/>
              <a:cxnLst/>
              <a:rect l="l" t="t" r="r" b="b"/>
              <a:pathLst>
                <a:path w="2602" h="3624" extrusionOk="0">
                  <a:moveTo>
                    <a:pt x="47" y="2486"/>
                  </a:moveTo>
                  <a:cubicBezTo>
                    <a:pt x="1" y="2811"/>
                    <a:pt x="1" y="3159"/>
                    <a:pt x="47" y="3485"/>
                  </a:cubicBezTo>
                  <a:cubicBezTo>
                    <a:pt x="94" y="3577"/>
                    <a:pt x="163" y="3624"/>
                    <a:pt x="256" y="3624"/>
                  </a:cubicBezTo>
                  <a:cubicBezTo>
                    <a:pt x="303" y="3624"/>
                    <a:pt x="372" y="3601"/>
                    <a:pt x="372" y="3531"/>
                  </a:cubicBezTo>
                  <a:cubicBezTo>
                    <a:pt x="581" y="2997"/>
                    <a:pt x="837" y="2463"/>
                    <a:pt x="1208" y="1998"/>
                  </a:cubicBezTo>
                  <a:cubicBezTo>
                    <a:pt x="1812" y="1255"/>
                    <a:pt x="2602" y="744"/>
                    <a:pt x="2462" y="373"/>
                  </a:cubicBezTo>
                  <a:cubicBezTo>
                    <a:pt x="2346" y="117"/>
                    <a:pt x="2161" y="1"/>
                    <a:pt x="1928" y="1"/>
                  </a:cubicBezTo>
                  <a:cubicBezTo>
                    <a:pt x="1255" y="1"/>
                    <a:pt x="256" y="1302"/>
                    <a:pt x="47" y="24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7"/>
            <p:cNvSpPr/>
            <p:nvPr/>
          </p:nvSpPr>
          <p:spPr>
            <a:xfrm>
              <a:off x="1476000" y="1880450"/>
              <a:ext cx="43000" cy="57500"/>
            </a:xfrm>
            <a:custGeom>
              <a:avLst/>
              <a:gdLst/>
              <a:ahLst/>
              <a:cxnLst/>
              <a:rect l="l" t="t" r="r" b="b"/>
              <a:pathLst>
                <a:path w="1720" h="2300" extrusionOk="0">
                  <a:moveTo>
                    <a:pt x="1" y="1534"/>
                  </a:moveTo>
                  <a:cubicBezTo>
                    <a:pt x="1" y="1766"/>
                    <a:pt x="1" y="1975"/>
                    <a:pt x="94" y="2184"/>
                  </a:cubicBezTo>
                  <a:cubicBezTo>
                    <a:pt x="117" y="2230"/>
                    <a:pt x="210" y="2300"/>
                    <a:pt x="256" y="2300"/>
                  </a:cubicBezTo>
                  <a:cubicBezTo>
                    <a:pt x="279" y="2300"/>
                    <a:pt x="326" y="2254"/>
                    <a:pt x="326" y="2230"/>
                  </a:cubicBezTo>
                  <a:cubicBezTo>
                    <a:pt x="396" y="1882"/>
                    <a:pt x="581" y="1580"/>
                    <a:pt x="790" y="1278"/>
                  </a:cubicBezTo>
                  <a:cubicBezTo>
                    <a:pt x="1162" y="814"/>
                    <a:pt x="1719" y="558"/>
                    <a:pt x="1557" y="303"/>
                  </a:cubicBezTo>
                  <a:cubicBezTo>
                    <a:pt x="1441" y="94"/>
                    <a:pt x="1278" y="1"/>
                    <a:pt x="1139" y="1"/>
                  </a:cubicBezTo>
                  <a:cubicBezTo>
                    <a:pt x="628" y="1"/>
                    <a:pt x="47" y="790"/>
                    <a:pt x="1" y="15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7"/>
            <p:cNvSpPr/>
            <p:nvPr/>
          </p:nvSpPr>
          <p:spPr>
            <a:xfrm>
              <a:off x="1495750" y="1752150"/>
              <a:ext cx="552750" cy="685125"/>
            </a:xfrm>
            <a:custGeom>
              <a:avLst/>
              <a:gdLst/>
              <a:ahLst/>
              <a:cxnLst/>
              <a:rect l="l" t="t" r="r" b="b"/>
              <a:pathLst>
                <a:path w="22110" h="27405" extrusionOk="0">
                  <a:moveTo>
                    <a:pt x="22110" y="13702"/>
                  </a:moveTo>
                  <a:cubicBezTo>
                    <a:pt x="22110" y="21273"/>
                    <a:pt x="17163" y="27405"/>
                    <a:pt x="11055" y="27405"/>
                  </a:cubicBezTo>
                  <a:cubicBezTo>
                    <a:pt x="4947" y="27405"/>
                    <a:pt x="0" y="21273"/>
                    <a:pt x="0" y="13702"/>
                  </a:cubicBezTo>
                  <a:cubicBezTo>
                    <a:pt x="0" y="6131"/>
                    <a:pt x="4947" y="0"/>
                    <a:pt x="11055" y="0"/>
                  </a:cubicBezTo>
                  <a:cubicBezTo>
                    <a:pt x="17163" y="0"/>
                    <a:pt x="22110" y="6131"/>
                    <a:pt x="22110" y="13702"/>
                  </a:cubicBezTo>
                  <a:close/>
                </a:path>
              </a:pathLst>
            </a:custGeom>
            <a:solidFill>
              <a:srgbClr val="2D2929"/>
            </a:solidFill>
            <a:ln w="12200" cap="flat" cmpd="sng">
              <a:solidFill>
                <a:srgbClr val="000000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7"/>
            <p:cNvSpPr/>
            <p:nvPr/>
          </p:nvSpPr>
          <p:spPr>
            <a:xfrm>
              <a:off x="1496900" y="2130700"/>
              <a:ext cx="550450" cy="307150"/>
            </a:xfrm>
            <a:custGeom>
              <a:avLst/>
              <a:gdLst/>
              <a:ahLst/>
              <a:cxnLst/>
              <a:rect l="l" t="t" r="r" b="b"/>
              <a:pathLst>
                <a:path w="22018" h="12286" extrusionOk="0">
                  <a:moveTo>
                    <a:pt x="22017" y="0"/>
                  </a:moveTo>
                  <a:lnTo>
                    <a:pt x="22017" y="0"/>
                  </a:lnTo>
                  <a:cubicBezTo>
                    <a:pt x="18371" y="1603"/>
                    <a:pt x="14702" y="2137"/>
                    <a:pt x="11380" y="2137"/>
                  </a:cubicBezTo>
                  <a:lnTo>
                    <a:pt x="10916" y="2137"/>
                  </a:lnTo>
                  <a:cubicBezTo>
                    <a:pt x="5737" y="2044"/>
                    <a:pt x="1534" y="651"/>
                    <a:pt x="1" y="47"/>
                  </a:cubicBezTo>
                  <a:lnTo>
                    <a:pt x="1" y="47"/>
                  </a:lnTo>
                  <a:cubicBezTo>
                    <a:pt x="24" y="209"/>
                    <a:pt x="24" y="418"/>
                    <a:pt x="47" y="581"/>
                  </a:cubicBezTo>
                  <a:cubicBezTo>
                    <a:pt x="1789" y="1231"/>
                    <a:pt x="5923" y="2532"/>
                    <a:pt x="10939" y="2625"/>
                  </a:cubicBezTo>
                  <a:lnTo>
                    <a:pt x="10939" y="12286"/>
                  </a:lnTo>
                  <a:lnTo>
                    <a:pt x="11380" y="12286"/>
                  </a:lnTo>
                  <a:lnTo>
                    <a:pt x="11380" y="2648"/>
                  </a:lnTo>
                  <a:cubicBezTo>
                    <a:pt x="11404" y="2625"/>
                    <a:pt x="11473" y="2625"/>
                    <a:pt x="11497" y="2625"/>
                  </a:cubicBezTo>
                  <a:cubicBezTo>
                    <a:pt x="14748" y="2625"/>
                    <a:pt x="18348" y="2090"/>
                    <a:pt x="21947" y="558"/>
                  </a:cubicBezTo>
                  <a:cubicBezTo>
                    <a:pt x="21971" y="372"/>
                    <a:pt x="21971" y="186"/>
                    <a:pt x="220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7"/>
            <p:cNvSpPr/>
            <p:nvPr/>
          </p:nvSpPr>
          <p:spPr>
            <a:xfrm>
              <a:off x="1343050" y="1698150"/>
              <a:ext cx="610225" cy="834350"/>
            </a:xfrm>
            <a:custGeom>
              <a:avLst/>
              <a:gdLst/>
              <a:ahLst/>
              <a:cxnLst/>
              <a:rect l="l" t="t" r="r" b="b"/>
              <a:pathLst>
                <a:path w="24409" h="33374" extrusionOk="0">
                  <a:moveTo>
                    <a:pt x="16698" y="0"/>
                  </a:moveTo>
                  <a:cubicBezTo>
                    <a:pt x="7455" y="0"/>
                    <a:pt x="0" y="7455"/>
                    <a:pt x="0" y="16699"/>
                  </a:cubicBezTo>
                  <a:cubicBezTo>
                    <a:pt x="0" y="25895"/>
                    <a:pt x="7455" y="33373"/>
                    <a:pt x="16698" y="33373"/>
                  </a:cubicBezTo>
                  <a:cubicBezTo>
                    <a:pt x="19485" y="33373"/>
                    <a:pt x="22086" y="32677"/>
                    <a:pt x="24409" y="31469"/>
                  </a:cubicBezTo>
                  <a:cubicBezTo>
                    <a:pt x="19114" y="28682"/>
                    <a:pt x="15444" y="23108"/>
                    <a:pt x="15444" y="16699"/>
                  </a:cubicBezTo>
                  <a:cubicBezTo>
                    <a:pt x="15444" y="10265"/>
                    <a:pt x="19067" y="4692"/>
                    <a:pt x="24409" y="1905"/>
                  </a:cubicBezTo>
                  <a:cubicBezTo>
                    <a:pt x="22133" y="697"/>
                    <a:pt x="19485" y="0"/>
                    <a:pt x="16698" y="0"/>
                  </a:cubicBezTo>
                  <a:close/>
                </a:path>
              </a:pathLst>
            </a:custGeom>
            <a:solidFill>
              <a:srgbClr val="FCFCFC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7"/>
            <p:cNvSpPr/>
            <p:nvPr/>
          </p:nvSpPr>
          <p:spPr>
            <a:xfrm>
              <a:off x="1311125" y="1692350"/>
              <a:ext cx="878450" cy="846525"/>
            </a:xfrm>
            <a:custGeom>
              <a:avLst/>
              <a:gdLst/>
              <a:ahLst/>
              <a:cxnLst/>
              <a:rect l="l" t="t" r="r" b="b"/>
              <a:pathLst>
                <a:path w="35138" h="33861" extrusionOk="0">
                  <a:moveTo>
                    <a:pt x="18231" y="465"/>
                  </a:moveTo>
                  <a:cubicBezTo>
                    <a:pt x="27311" y="465"/>
                    <a:pt x="34673" y="7827"/>
                    <a:pt x="34697" y="16931"/>
                  </a:cubicBezTo>
                  <a:cubicBezTo>
                    <a:pt x="34697" y="23573"/>
                    <a:pt x="30679" y="29588"/>
                    <a:pt x="24525" y="32119"/>
                  </a:cubicBezTo>
                  <a:cubicBezTo>
                    <a:pt x="22504" y="32955"/>
                    <a:pt x="20344" y="33373"/>
                    <a:pt x="18231" y="33373"/>
                  </a:cubicBezTo>
                  <a:cubicBezTo>
                    <a:pt x="13934" y="33373"/>
                    <a:pt x="9731" y="31678"/>
                    <a:pt x="6596" y="28542"/>
                  </a:cubicBezTo>
                  <a:cubicBezTo>
                    <a:pt x="1881" y="23851"/>
                    <a:pt x="465" y="16745"/>
                    <a:pt x="3019" y="10637"/>
                  </a:cubicBezTo>
                  <a:cubicBezTo>
                    <a:pt x="5551" y="4482"/>
                    <a:pt x="11566" y="465"/>
                    <a:pt x="18231" y="465"/>
                  </a:cubicBezTo>
                  <a:close/>
                  <a:moveTo>
                    <a:pt x="18231" y="0"/>
                  </a:moveTo>
                  <a:cubicBezTo>
                    <a:pt x="13818" y="0"/>
                    <a:pt x="9499" y="1719"/>
                    <a:pt x="6271" y="4970"/>
                  </a:cubicBezTo>
                  <a:cubicBezTo>
                    <a:pt x="1417" y="9824"/>
                    <a:pt x="0" y="17070"/>
                    <a:pt x="2624" y="23410"/>
                  </a:cubicBezTo>
                  <a:cubicBezTo>
                    <a:pt x="5225" y="29727"/>
                    <a:pt x="11380" y="33861"/>
                    <a:pt x="18231" y="33861"/>
                  </a:cubicBezTo>
                  <a:cubicBezTo>
                    <a:pt x="27544" y="33861"/>
                    <a:pt x="35138" y="26267"/>
                    <a:pt x="35138" y="16954"/>
                  </a:cubicBezTo>
                  <a:cubicBezTo>
                    <a:pt x="35138" y="10103"/>
                    <a:pt x="31004" y="3948"/>
                    <a:pt x="24687" y="1324"/>
                  </a:cubicBezTo>
                  <a:cubicBezTo>
                    <a:pt x="22620" y="418"/>
                    <a:pt x="20414" y="0"/>
                    <a:pt x="18231" y="0"/>
                  </a:cubicBezTo>
                  <a:close/>
                </a:path>
              </a:pathLst>
            </a:custGeom>
            <a:solidFill>
              <a:srgbClr val="D586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7"/>
            <p:cNvSpPr/>
            <p:nvPr/>
          </p:nvSpPr>
          <p:spPr>
            <a:xfrm>
              <a:off x="1644950" y="1798000"/>
              <a:ext cx="281625" cy="280475"/>
            </a:xfrm>
            <a:custGeom>
              <a:avLst/>
              <a:gdLst/>
              <a:ahLst/>
              <a:cxnLst/>
              <a:rect l="l" t="t" r="r" b="b"/>
              <a:pathLst>
                <a:path w="11265" h="11219" extrusionOk="0">
                  <a:moveTo>
                    <a:pt x="5598" y="1093"/>
                  </a:moveTo>
                  <a:lnTo>
                    <a:pt x="7154" y="3903"/>
                  </a:lnTo>
                  <a:cubicBezTo>
                    <a:pt x="7177" y="3972"/>
                    <a:pt x="7224" y="4019"/>
                    <a:pt x="7293" y="4042"/>
                  </a:cubicBezTo>
                  <a:lnTo>
                    <a:pt x="10103" y="5598"/>
                  </a:lnTo>
                  <a:lnTo>
                    <a:pt x="7293" y="7131"/>
                  </a:lnTo>
                  <a:cubicBezTo>
                    <a:pt x="7224" y="7154"/>
                    <a:pt x="7177" y="7224"/>
                    <a:pt x="7154" y="7270"/>
                  </a:cubicBezTo>
                  <a:lnTo>
                    <a:pt x="5598" y="10103"/>
                  </a:lnTo>
                  <a:lnTo>
                    <a:pt x="4065" y="7270"/>
                  </a:lnTo>
                  <a:cubicBezTo>
                    <a:pt x="4042" y="7224"/>
                    <a:pt x="3972" y="7154"/>
                    <a:pt x="3926" y="7131"/>
                  </a:cubicBezTo>
                  <a:lnTo>
                    <a:pt x="1116" y="5598"/>
                  </a:lnTo>
                  <a:lnTo>
                    <a:pt x="3926" y="4042"/>
                  </a:lnTo>
                  <a:cubicBezTo>
                    <a:pt x="3972" y="4019"/>
                    <a:pt x="4042" y="3972"/>
                    <a:pt x="4065" y="3903"/>
                  </a:cubicBezTo>
                  <a:lnTo>
                    <a:pt x="5598" y="1093"/>
                  </a:lnTo>
                  <a:close/>
                  <a:moveTo>
                    <a:pt x="5644" y="1"/>
                  </a:moveTo>
                  <a:cubicBezTo>
                    <a:pt x="5528" y="1"/>
                    <a:pt x="5366" y="47"/>
                    <a:pt x="5319" y="164"/>
                  </a:cubicBezTo>
                  <a:lnTo>
                    <a:pt x="3508" y="3485"/>
                  </a:lnTo>
                  <a:lnTo>
                    <a:pt x="210" y="5273"/>
                  </a:lnTo>
                  <a:cubicBezTo>
                    <a:pt x="94" y="5342"/>
                    <a:pt x="1" y="5482"/>
                    <a:pt x="1" y="5598"/>
                  </a:cubicBezTo>
                  <a:cubicBezTo>
                    <a:pt x="1" y="5714"/>
                    <a:pt x="94" y="5853"/>
                    <a:pt x="210" y="5923"/>
                  </a:cubicBezTo>
                  <a:lnTo>
                    <a:pt x="3508" y="7711"/>
                  </a:lnTo>
                  <a:lnTo>
                    <a:pt x="5319" y="11032"/>
                  </a:lnTo>
                  <a:cubicBezTo>
                    <a:pt x="5366" y="11148"/>
                    <a:pt x="5528" y="11218"/>
                    <a:pt x="5644" y="11218"/>
                  </a:cubicBezTo>
                  <a:cubicBezTo>
                    <a:pt x="5760" y="11218"/>
                    <a:pt x="5900" y="11148"/>
                    <a:pt x="5946" y="11032"/>
                  </a:cubicBezTo>
                  <a:lnTo>
                    <a:pt x="7758" y="7711"/>
                  </a:lnTo>
                  <a:lnTo>
                    <a:pt x="11055" y="5923"/>
                  </a:lnTo>
                  <a:cubicBezTo>
                    <a:pt x="11172" y="5853"/>
                    <a:pt x="11264" y="5714"/>
                    <a:pt x="11264" y="5598"/>
                  </a:cubicBezTo>
                  <a:cubicBezTo>
                    <a:pt x="11264" y="5482"/>
                    <a:pt x="11172" y="5342"/>
                    <a:pt x="11055" y="5273"/>
                  </a:cubicBezTo>
                  <a:lnTo>
                    <a:pt x="7758" y="3485"/>
                  </a:lnTo>
                  <a:lnTo>
                    <a:pt x="5946" y="164"/>
                  </a:lnTo>
                  <a:cubicBezTo>
                    <a:pt x="5900" y="47"/>
                    <a:pt x="5760" y="1"/>
                    <a:pt x="5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6" name="Google Shape;826;p37"/>
          <p:cNvGrpSpPr/>
          <p:nvPr/>
        </p:nvGrpSpPr>
        <p:grpSpPr>
          <a:xfrm>
            <a:off x="2191901" y="1566484"/>
            <a:ext cx="1105297" cy="1142541"/>
            <a:chOff x="3989063" y="3801932"/>
            <a:chExt cx="1105297" cy="1142541"/>
          </a:xfrm>
        </p:grpSpPr>
        <p:sp>
          <p:nvSpPr>
            <p:cNvPr id="827" name="Google Shape;827;p37"/>
            <p:cNvSpPr/>
            <p:nvPr/>
          </p:nvSpPr>
          <p:spPr>
            <a:xfrm>
              <a:off x="4627540" y="4685850"/>
              <a:ext cx="309014" cy="252049"/>
            </a:xfrm>
            <a:custGeom>
              <a:avLst/>
              <a:gdLst/>
              <a:ahLst/>
              <a:cxnLst/>
              <a:rect l="l" t="t" r="r" b="b"/>
              <a:pathLst>
                <a:path w="9824" h="8013" extrusionOk="0">
                  <a:moveTo>
                    <a:pt x="5806" y="1"/>
                  </a:moveTo>
                  <a:cubicBezTo>
                    <a:pt x="3112" y="1"/>
                    <a:pt x="0" y="465"/>
                    <a:pt x="23" y="1255"/>
                  </a:cubicBezTo>
                  <a:cubicBezTo>
                    <a:pt x="47" y="2346"/>
                    <a:pt x="116" y="5644"/>
                    <a:pt x="116" y="5644"/>
                  </a:cubicBezTo>
                  <a:cubicBezTo>
                    <a:pt x="163" y="6968"/>
                    <a:pt x="1278" y="8013"/>
                    <a:pt x="2578" y="8013"/>
                  </a:cubicBezTo>
                  <a:lnTo>
                    <a:pt x="2694" y="8013"/>
                  </a:lnTo>
                  <a:lnTo>
                    <a:pt x="7409" y="7850"/>
                  </a:lnTo>
                  <a:cubicBezTo>
                    <a:pt x="8756" y="7781"/>
                    <a:pt x="9824" y="6620"/>
                    <a:pt x="9778" y="5273"/>
                  </a:cubicBezTo>
                  <a:cubicBezTo>
                    <a:pt x="9778" y="5273"/>
                    <a:pt x="9731" y="1975"/>
                    <a:pt x="9685" y="883"/>
                  </a:cubicBezTo>
                  <a:cubicBezTo>
                    <a:pt x="9661" y="279"/>
                    <a:pt x="7827" y="1"/>
                    <a:pt x="5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7"/>
            <p:cNvSpPr/>
            <p:nvPr/>
          </p:nvSpPr>
          <p:spPr>
            <a:xfrm>
              <a:off x="4620242" y="4678552"/>
              <a:ext cx="324364" cy="265921"/>
            </a:xfrm>
            <a:custGeom>
              <a:avLst/>
              <a:gdLst/>
              <a:ahLst/>
              <a:cxnLst/>
              <a:rect l="l" t="t" r="r" b="b"/>
              <a:pathLst>
                <a:path w="10312" h="8454" extrusionOk="0">
                  <a:moveTo>
                    <a:pt x="6131" y="511"/>
                  </a:moveTo>
                  <a:cubicBezTo>
                    <a:pt x="8593" y="511"/>
                    <a:pt x="9661" y="906"/>
                    <a:pt x="9661" y="1138"/>
                  </a:cubicBezTo>
                  <a:cubicBezTo>
                    <a:pt x="9684" y="2207"/>
                    <a:pt x="9754" y="5505"/>
                    <a:pt x="9754" y="5528"/>
                  </a:cubicBezTo>
                  <a:cubicBezTo>
                    <a:pt x="9801" y="6782"/>
                    <a:pt x="8825" y="7781"/>
                    <a:pt x="7594" y="7850"/>
                  </a:cubicBezTo>
                  <a:lnTo>
                    <a:pt x="2880" y="8013"/>
                  </a:lnTo>
                  <a:lnTo>
                    <a:pt x="2787" y="8013"/>
                  </a:lnTo>
                  <a:cubicBezTo>
                    <a:pt x="1602" y="8013"/>
                    <a:pt x="604" y="7061"/>
                    <a:pt x="557" y="5876"/>
                  </a:cubicBezTo>
                  <a:cubicBezTo>
                    <a:pt x="557" y="5853"/>
                    <a:pt x="488" y="2555"/>
                    <a:pt x="464" y="1487"/>
                  </a:cubicBezTo>
                  <a:cubicBezTo>
                    <a:pt x="464" y="1138"/>
                    <a:pt x="2299" y="628"/>
                    <a:pt x="5318" y="511"/>
                  </a:cubicBezTo>
                  <a:close/>
                  <a:moveTo>
                    <a:pt x="6131" y="0"/>
                  </a:moveTo>
                  <a:lnTo>
                    <a:pt x="5318" y="0"/>
                  </a:lnTo>
                  <a:cubicBezTo>
                    <a:pt x="4413" y="47"/>
                    <a:pt x="0" y="233"/>
                    <a:pt x="23" y="1464"/>
                  </a:cubicBezTo>
                  <a:cubicBezTo>
                    <a:pt x="46" y="2532"/>
                    <a:pt x="116" y="5806"/>
                    <a:pt x="116" y="5876"/>
                  </a:cubicBezTo>
                  <a:cubicBezTo>
                    <a:pt x="163" y="7316"/>
                    <a:pt x="1370" y="8454"/>
                    <a:pt x="2810" y="8454"/>
                  </a:cubicBezTo>
                  <a:lnTo>
                    <a:pt x="2926" y="8454"/>
                  </a:lnTo>
                  <a:lnTo>
                    <a:pt x="7641" y="8245"/>
                  </a:lnTo>
                  <a:cubicBezTo>
                    <a:pt x="9104" y="8199"/>
                    <a:pt x="10311" y="6944"/>
                    <a:pt x="10242" y="5458"/>
                  </a:cubicBezTo>
                  <a:cubicBezTo>
                    <a:pt x="10242" y="5435"/>
                    <a:pt x="10195" y="2160"/>
                    <a:pt x="10149" y="1069"/>
                  </a:cubicBezTo>
                  <a:cubicBezTo>
                    <a:pt x="10102" y="186"/>
                    <a:pt x="7710" y="0"/>
                    <a:pt x="6131" y="0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7"/>
            <p:cNvSpPr/>
            <p:nvPr/>
          </p:nvSpPr>
          <p:spPr>
            <a:xfrm>
              <a:off x="4190690" y="4687328"/>
              <a:ext cx="309045" cy="246922"/>
            </a:xfrm>
            <a:custGeom>
              <a:avLst/>
              <a:gdLst/>
              <a:ahLst/>
              <a:cxnLst/>
              <a:rect l="l" t="t" r="r" b="b"/>
              <a:pathLst>
                <a:path w="9825" h="7850" extrusionOk="0">
                  <a:moveTo>
                    <a:pt x="4854" y="0"/>
                  </a:moveTo>
                  <a:cubicBezTo>
                    <a:pt x="2485" y="0"/>
                    <a:pt x="116" y="302"/>
                    <a:pt x="93" y="999"/>
                  </a:cubicBezTo>
                  <a:cubicBezTo>
                    <a:pt x="93" y="2114"/>
                    <a:pt x="0" y="5388"/>
                    <a:pt x="0" y="5388"/>
                  </a:cubicBezTo>
                  <a:cubicBezTo>
                    <a:pt x="0" y="6758"/>
                    <a:pt x="1092" y="7850"/>
                    <a:pt x="2485" y="7850"/>
                  </a:cubicBezTo>
                  <a:lnTo>
                    <a:pt x="7200" y="7850"/>
                  </a:lnTo>
                  <a:lnTo>
                    <a:pt x="7246" y="7850"/>
                  </a:lnTo>
                  <a:cubicBezTo>
                    <a:pt x="8593" y="7850"/>
                    <a:pt x="9708" y="6758"/>
                    <a:pt x="9708" y="5388"/>
                  </a:cubicBezTo>
                  <a:cubicBezTo>
                    <a:pt x="9708" y="5388"/>
                    <a:pt x="9801" y="2090"/>
                    <a:pt x="9824" y="999"/>
                  </a:cubicBezTo>
                  <a:cubicBezTo>
                    <a:pt x="9754" y="349"/>
                    <a:pt x="7293" y="0"/>
                    <a:pt x="4854" y="0"/>
                  </a:cubicBezTo>
                  <a:close/>
                </a:path>
              </a:pathLst>
            </a:custGeom>
            <a:solidFill>
              <a:srgbClr val="04797C"/>
            </a:solidFill>
            <a:ln w="9525" cap="flat" cmpd="sng">
              <a:solidFill>
                <a:srgbClr val="0344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7"/>
            <p:cNvSpPr/>
            <p:nvPr/>
          </p:nvSpPr>
          <p:spPr>
            <a:xfrm>
              <a:off x="4182638" y="4679999"/>
              <a:ext cx="322194" cy="261580"/>
            </a:xfrm>
            <a:custGeom>
              <a:avLst/>
              <a:gdLst/>
              <a:ahLst/>
              <a:cxnLst/>
              <a:rect l="l" t="t" r="r" b="b"/>
              <a:pathLst>
                <a:path w="10243" h="8316" extrusionOk="0">
                  <a:moveTo>
                    <a:pt x="5110" y="465"/>
                  </a:moveTo>
                  <a:cubicBezTo>
                    <a:pt x="6991" y="465"/>
                    <a:pt x="8896" y="651"/>
                    <a:pt x="9592" y="1092"/>
                  </a:cubicBezTo>
                  <a:cubicBezTo>
                    <a:pt x="9732" y="1185"/>
                    <a:pt x="9755" y="1232"/>
                    <a:pt x="9755" y="1278"/>
                  </a:cubicBezTo>
                  <a:cubicBezTo>
                    <a:pt x="9755" y="2347"/>
                    <a:pt x="9639" y="5621"/>
                    <a:pt x="9639" y="5691"/>
                  </a:cubicBezTo>
                  <a:cubicBezTo>
                    <a:pt x="9639" y="6922"/>
                    <a:pt x="8617" y="7920"/>
                    <a:pt x="7409" y="7920"/>
                  </a:cubicBezTo>
                  <a:lnTo>
                    <a:pt x="7409" y="7920"/>
                  </a:lnTo>
                  <a:lnTo>
                    <a:pt x="2672" y="7920"/>
                  </a:lnTo>
                  <a:cubicBezTo>
                    <a:pt x="1418" y="7920"/>
                    <a:pt x="442" y="6898"/>
                    <a:pt x="442" y="5691"/>
                  </a:cubicBezTo>
                  <a:cubicBezTo>
                    <a:pt x="442" y="5644"/>
                    <a:pt x="535" y="2370"/>
                    <a:pt x="558" y="1301"/>
                  </a:cubicBezTo>
                  <a:cubicBezTo>
                    <a:pt x="558" y="1278"/>
                    <a:pt x="605" y="1185"/>
                    <a:pt x="767" y="1092"/>
                  </a:cubicBezTo>
                  <a:cubicBezTo>
                    <a:pt x="1510" y="628"/>
                    <a:pt x="3322" y="465"/>
                    <a:pt x="5110" y="465"/>
                  </a:cubicBezTo>
                  <a:close/>
                  <a:moveTo>
                    <a:pt x="5087" y="1"/>
                  </a:moveTo>
                  <a:cubicBezTo>
                    <a:pt x="3206" y="1"/>
                    <a:pt x="1301" y="187"/>
                    <a:pt x="558" y="628"/>
                  </a:cubicBezTo>
                  <a:cubicBezTo>
                    <a:pt x="256" y="767"/>
                    <a:pt x="117" y="1000"/>
                    <a:pt x="117" y="1232"/>
                  </a:cubicBezTo>
                  <a:cubicBezTo>
                    <a:pt x="94" y="2323"/>
                    <a:pt x="1" y="5598"/>
                    <a:pt x="1" y="5621"/>
                  </a:cubicBezTo>
                  <a:cubicBezTo>
                    <a:pt x="1" y="7107"/>
                    <a:pt x="1185" y="8315"/>
                    <a:pt x="2695" y="8315"/>
                  </a:cubicBezTo>
                  <a:lnTo>
                    <a:pt x="7433" y="8315"/>
                  </a:lnTo>
                  <a:lnTo>
                    <a:pt x="7433" y="8315"/>
                  </a:lnTo>
                  <a:cubicBezTo>
                    <a:pt x="8919" y="8315"/>
                    <a:pt x="10127" y="7131"/>
                    <a:pt x="10127" y="5621"/>
                  </a:cubicBezTo>
                  <a:cubicBezTo>
                    <a:pt x="10127" y="5598"/>
                    <a:pt x="10219" y="2323"/>
                    <a:pt x="10243" y="1232"/>
                  </a:cubicBezTo>
                  <a:cubicBezTo>
                    <a:pt x="10243" y="1000"/>
                    <a:pt x="10103" y="814"/>
                    <a:pt x="9848" y="651"/>
                  </a:cubicBezTo>
                  <a:cubicBezTo>
                    <a:pt x="9081" y="233"/>
                    <a:pt x="7084" y="1"/>
                    <a:pt x="5087" y="1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7"/>
            <p:cNvSpPr/>
            <p:nvPr/>
          </p:nvSpPr>
          <p:spPr>
            <a:xfrm>
              <a:off x="4037283" y="3809230"/>
              <a:ext cx="1050503" cy="1049779"/>
            </a:xfrm>
            <a:custGeom>
              <a:avLst/>
              <a:gdLst/>
              <a:ahLst/>
              <a:cxnLst/>
              <a:rect l="l" t="t" r="r" b="b"/>
              <a:pathLst>
                <a:path w="33397" h="33374" extrusionOk="0">
                  <a:moveTo>
                    <a:pt x="16698" y="1"/>
                  </a:moveTo>
                  <a:cubicBezTo>
                    <a:pt x="7478" y="1"/>
                    <a:pt x="0" y="7479"/>
                    <a:pt x="0" y="16699"/>
                  </a:cubicBezTo>
                  <a:cubicBezTo>
                    <a:pt x="0" y="25896"/>
                    <a:pt x="7478" y="33374"/>
                    <a:pt x="16698" y="33374"/>
                  </a:cubicBezTo>
                  <a:cubicBezTo>
                    <a:pt x="25895" y="33374"/>
                    <a:pt x="33396" y="25896"/>
                    <a:pt x="33396" y="16699"/>
                  </a:cubicBezTo>
                  <a:cubicBezTo>
                    <a:pt x="33396" y="7479"/>
                    <a:pt x="25895" y="1"/>
                    <a:pt x="16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7"/>
            <p:cNvSpPr/>
            <p:nvPr/>
          </p:nvSpPr>
          <p:spPr>
            <a:xfrm>
              <a:off x="4037283" y="3909320"/>
              <a:ext cx="350660" cy="856205"/>
            </a:xfrm>
            <a:custGeom>
              <a:avLst/>
              <a:gdLst/>
              <a:ahLst/>
              <a:cxnLst/>
              <a:rect l="l" t="t" r="r" b="b"/>
              <a:pathLst>
                <a:path w="11148" h="27220" extrusionOk="0">
                  <a:moveTo>
                    <a:pt x="6921" y="1"/>
                  </a:moveTo>
                  <a:cubicBezTo>
                    <a:pt x="2741" y="3020"/>
                    <a:pt x="0" y="7943"/>
                    <a:pt x="0" y="13517"/>
                  </a:cubicBezTo>
                  <a:cubicBezTo>
                    <a:pt x="0" y="19207"/>
                    <a:pt x="2857" y="24200"/>
                    <a:pt x="7177" y="27219"/>
                  </a:cubicBezTo>
                  <a:cubicBezTo>
                    <a:pt x="9685" y="23712"/>
                    <a:pt x="11148" y="18742"/>
                    <a:pt x="11148" y="13471"/>
                  </a:cubicBezTo>
                  <a:cubicBezTo>
                    <a:pt x="11148" y="8129"/>
                    <a:pt x="9569" y="3391"/>
                    <a:pt x="6921" y="1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7"/>
            <p:cNvSpPr/>
            <p:nvPr/>
          </p:nvSpPr>
          <p:spPr>
            <a:xfrm>
              <a:off x="4735651" y="3907873"/>
              <a:ext cx="351415" cy="856897"/>
            </a:xfrm>
            <a:custGeom>
              <a:avLst/>
              <a:gdLst/>
              <a:ahLst/>
              <a:cxnLst/>
              <a:rect l="l" t="t" r="r" b="b"/>
              <a:pathLst>
                <a:path w="11172" h="27242" extrusionOk="0">
                  <a:moveTo>
                    <a:pt x="4250" y="0"/>
                  </a:moveTo>
                  <a:cubicBezTo>
                    <a:pt x="1580" y="3414"/>
                    <a:pt x="0" y="8129"/>
                    <a:pt x="0" y="13470"/>
                  </a:cubicBezTo>
                  <a:cubicBezTo>
                    <a:pt x="0" y="18765"/>
                    <a:pt x="1487" y="23712"/>
                    <a:pt x="3995" y="27242"/>
                  </a:cubicBezTo>
                  <a:cubicBezTo>
                    <a:pt x="8315" y="24246"/>
                    <a:pt x="11171" y="19230"/>
                    <a:pt x="11171" y="13540"/>
                  </a:cubicBezTo>
                  <a:cubicBezTo>
                    <a:pt x="11171" y="7966"/>
                    <a:pt x="8431" y="3066"/>
                    <a:pt x="4250" y="0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7"/>
            <p:cNvSpPr/>
            <p:nvPr/>
          </p:nvSpPr>
          <p:spPr>
            <a:xfrm>
              <a:off x="4552299" y="3804858"/>
              <a:ext cx="14627" cy="1046854"/>
            </a:xfrm>
            <a:custGeom>
              <a:avLst/>
              <a:gdLst/>
              <a:ahLst/>
              <a:cxnLst/>
              <a:rect l="l" t="t" r="r" b="b"/>
              <a:pathLst>
                <a:path w="465" h="33281" extrusionOk="0">
                  <a:moveTo>
                    <a:pt x="0" y="1"/>
                  </a:moveTo>
                  <a:lnTo>
                    <a:pt x="0" y="33281"/>
                  </a:lnTo>
                  <a:lnTo>
                    <a:pt x="465" y="33281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7"/>
            <p:cNvSpPr/>
            <p:nvPr/>
          </p:nvSpPr>
          <p:spPr>
            <a:xfrm>
              <a:off x="4882484" y="3983837"/>
              <a:ext cx="81846" cy="113993"/>
            </a:xfrm>
            <a:custGeom>
              <a:avLst/>
              <a:gdLst/>
              <a:ahLst/>
              <a:cxnLst/>
              <a:rect l="l" t="t" r="r" b="b"/>
              <a:pathLst>
                <a:path w="2602" h="3624" extrusionOk="0">
                  <a:moveTo>
                    <a:pt x="651" y="0"/>
                  </a:moveTo>
                  <a:cubicBezTo>
                    <a:pt x="465" y="0"/>
                    <a:pt x="279" y="117"/>
                    <a:pt x="140" y="372"/>
                  </a:cubicBezTo>
                  <a:cubicBezTo>
                    <a:pt x="0" y="767"/>
                    <a:pt x="744" y="1255"/>
                    <a:pt x="1394" y="1998"/>
                  </a:cubicBezTo>
                  <a:cubicBezTo>
                    <a:pt x="1742" y="2462"/>
                    <a:pt x="2021" y="2996"/>
                    <a:pt x="2230" y="3554"/>
                  </a:cubicBezTo>
                  <a:cubicBezTo>
                    <a:pt x="2253" y="3600"/>
                    <a:pt x="2276" y="3623"/>
                    <a:pt x="2346" y="3623"/>
                  </a:cubicBezTo>
                  <a:cubicBezTo>
                    <a:pt x="2439" y="3623"/>
                    <a:pt x="2509" y="3577"/>
                    <a:pt x="2555" y="3484"/>
                  </a:cubicBezTo>
                  <a:cubicBezTo>
                    <a:pt x="2601" y="3159"/>
                    <a:pt x="2601" y="2811"/>
                    <a:pt x="2555" y="2509"/>
                  </a:cubicBezTo>
                  <a:cubicBezTo>
                    <a:pt x="2346" y="1301"/>
                    <a:pt x="1347" y="0"/>
                    <a:pt x="651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7"/>
            <p:cNvSpPr/>
            <p:nvPr/>
          </p:nvSpPr>
          <p:spPr>
            <a:xfrm>
              <a:off x="4881005" y="4038631"/>
              <a:ext cx="54103" cy="72346"/>
            </a:xfrm>
            <a:custGeom>
              <a:avLst/>
              <a:gdLst/>
              <a:ahLst/>
              <a:cxnLst/>
              <a:rect l="l" t="t" r="r" b="b"/>
              <a:pathLst>
                <a:path w="1720" h="2300" extrusionOk="0">
                  <a:moveTo>
                    <a:pt x="582" y="0"/>
                  </a:moveTo>
                  <a:cubicBezTo>
                    <a:pt x="419" y="0"/>
                    <a:pt x="280" y="93"/>
                    <a:pt x="164" y="302"/>
                  </a:cubicBezTo>
                  <a:cubicBezTo>
                    <a:pt x="1" y="558"/>
                    <a:pt x="535" y="836"/>
                    <a:pt x="930" y="1278"/>
                  </a:cubicBezTo>
                  <a:cubicBezTo>
                    <a:pt x="1162" y="1580"/>
                    <a:pt x="1325" y="1881"/>
                    <a:pt x="1394" y="2230"/>
                  </a:cubicBezTo>
                  <a:cubicBezTo>
                    <a:pt x="1394" y="2276"/>
                    <a:pt x="1441" y="2299"/>
                    <a:pt x="1464" y="2299"/>
                  </a:cubicBezTo>
                  <a:cubicBezTo>
                    <a:pt x="1511" y="2299"/>
                    <a:pt x="1603" y="2230"/>
                    <a:pt x="1627" y="2183"/>
                  </a:cubicBezTo>
                  <a:cubicBezTo>
                    <a:pt x="1696" y="1974"/>
                    <a:pt x="1720" y="1742"/>
                    <a:pt x="1720" y="1533"/>
                  </a:cubicBezTo>
                  <a:cubicBezTo>
                    <a:pt x="1673" y="790"/>
                    <a:pt x="1092" y="0"/>
                    <a:pt x="58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7"/>
            <p:cNvSpPr/>
            <p:nvPr/>
          </p:nvSpPr>
          <p:spPr>
            <a:xfrm>
              <a:off x="4168042" y="3983837"/>
              <a:ext cx="82569" cy="113993"/>
            </a:xfrm>
            <a:custGeom>
              <a:avLst/>
              <a:gdLst/>
              <a:ahLst/>
              <a:cxnLst/>
              <a:rect l="l" t="t" r="r" b="b"/>
              <a:pathLst>
                <a:path w="2625" h="3624" extrusionOk="0">
                  <a:moveTo>
                    <a:pt x="70" y="2509"/>
                  </a:moveTo>
                  <a:cubicBezTo>
                    <a:pt x="0" y="2811"/>
                    <a:pt x="0" y="3159"/>
                    <a:pt x="70" y="3484"/>
                  </a:cubicBezTo>
                  <a:cubicBezTo>
                    <a:pt x="93" y="3577"/>
                    <a:pt x="186" y="3623"/>
                    <a:pt x="256" y="3623"/>
                  </a:cubicBezTo>
                  <a:cubicBezTo>
                    <a:pt x="326" y="3623"/>
                    <a:pt x="372" y="3600"/>
                    <a:pt x="372" y="3554"/>
                  </a:cubicBezTo>
                  <a:cubicBezTo>
                    <a:pt x="581" y="2996"/>
                    <a:pt x="836" y="2462"/>
                    <a:pt x="1208" y="1998"/>
                  </a:cubicBezTo>
                  <a:cubicBezTo>
                    <a:pt x="1835" y="1255"/>
                    <a:pt x="2625" y="744"/>
                    <a:pt x="2462" y="372"/>
                  </a:cubicBezTo>
                  <a:cubicBezTo>
                    <a:pt x="2346" y="117"/>
                    <a:pt x="2183" y="0"/>
                    <a:pt x="1951" y="0"/>
                  </a:cubicBezTo>
                  <a:cubicBezTo>
                    <a:pt x="1231" y="0"/>
                    <a:pt x="233" y="1301"/>
                    <a:pt x="70" y="2509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7"/>
            <p:cNvSpPr/>
            <p:nvPr/>
          </p:nvSpPr>
          <p:spPr>
            <a:xfrm>
              <a:off x="4197264" y="4038631"/>
              <a:ext cx="54071" cy="72346"/>
            </a:xfrm>
            <a:custGeom>
              <a:avLst/>
              <a:gdLst/>
              <a:ahLst/>
              <a:cxnLst/>
              <a:rect l="l" t="t" r="r" b="b"/>
              <a:pathLst>
                <a:path w="1719" h="2300" extrusionOk="0">
                  <a:moveTo>
                    <a:pt x="0" y="1533"/>
                  </a:moveTo>
                  <a:cubicBezTo>
                    <a:pt x="0" y="1765"/>
                    <a:pt x="0" y="1974"/>
                    <a:pt x="93" y="2183"/>
                  </a:cubicBezTo>
                  <a:cubicBezTo>
                    <a:pt x="116" y="2230"/>
                    <a:pt x="209" y="2299"/>
                    <a:pt x="256" y="2299"/>
                  </a:cubicBezTo>
                  <a:cubicBezTo>
                    <a:pt x="302" y="2299"/>
                    <a:pt x="325" y="2253"/>
                    <a:pt x="325" y="2230"/>
                  </a:cubicBezTo>
                  <a:cubicBezTo>
                    <a:pt x="418" y="1881"/>
                    <a:pt x="581" y="1580"/>
                    <a:pt x="790" y="1278"/>
                  </a:cubicBezTo>
                  <a:cubicBezTo>
                    <a:pt x="1162" y="813"/>
                    <a:pt x="1719" y="558"/>
                    <a:pt x="1580" y="302"/>
                  </a:cubicBezTo>
                  <a:cubicBezTo>
                    <a:pt x="1463" y="93"/>
                    <a:pt x="1278" y="0"/>
                    <a:pt x="1138" y="0"/>
                  </a:cubicBezTo>
                  <a:cubicBezTo>
                    <a:pt x="604" y="0"/>
                    <a:pt x="24" y="790"/>
                    <a:pt x="0" y="1533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7"/>
            <p:cNvSpPr/>
            <p:nvPr/>
          </p:nvSpPr>
          <p:spPr>
            <a:xfrm>
              <a:off x="4193616" y="3922468"/>
              <a:ext cx="746616" cy="770710"/>
            </a:xfrm>
            <a:custGeom>
              <a:avLst/>
              <a:gdLst/>
              <a:ahLst/>
              <a:cxnLst/>
              <a:rect l="l" t="t" r="r" b="b"/>
              <a:pathLst>
                <a:path w="23736" h="24502" extrusionOk="0">
                  <a:moveTo>
                    <a:pt x="23735" y="12263"/>
                  </a:moveTo>
                  <a:cubicBezTo>
                    <a:pt x="23735" y="19021"/>
                    <a:pt x="18440" y="24502"/>
                    <a:pt x="11868" y="24502"/>
                  </a:cubicBezTo>
                  <a:cubicBezTo>
                    <a:pt x="5319" y="24502"/>
                    <a:pt x="0" y="19021"/>
                    <a:pt x="0" y="12263"/>
                  </a:cubicBezTo>
                  <a:cubicBezTo>
                    <a:pt x="0" y="5482"/>
                    <a:pt x="5319" y="1"/>
                    <a:pt x="11868" y="1"/>
                  </a:cubicBezTo>
                  <a:cubicBezTo>
                    <a:pt x="18440" y="1"/>
                    <a:pt x="23735" y="5482"/>
                    <a:pt x="23735" y="12263"/>
                  </a:cubicBezTo>
                  <a:close/>
                </a:path>
              </a:pathLst>
            </a:custGeom>
            <a:solidFill>
              <a:srgbClr val="E2BFA1"/>
            </a:solidFill>
            <a:ln w="11025" cap="flat" cmpd="sng">
              <a:solidFill>
                <a:srgbClr val="034444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7"/>
            <p:cNvSpPr/>
            <p:nvPr/>
          </p:nvSpPr>
          <p:spPr>
            <a:xfrm>
              <a:off x="3989063" y="3801932"/>
              <a:ext cx="1105297" cy="1063651"/>
            </a:xfrm>
            <a:custGeom>
              <a:avLst/>
              <a:gdLst/>
              <a:ahLst/>
              <a:cxnLst/>
              <a:rect l="l" t="t" r="r" b="b"/>
              <a:pathLst>
                <a:path w="35139" h="33815" extrusionOk="0">
                  <a:moveTo>
                    <a:pt x="18231" y="465"/>
                  </a:moveTo>
                  <a:cubicBezTo>
                    <a:pt x="27312" y="465"/>
                    <a:pt x="34674" y="7827"/>
                    <a:pt x="34697" y="16931"/>
                  </a:cubicBezTo>
                  <a:cubicBezTo>
                    <a:pt x="34697" y="23573"/>
                    <a:pt x="30679" y="29588"/>
                    <a:pt x="24525" y="32119"/>
                  </a:cubicBezTo>
                  <a:cubicBezTo>
                    <a:pt x="22505" y="32956"/>
                    <a:pt x="20345" y="33350"/>
                    <a:pt x="18231" y="33350"/>
                  </a:cubicBezTo>
                  <a:cubicBezTo>
                    <a:pt x="13935" y="33350"/>
                    <a:pt x="9731" y="31678"/>
                    <a:pt x="6596" y="28543"/>
                  </a:cubicBezTo>
                  <a:cubicBezTo>
                    <a:pt x="1882" y="23829"/>
                    <a:pt x="465" y="16745"/>
                    <a:pt x="3020" y="10637"/>
                  </a:cubicBezTo>
                  <a:cubicBezTo>
                    <a:pt x="5574" y="4483"/>
                    <a:pt x="11566" y="465"/>
                    <a:pt x="18231" y="465"/>
                  </a:cubicBezTo>
                  <a:close/>
                  <a:moveTo>
                    <a:pt x="18231" y="1"/>
                  </a:moveTo>
                  <a:cubicBezTo>
                    <a:pt x="13819" y="1"/>
                    <a:pt x="9499" y="1719"/>
                    <a:pt x="6271" y="4971"/>
                  </a:cubicBezTo>
                  <a:cubicBezTo>
                    <a:pt x="1417" y="9801"/>
                    <a:pt x="1" y="17047"/>
                    <a:pt x="2625" y="23387"/>
                  </a:cubicBezTo>
                  <a:cubicBezTo>
                    <a:pt x="5226" y="29704"/>
                    <a:pt x="11380" y="33815"/>
                    <a:pt x="18231" y="33815"/>
                  </a:cubicBezTo>
                  <a:cubicBezTo>
                    <a:pt x="27544" y="33815"/>
                    <a:pt x="35138" y="26244"/>
                    <a:pt x="35138" y="16931"/>
                  </a:cubicBezTo>
                  <a:cubicBezTo>
                    <a:pt x="35138" y="10080"/>
                    <a:pt x="31004" y="3926"/>
                    <a:pt x="24688" y="1278"/>
                  </a:cubicBezTo>
                  <a:cubicBezTo>
                    <a:pt x="22621" y="419"/>
                    <a:pt x="20414" y="1"/>
                    <a:pt x="18231" y="1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7"/>
            <p:cNvSpPr/>
            <p:nvPr/>
          </p:nvSpPr>
          <p:spPr>
            <a:xfrm>
              <a:off x="4082579" y="4568240"/>
              <a:ext cx="300993" cy="157841"/>
            </a:xfrm>
            <a:custGeom>
              <a:avLst/>
              <a:gdLst/>
              <a:ahLst/>
              <a:cxnLst/>
              <a:rect l="l" t="t" r="r" b="b"/>
              <a:pathLst>
                <a:path w="9569" h="5018" extrusionOk="0">
                  <a:moveTo>
                    <a:pt x="7966" y="5017"/>
                  </a:moveTo>
                  <a:lnTo>
                    <a:pt x="1579" y="5017"/>
                  </a:lnTo>
                  <a:cubicBezTo>
                    <a:pt x="720" y="5017"/>
                    <a:pt x="0" y="4320"/>
                    <a:pt x="0" y="3438"/>
                  </a:cubicBezTo>
                  <a:lnTo>
                    <a:pt x="0" y="1603"/>
                  </a:lnTo>
                  <a:cubicBezTo>
                    <a:pt x="0" y="721"/>
                    <a:pt x="697" y="1"/>
                    <a:pt x="1579" y="1"/>
                  </a:cubicBezTo>
                  <a:lnTo>
                    <a:pt x="7966" y="1"/>
                  </a:lnTo>
                  <a:cubicBezTo>
                    <a:pt x="8849" y="1"/>
                    <a:pt x="9568" y="697"/>
                    <a:pt x="9568" y="1603"/>
                  </a:cubicBezTo>
                  <a:lnTo>
                    <a:pt x="9568" y="3438"/>
                  </a:lnTo>
                  <a:cubicBezTo>
                    <a:pt x="9568" y="4320"/>
                    <a:pt x="8849" y="5017"/>
                    <a:pt x="7966" y="5017"/>
                  </a:cubicBezTo>
                  <a:close/>
                </a:path>
              </a:pathLst>
            </a:custGeom>
            <a:solidFill>
              <a:srgbClr val="CECECE"/>
            </a:solidFill>
            <a:ln w="11025" cap="flat" cmpd="sng">
              <a:solidFill>
                <a:srgbClr val="1E1E1E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7"/>
            <p:cNvSpPr/>
            <p:nvPr/>
          </p:nvSpPr>
          <p:spPr>
            <a:xfrm>
              <a:off x="4541321" y="4686573"/>
              <a:ext cx="36582" cy="72378"/>
            </a:xfrm>
            <a:custGeom>
              <a:avLst/>
              <a:gdLst/>
              <a:ahLst/>
              <a:cxnLst/>
              <a:rect l="l" t="t" r="r" b="b"/>
              <a:pathLst>
                <a:path w="1163" h="2301" extrusionOk="0">
                  <a:moveTo>
                    <a:pt x="442" y="1"/>
                  </a:moveTo>
                  <a:cubicBezTo>
                    <a:pt x="349" y="1"/>
                    <a:pt x="280" y="94"/>
                    <a:pt x="280" y="187"/>
                  </a:cubicBezTo>
                  <a:lnTo>
                    <a:pt x="1" y="2138"/>
                  </a:lnTo>
                  <a:cubicBezTo>
                    <a:pt x="1" y="2207"/>
                    <a:pt x="94" y="2300"/>
                    <a:pt x="187" y="2300"/>
                  </a:cubicBezTo>
                  <a:lnTo>
                    <a:pt x="999" y="2300"/>
                  </a:lnTo>
                  <a:cubicBezTo>
                    <a:pt x="1092" y="2300"/>
                    <a:pt x="1162" y="2230"/>
                    <a:pt x="1162" y="2138"/>
                  </a:cubicBezTo>
                  <a:lnTo>
                    <a:pt x="907" y="187"/>
                  </a:lnTo>
                  <a:cubicBezTo>
                    <a:pt x="907" y="94"/>
                    <a:pt x="814" y="1"/>
                    <a:pt x="744" y="1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7"/>
            <p:cNvSpPr/>
            <p:nvPr/>
          </p:nvSpPr>
          <p:spPr>
            <a:xfrm>
              <a:off x="4039070" y="3821231"/>
              <a:ext cx="767785" cy="1049056"/>
            </a:xfrm>
            <a:custGeom>
              <a:avLst/>
              <a:gdLst/>
              <a:ahLst/>
              <a:cxnLst/>
              <a:rect l="l" t="t" r="r" b="b"/>
              <a:pathLst>
                <a:path w="24409" h="33351" extrusionOk="0">
                  <a:moveTo>
                    <a:pt x="16675" y="1"/>
                  </a:moveTo>
                  <a:cubicBezTo>
                    <a:pt x="7455" y="1"/>
                    <a:pt x="1" y="7456"/>
                    <a:pt x="1" y="16699"/>
                  </a:cubicBezTo>
                  <a:cubicBezTo>
                    <a:pt x="1" y="25895"/>
                    <a:pt x="7455" y="33350"/>
                    <a:pt x="16675" y="33350"/>
                  </a:cubicBezTo>
                  <a:cubicBezTo>
                    <a:pt x="19462" y="33350"/>
                    <a:pt x="22086" y="32654"/>
                    <a:pt x="24409" y="31469"/>
                  </a:cubicBezTo>
                  <a:cubicBezTo>
                    <a:pt x="19067" y="28706"/>
                    <a:pt x="15444" y="23132"/>
                    <a:pt x="15444" y="16699"/>
                  </a:cubicBezTo>
                  <a:cubicBezTo>
                    <a:pt x="15444" y="10242"/>
                    <a:pt x="19067" y="4669"/>
                    <a:pt x="24409" y="1882"/>
                  </a:cubicBezTo>
                  <a:cubicBezTo>
                    <a:pt x="22110" y="697"/>
                    <a:pt x="19462" y="1"/>
                    <a:pt x="16675" y="1"/>
                  </a:cubicBezTo>
                  <a:close/>
                </a:path>
              </a:pathLst>
            </a:custGeom>
            <a:solidFill>
              <a:srgbClr val="FCFCFC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7"/>
            <p:cNvSpPr/>
            <p:nvPr/>
          </p:nvSpPr>
          <p:spPr>
            <a:xfrm>
              <a:off x="4224284" y="3942914"/>
              <a:ext cx="31" cy="208232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1" y="1"/>
                  </a:moveTo>
                  <a:lnTo>
                    <a:pt x="1" y="6620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7"/>
            <p:cNvSpPr/>
            <p:nvPr/>
          </p:nvSpPr>
          <p:spPr>
            <a:xfrm>
              <a:off x="4280526" y="3942914"/>
              <a:ext cx="31" cy="276898"/>
            </a:xfrm>
            <a:custGeom>
              <a:avLst/>
              <a:gdLst/>
              <a:ahLst/>
              <a:cxnLst/>
              <a:rect l="l" t="t" r="r" b="b"/>
              <a:pathLst>
                <a:path w="1" h="8803" fill="none" extrusionOk="0">
                  <a:moveTo>
                    <a:pt x="1" y="1"/>
                  </a:moveTo>
                  <a:lnTo>
                    <a:pt x="1" y="8803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7"/>
            <p:cNvSpPr/>
            <p:nvPr/>
          </p:nvSpPr>
          <p:spPr>
            <a:xfrm>
              <a:off x="4336045" y="3942914"/>
              <a:ext cx="31" cy="390860"/>
            </a:xfrm>
            <a:custGeom>
              <a:avLst/>
              <a:gdLst/>
              <a:ahLst/>
              <a:cxnLst/>
              <a:rect l="l" t="t" r="r" b="b"/>
              <a:pathLst>
                <a:path w="1" h="12426" fill="none" extrusionOk="0">
                  <a:moveTo>
                    <a:pt x="1" y="1"/>
                  </a:moveTo>
                  <a:lnTo>
                    <a:pt x="1" y="12426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7"/>
            <p:cNvSpPr/>
            <p:nvPr/>
          </p:nvSpPr>
          <p:spPr>
            <a:xfrm>
              <a:off x="4391563" y="3942914"/>
              <a:ext cx="31" cy="208232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1" y="1"/>
                  </a:moveTo>
                  <a:lnTo>
                    <a:pt x="1" y="6620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7"/>
            <p:cNvSpPr/>
            <p:nvPr/>
          </p:nvSpPr>
          <p:spPr>
            <a:xfrm>
              <a:off x="4444911" y="4279703"/>
              <a:ext cx="67219" cy="67219"/>
            </a:xfrm>
            <a:custGeom>
              <a:avLst/>
              <a:gdLst/>
              <a:ahLst/>
              <a:cxnLst/>
              <a:rect l="l" t="t" r="r" b="b"/>
              <a:pathLst>
                <a:path w="2137" h="2137" extrusionOk="0">
                  <a:moveTo>
                    <a:pt x="1069" y="0"/>
                  </a:moveTo>
                  <a:cubicBezTo>
                    <a:pt x="465" y="0"/>
                    <a:pt x="0" y="488"/>
                    <a:pt x="0" y="1068"/>
                  </a:cubicBezTo>
                  <a:cubicBezTo>
                    <a:pt x="0" y="1672"/>
                    <a:pt x="465" y="2137"/>
                    <a:pt x="1069" y="2137"/>
                  </a:cubicBezTo>
                  <a:cubicBezTo>
                    <a:pt x="1672" y="2137"/>
                    <a:pt x="2137" y="1672"/>
                    <a:pt x="2137" y="1068"/>
                  </a:cubicBezTo>
                  <a:cubicBezTo>
                    <a:pt x="2137" y="488"/>
                    <a:pt x="1672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7"/>
            <p:cNvSpPr/>
            <p:nvPr/>
          </p:nvSpPr>
          <p:spPr>
            <a:xfrm>
              <a:off x="4618040" y="4279703"/>
              <a:ext cx="67974" cy="67219"/>
            </a:xfrm>
            <a:custGeom>
              <a:avLst/>
              <a:gdLst/>
              <a:ahLst/>
              <a:cxnLst/>
              <a:rect l="l" t="t" r="r" b="b"/>
              <a:pathLst>
                <a:path w="2161" h="2137" extrusionOk="0">
                  <a:moveTo>
                    <a:pt x="1092" y="0"/>
                  </a:moveTo>
                  <a:cubicBezTo>
                    <a:pt x="488" y="0"/>
                    <a:pt x="0" y="488"/>
                    <a:pt x="0" y="1068"/>
                  </a:cubicBezTo>
                  <a:cubicBezTo>
                    <a:pt x="0" y="1672"/>
                    <a:pt x="488" y="2137"/>
                    <a:pt x="1092" y="2137"/>
                  </a:cubicBezTo>
                  <a:cubicBezTo>
                    <a:pt x="1672" y="2137"/>
                    <a:pt x="2160" y="1672"/>
                    <a:pt x="2160" y="1068"/>
                  </a:cubicBezTo>
                  <a:cubicBezTo>
                    <a:pt x="2160" y="488"/>
                    <a:pt x="1672" y="0"/>
                    <a:pt x="1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7"/>
            <p:cNvSpPr/>
            <p:nvPr/>
          </p:nvSpPr>
          <p:spPr>
            <a:xfrm>
              <a:off x="4412040" y="4216856"/>
              <a:ext cx="132960" cy="21956"/>
            </a:xfrm>
            <a:custGeom>
              <a:avLst/>
              <a:gdLst/>
              <a:ahLst/>
              <a:cxnLst/>
              <a:rect l="l" t="t" r="r" b="b"/>
              <a:pathLst>
                <a:path w="4227" h="698" extrusionOk="0">
                  <a:moveTo>
                    <a:pt x="349" y="1"/>
                  </a:moveTo>
                  <a:cubicBezTo>
                    <a:pt x="140" y="1"/>
                    <a:pt x="0" y="140"/>
                    <a:pt x="0" y="349"/>
                  </a:cubicBezTo>
                  <a:cubicBezTo>
                    <a:pt x="0" y="558"/>
                    <a:pt x="140" y="698"/>
                    <a:pt x="349" y="698"/>
                  </a:cubicBezTo>
                  <a:lnTo>
                    <a:pt x="3879" y="698"/>
                  </a:lnTo>
                  <a:cubicBezTo>
                    <a:pt x="4088" y="698"/>
                    <a:pt x="4227" y="558"/>
                    <a:pt x="4227" y="349"/>
                  </a:cubicBezTo>
                  <a:cubicBezTo>
                    <a:pt x="4227" y="140"/>
                    <a:pt x="4088" y="1"/>
                    <a:pt x="3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7"/>
            <p:cNvSpPr/>
            <p:nvPr/>
          </p:nvSpPr>
          <p:spPr>
            <a:xfrm>
              <a:off x="4585169" y="4216856"/>
              <a:ext cx="133715" cy="21956"/>
            </a:xfrm>
            <a:custGeom>
              <a:avLst/>
              <a:gdLst/>
              <a:ahLst/>
              <a:cxnLst/>
              <a:rect l="l" t="t" r="r" b="b"/>
              <a:pathLst>
                <a:path w="4251" h="698" extrusionOk="0">
                  <a:moveTo>
                    <a:pt x="349" y="1"/>
                  </a:moveTo>
                  <a:cubicBezTo>
                    <a:pt x="163" y="1"/>
                    <a:pt x="0" y="140"/>
                    <a:pt x="0" y="349"/>
                  </a:cubicBezTo>
                  <a:cubicBezTo>
                    <a:pt x="0" y="558"/>
                    <a:pt x="163" y="698"/>
                    <a:pt x="349" y="698"/>
                  </a:cubicBezTo>
                  <a:lnTo>
                    <a:pt x="3902" y="698"/>
                  </a:lnTo>
                  <a:cubicBezTo>
                    <a:pt x="4111" y="698"/>
                    <a:pt x="4250" y="558"/>
                    <a:pt x="4250" y="349"/>
                  </a:cubicBezTo>
                  <a:cubicBezTo>
                    <a:pt x="4250" y="140"/>
                    <a:pt x="4111" y="1"/>
                    <a:pt x="3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7"/>
            <p:cNvSpPr/>
            <p:nvPr/>
          </p:nvSpPr>
          <p:spPr>
            <a:xfrm>
              <a:off x="4544970" y="4378314"/>
              <a:ext cx="51177" cy="21956"/>
            </a:xfrm>
            <a:custGeom>
              <a:avLst/>
              <a:gdLst/>
              <a:ahLst/>
              <a:cxnLst/>
              <a:rect l="l" t="t" r="r" b="b"/>
              <a:pathLst>
                <a:path w="1627" h="698" extrusionOk="0">
                  <a:moveTo>
                    <a:pt x="349" y="0"/>
                  </a:moveTo>
                  <a:cubicBezTo>
                    <a:pt x="164" y="0"/>
                    <a:pt x="1" y="140"/>
                    <a:pt x="1" y="349"/>
                  </a:cubicBezTo>
                  <a:cubicBezTo>
                    <a:pt x="1" y="558"/>
                    <a:pt x="164" y="697"/>
                    <a:pt x="349" y="697"/>
                  </a:cubicBezTo>
                  <a:lnTo>
                    <a:pt x="1278" y="697"/>
                  </a:lnTo>
                  <a:cubicBezTo>
                    <a:pt x="1487" y="697"/>
                    <a:pt x="1627" y="558"/>
                    <a:pt x="1627" y="349"/>
                  </a:cubicBezTo>
                  <a:cubicBezTo>
                    <a:pt x="1627" y="140"/>
                    <a:pt x="1487" y="0"/>
                    <a:pt x="12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7"/>
            <p:cNvSpPr/>
            <p:nvPr/>
          </p:nvSpPr>
          <p:spPr>
            <a:xfrm>
              <a:off x="4256432" y="4330817"/>
              <a:ext cx="138842" cy="113269"/>
            </a:xfrm>
            <a:custGeom>
              <a:avLst/>
              <a:gdLst/>
              <a:ahLst/>
              <a:cxnLst/>
              <a:rect l="l" t="t" r="r" b="b"/>
              <a:pathLst>
                <a:path w="4414" h="3601" extrusionOk="0">
                  <a:moveTo>
                    <a:pt x="2207" y="1"/>
                  </a:moveTo>
                  <a:cubicBezTo>
                    <a:pt x="999" y="1"/>
                    <a:pt x="1" y="814"/>
                    <a:pt x="1" y="1789"/>
                  </a:cubicBezTo>
                  <a:cubicBezTo>
                    <a:pt x="1" y="2788"/>
                    <a:pt x="999" y="3601"/>
                    <a:pt x="2207" y="3601"/>
                  </a:cubicBezTo>
                  <a:cubicBezTo>
                    <a:pt x="3438" y="3601"/>
                    <a:pt x="4413" y="2788"/>
                    <a:pt x="4413" y="1789"/>
                  </a:cubicBezTo>
                  <a:cubicBezTo>
                    <a:pt x="4413" y="814"/>
                    <a:pt x="3438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7"/>
            <p:cNvSpPr/>
            <p:nvPr/>
          </p:nvSpPr>
          <p:spPr>
            <a:xfrm>
              <a:off x="4745874" y="4330817"/>
              <a:ext cx="138842" cy="113269"/>
            </a:xfrm>
            <a:custGeom>
              <a:avLst/>
              <a:gdLst/>
              <a:ahLst/>
              <a:cxnLst/>
              <a:rect l="l" t="t" r="r" b="b"/>
              <a:pathLst>
                <a:path w="4414" h="3601" extrusionOk="0">
                  <a:moveTo>
                    <a:pt x="2207" y="1"/>
                  </a:moveTo>
                  <a:cubicBezTo>
                    <a:pt x="999" y="1"/>
                    <a:pt x="1" y="814"/>
                    <a:pt x="1" y="1789"/>
                  </a:cubicBezTo>
                  <a:cubicBezTo>
                    <a:pt x="1" y="2788"/>
                    <a:pt x="999" y="3601"/>
                    <a:pt x="2207" y="3601"/>
                  </a:cubicBezTo>
                  <a:cubicBezTo>
                    <a:pt x="3438" y="3601"/>
                    <a:pt x="4413" y="2788"/>
                    <a:pt x="4413" y="1789"/>
                  </a:cubicBezTo>
                  <a:cubicBezTo>
                    <a:pt x="4413" y="814"/>
                    <a:pt x="3438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7"/>
            <p:cNvSpPr txBox="1"/>
            <p:nvPr/>
          </p:nvSpPr>
          <p:spPr>
            <a:xfrm>
              <a:off x="4020362" y="4568975"/>
              <a:ext cx="419700" cy="1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latin typeface="Audiowide"/>
                  <a:ea typeface="Audiowide"/>
                  <a:cs typeface="Audiowide"/>
                  <a:sym typeface="Audiowide"/>
                </a:rPr>
                <a:t>002</a:t>
              </a:r>
              <a:endParaRPr sz="700">
                <a:latin typeface="Audiowide"/>
                <a:ea typeface="Audiowide"/>
                <a:cs typeface="Audiowide"/>
                <a:sym typeface="Audiowide"/>
              </a:endParaRPr>
            </a:p>
          </p:txBody>
        </p:sp>
      </p:grpSp>
      <p:sp>
        <p:nvSpPr>
          <p:cNvPr id="856" name="Google Shape;856;p37"/>
          <p:cNvSpPr/>
          <p:nvPr/>
        </p:nvSpPr>
        <p:spPr>
          <a:xfrm>
            <a:off x="5308175" y="879775"/>
            <a:ext cx="48300" cy="48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7"/>
          <p:cNvSpPr/>
          <p:nvPr/>
        </p:nvSpPr>
        <p:spPr>
          <a:xfrm>
            <a:off x="3624650" y="-19050"/>
            <a:ext cx="48300" cy="7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>
          <a:extLst>
            <a:ext uri="{FF2B5EF4-FFF2-40B4-BE49-F238E27FC236}">
              <a16:creationId xmlns:a16="http://schemas.microsoft.com/office/drawing/2014/main" id="{8CD643BB-0234-006D-7814-9FBB5B47C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7">
            <a:extLst>
              <a:ext uri="{FF2B5EF4-FFF2-40B4-BE49-F238E27FC236}">
                <a16:creationId xmlns:a16="http://schemas.microsoft.com/office/drawing/2014/main" id="{39FFD179-5904-0337-6D45-85FB0157A4C9}"/>
              </a:ext>
            </a:extLst>
          </p:cNvPr>
          <p:cNvSpPr/>
          <p:nvPr/>
        </p:nvSpPr>
        <p:spPr>
          <a:xfrm>
            <a:off x="3957752" y="731074"/>
            <a:ext cx="240600" cy="2406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7">
            <a:extLst>
              <a:ext uri="{FF2B5EF4-FFF2-40B4-BE49-F238E27FC236}">
                <a16:creationId xmlns:a16="http://schemas.microsoft.com/office/drawing/2014/main" id="{D70497E5-AA0F-00FE-1331-B672DE71221C}"/>
              </a:ext>
            </a:extLst>
          </p:cNvPr>
          <p:cNvSpPr/>
          <p:nvPr/>
        </p:nvSpPr>
        <p:spPr>
          <a:xfrm>
            <a:off x="5643677" y="731074"/>
            <a:ext cx="240600" cy="2406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7">
            <a:extLst>
              <a:ext uri="{FF2B5EF4-FFF2-40B4-BE49-F238E27FC236}">
                <a16:creationId xmlns:a16="http://schemas.microsoft.com/office/drawing/2014/main" id="{52F55177-FC81-887C-8F04-92DCA00D9E5A}"/>
              </a:ext>
            </a:extLst>
          </p:cNvPr>
          <p:cNvSpPr/>
          <p:nvPr/>
        </p:nvSpPr>
        <p:spPr>
          <a:xfrm>
            <a:off x="5846780" y="2132814"/>
            <a:ext cx="1105291" cy="199139"/>
          </a:xfrm>
          <a:custGeom>
            <a:avLst/>
            <a:gdLst/>
            <a:ahLst/>
            <a:cxnLst/>
            <a:rect l="l" t="t" r="r" b="b"/>
            <a:pathLst>
              <a:path w="27335" h="4924" extrusionOk="0">
                <a:moveTo>
                  <a:pt x="0" y="2462"/>
                </a:moveTo>
                <a:cubicBezTo>
                  <a:pt x="0" y="1092"/>
                  <a:pt x="6108" y="0"/>
                  <a:pt x="13656" y="0"/>
                </a:cubicBezTo>
                <a:lnTo>
                  <a:pt x="13656" y="0"/>
                </a:lnTo>
                <a:cubicBezTo>
                  <a:pt x="21204" y="0"/>
                  <a:pt x="27335" y="1092"/>
                  <a:pt x="27335" y="2462"/>
                </a:cubicBezTo>
                <a:lnTo>
                  <a:pt x="27335" y="2462"/>
                </a:lnTo>
                <a:cubicBezTo>
                  <a:pt x="27335" y="3832"/>
                  <a:pt x="21204" y="4924"/>
                  <a:pt x="13656" y="4924"/>
                </a:cubicBezTo>
                <a:lnTo>
                  <a:pt x="13656" y="4924"/>
                </a:lnTo>
                <a:cubicBezTo>
                  <a:pt x="6108" y="4924"/>
                  <a:pt x="0" y="3832"/>
                  <a:pt x="0" y="246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7">
            <a:extLst>
              <a:ext uri="{FF2B5EF4-FFF2-40B4-BE49-F238E27FC236}">
                <a16:creationId xmlns:a16="http://schemas.microsoft.com/office/drawing/2014/main" id="{FAA3BCDC-A730-BC0E-A809-7ABE0985F0A6}"/>
              </a:ext>
            </a:extLst>
          </p:cNvPr>
          <p:cNvSpPr/>
          <p:nvPr/>
        </p:nvSpPr>
        <p:spPr>
          <a:xfrm>
            <a:off x="2191905" y="2132814"/>
            <a:ext cx="1105291" cy="199139"/>
          </a:xfrm>
          <a:custGeom>
            <a:avLst/>
            <a:gdLst/>
            <a:ahLst/>
            <a:cxnLst/>
            <a:rect l="l" t="t" r="r" b="b"/>
            <a:pathLst>
              <a:path w="27335" h="4924" extrusionOk="0">
                <a:moveTo>
                  <a:pt x="0" y="2462"/>
                </a:moveTo>
                <a:cubicBezTo>
                  <a:pt x="0" y="1092"/>
                  <a:pt x="6108" y="0"/>
                  <a:pt x="13656" y="0"/>
                </a:cubicBezTo>
                <a:lnTo>
                  <a:pt x="13656" y="0"/>
                </a:lnTo>
                <a:cubicBezTo>
                  <a:pt x="21204" y="0"/>
                  <a:pt x="27335" y="1092"/>
                  <a:pt x="27335" y="2462"/>
                </a:cubicBezTo>
                <a:lnTo>
                  <a:pt x="27335" y="2462"/>
                </a:lnTo>
                <a:cubicBezTo>
                  <a:pt x="27335" y="3832"/>
                  <a:pt x="21204" y="4924"/>
                  <a:pt x="13656" y="4924"/>
                </a:cubicBezTo>
                <a:lnTo>
                  <a:pt x="13656" y="4924"/>
                </a:lnTo>
                <a:cubicBezTo>
                  <a:pt x="6108" y="4924"/>
                  <a:pt x="0" y="3832"/>
                  <a:pt x="0" y="246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7">
            <a:extLst>
              <a:ext uri="{FF2B5EF4-FFF2-40B4-BE49-F238E27FC236}">
                <a16:creationId xmlns:a16="http://schemas.microsoft.com/office/drawing/2014/main" id="{5D334FD4-E49F-A51D-4F5B-7297389B2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WHO</a:t>
            </a:r>
            <a:endParaRPr/>
          </a:p>
        </p:txBody>
      </p:sp>
      <p:sp>
        <p:nvSpPr>
          <p:cNvPr id="805" name="Google Shape;805;p37">
            <a:extLst>
              <a:ext uri="{FF2B5EF4-FFF2-40B4-BE49-F238E27FC236}">
                <a16:creationId xmlns:a16="http://schemas.microsoft.com/office/drawing/2014/main" id="{D8002ADA-C419-FE81-D98F-54D33E86673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90750" y="2947771"/>
            <a:ext cx="354758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Takes the selected review text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Computes polarity score (range: -1 to +1)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Maps polarity to sentiment label: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&gt; 0.1 → Positive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&lt; -0.1 → Negative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Otherwise → Neutral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Returns AI’s guess for comparison with: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Human guess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True sentiment from dataset</a:t>
            </a:r>
            <a:endParaRPr sz="1200" dirty="0"/>
          </a:p>
        </p:txBody>
      </p:sp>
      <p:sp>
        <p:nvSpPr>
          <p:cNvPr id="806" name="Google Shape;806;p37">
            <a:extLst>
              <a:ext uri="{FF2B5EF4-FFF2-40B4-BE49-F238E27FC236}">
                <a16:creationId xmlns:a16="http://schemas.microsoft.com/office/drawing/2014/main" id="{4BEA79AA-829E-C804-451E-463722BD08C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167352" y="2942049"/>
            <a:ext cx="29076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Not as powerful as BERT/transformers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Struggles with: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Sarcasm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Ambiguous text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Mixed sentiments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Depends on polarity thresholds</a:t>
            </a:r>
            <a:endParaRPr sz="1200" dirty="0"/>
          </a:p>
        </p:txBody>
      </p:sp>
      <p:sp>
        <p:nvSpPr>
          <p:cNvPr id="807" name="Google Shape;807;p37">
            <a:extLst>
              <a:ext uri="{FF2B5EF4-FFF2-40B4-BE49-F238E27FC236}">
                <a16:creationId xmlns:a16="http://schemas.microsoft.com/office/drawing/2014/main" id="{F94D2DC6-1344-52FD-C0EC-A20C84D229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0750" y="2446075"/>
            <a:ext cx="29076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AI</a:t>
            </a:r>
            <a:r>
              <a:rPr lang="en-US" sz="1400" dirty="0"/>
              <a:t>How the AI Predicts Sentiment</a:t>
            </a:r>
            <a:r>
              <a:rPr lang="en" sz="1400" dirty="0"/>
              <a:t> MODEL USED</a:t>
            </a:r>
            <a:endParaRPr sz="1400" dirty="0"/>
          </a:p>
        </p:txBody>
      </p:sp>
      <p:sp>
        <p:nvSpPr>
          <p:cNvPr id="808" name="Google Shape;808;p37">
            <a:extLst>
              <a:ext uri="{FF2B5EF4-FFF2-40B4-BE49-F238E27FC236}">
                <a16:creationId xmlns:a16="http://schemas.microsoft.com/office/drawing/2014/main" id="{1294AB5C-D72C-B7D2-5467-CCD756454FD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945625" y="2438325"/>
            <a:ext cx="29076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Limitations</a:t>
            </a:r>
          </a:p>
        </p:txBody>
      </p:sp>
      <p:sp>
        <p:nvSpPr>
          <p:cNvPr id="809" name="Google Shape;809;p37">
            <a:extLst>
              <a:ext uri="{FF2B5EF4-FFF2-40B4-BE49-F238E27FC236}">
                <a16:creationId xmlns:a16="http://schemas.microsoft.com/office/drawing/2014/main" id="{FA1B6DDB-45ED-B6DD-2693-B46F1B62D488}"/>
              </a:ext>
            </a:extLst>
          </p:cNvPr>
          <p:cNvSpPr/>
          <p:nvPr/>
        </p:nvSpPr>
        <p:spPr>
          <a:xfrm>
            <a:off x="2433450" y="1546731"/>
            <a:ext cx="622200" cy="622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7">
            <a:extLst>
              <a:ext uri="{FF2B5EF4-FFF2-40B4-BE49-F238E27FC236}">
                <a16:creationId xmlns:a16="http://schemas.microsoft.com/office/drawing/2014/main" id="{1F82CC24-4652-95F3-E3B3-35DC39C822AD}"/>
              </a:ext>
            </a:extLst>
          </p:cNvPr>
          <p:cNvSpPr/>
          <p:nvPr/>
        </p:nvSpPr>
        <p:spPr>
          <a:xfrm>
            <a:off x="6088325" y="1546731"/>
            <a:ext cx="622200" cy="622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1" name="Google Shape;811;p37">
            <a:extLst>
              <a:ext uri="{FF2B5EF4-FFF2-40B4-BE49-F238E27FC236}">
                <a16:creationId xmlns:a16="http://schemas.microsoft.com/office/drawing/2014/main" id="{CCD29252-CD73-C52C-733A-DBF574B20746}"/>
              </a:ext>
            </a:extLst>
          </p:cNvPr>
          <p:cNvGrpSpPr/>
          <p:nvPr/>
        </p:nvGrpSpPr>
        <p:grpSpPr>
          <a:xfrm>
            <a:off x="5846792" y="1069134"/>
            <a:ext cx="1105266" cy="1143354"/>
            <a:chOff x="1311125" y="1692350"/>
            <a:chExt cx="878450" cy="908650"/>
          </a:xfrm>
        </p:grpSpPr>
        <p:sp>
          <p:nvSpPr>
            <p:cNvPr id="812" name="Google Shape;812;p37">
              <a:extLst>
                <a:ext uri="{FF2B5EF4-FFF2-40B4-BE49-F238E27FC236}">
                  <a16:creationId xmlns:a16="http://schemas.microsoft.com/office/drawing/2014/main" id="{6F5C82A7-94A1-F6BD-B3CD-273518F01EF1}"/>
                </a:ext>
              </a:extLst>
            </p:cNvPr>
            <p:cNvSpPr/>
            <p:nvPr/>
          </p:nvSpPr>
          <p:spPr>
            <a:xfrm>
              <a:off x="1818550" y="2396025"/>
              <a:ext cx="246200" cy="200325"/>
            </a:xfrm>
            <a:custGeom>
              <a:avLst/>
              <a:gdLst/>
              <a:ahLst/>
              <a:cxnLst/>
              <a:rect l="l" t="t" r="r" b="b"/>
              <a:pathLst>
                <a:path w="9848" h="8013" extrusionOk="0">
                  <a:moveTo>
                    <a:pt x="5807" y="1"/>
                  </a:moveTo>
                  <a:cubicBezTo>
                    <a:pt x="3113" y="1"/>
                    <a:pt x="1" y="465"/>
                    <a:pt x="24" y="1232"/>
                  </a:cubicBezTo>
                  <a:cubicBezTo>
                    <a:pt x="47" y="2346"/>
                    <a:pt x="117" y="5621"/>
                    <a:pt x="117" y="5621"/>
                  </a:cubicBezTo>
                  <a:cubicBezTo>
                    <a:pt x="163" y="6968"/>
                    <a:pt x="1278" y="8013"/>
                    <a:pt x="2579" y="8013"/>
                  </a:cubicBezTo>
                  <a:lnTo>
                    <a:pt x="2695" y="8013"/>
                  </a:lnTo>
                  <a:lnTo>
                    <a:pt x="7409" y="7827"/>
                  </a:lnTo>
                  <a:cubicBezTo>
                    <a:pt x="8756" y="7781"/>
                    <a:pt x="9848" y="6620"/>
                    <a:pt x="9778" y="5249"/>
                  </a:cubicBezTo>
                  <a:cubicBezTo>
                    <a:pt x="9778" y="5249"/>
                    <a:pt x="9732" y="1975"/>
                    <a:pt x="9685" y="860"/>
                  </a:cubicBezTo>
                  <a:cubicBezTo>
                    <a:pt x="9639" y="256"/>
                    <a:pt x="7827" y="1"/>
                    <a:pt x="58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7">
              <a:extLst>
                <a:ext uri="{FF2B5EF4-FFF2-40B4-BE49-F238E27FC236}">
                  <a16:creationId xmlns:a16="http://schemas.microsoft.com/office/drawing/2014/main" id="{81C6EC51-9021-AD45-4BAE-5580D3B22398}"/>
                </a:ext>
              </a:extLst>
            </p:cNvPr>
            <p:cNvSpPr/>
            <p:nvPr/>
          </p:nvSpPr>
          <p:spPr>
            <a:xfrm>
              <a:off x="1812175" y="2390225"/>
              <a:ext cx="257225" cy="210775"/>
            </a:xfrm>
            <a:custGeom>
              <a:avLst/>
              <a:gdLst/>
              <a:ahLst/>
              <a:cxnLst/>
              <a:rect l="l" t="t" r="r" b="b"/>
              <a:pathLst>
                <a:path w="10289" h="8431" extrusionOk="0">
                  <a:moveTo>
                    <a:pt x="6155" y="465"/>
                  </a:moveTo>
                  <a:cubicBezTo>
                    <a:pt x="8616" y="465"/>
                    <a:pt x="9685" y="860"/>
                    <a:pt x="9685" y="1092"/>
                  </a:cubicBezTo>
                  <a:cubicBezTo>
                    <a:pt x="9708" y="2160"/>
                    <a:pt x="9778" y="5458"/>
                    <a:pt x="9778" y="5481"/>
                  </a:cubicBezTo>
                  <a:cubicBezTo>
                    <a:pt x="9824" y="6735"/>
                    <a:pt x="8849" y="7734"/>
                    <a:pt x="7618" y="7804"/>
                  </a:cubicBezTo>
                  <a:lnTo>
                    <a:pt x="2903" y="7966"/>
                  </a:lnTo>
                  <a:lnTo>
                    <a:pt x="2810" y="7966"/>
                  </a:lnTo>
                  <a:cubicBezTo>
                    <a:pt x="1603" y="7966"/>
                    <a:pt x="627" y="7014"/>
                    <a:pt x="581" y="5830"/>
                  </a:cubicBezTo>
                  <a:cubicBezTo>
                    <a:pt x="581" y="5806"/>
                    <a:pt x="511" y="2509"/>
                    <a:pt x="488" y="1440"/>
                  </a:cubicBezTo>
                  <a:cubicBezTo>
                    <a:pt x="488" y="1092"/>
                    <a:pt x="2323" y="581"/>
                    <a:pt x="5342" y="465"/>
                  </a:cubicBezTo>
                  <a:close/>
                  <a:moveTo>
                    <a:pt x="6108" y="0"/>
                  </a:moveTo>
                  <a:lnTo>
                    <a:pt x="5295" y="0"/>
                  </a:lnTo>
                  <a:cubicBezTo>
                    <a:pt x="4413" y="24"/>
                    <a:pt x="0" y="233"/>
                    <a:pt x="24" y="1440"/>
                  </a:cubicBezTo>
                  <a:cubicBezTo>
                    <a:pt x="47" y="2509"/>
                    <a:pt x="116" y="5806"/>
                    <a:pt x="116" y="5853"/>
                  </a:cubicBezTo>
                  <a:cubicBezTo>
                    <a:pt x="163" y="7316"/>
                    <a:pt x="1347" y="8431"/>
                    <a:pt x="2810" y="8431"/>
                  </a:cubicBezTo>
                  <a:lnTo>
                    <a:pt x="2927" y="8431"/>
                  </a:lnTo>
                  <a:lnTo>
                    <a:pt x="7618" y="8245"/>
                  </a:lnTo>
                  <a:cubicBezTo>
                    <a:pt x="9104" y="8175"/>
                    <a:pt x="10289" y="6921"/>
                    <a:pt x="10242" y="5435"/>
                  </a:cubicBezTo>
                  <a:cubicBezTo>
                    <a:pt x="10242" y="5412"/>
                    <a:pt x="10172" y="2137"/>
                    <a:pt x="10149" y="1069"/>
                  </a:cubicBezTo>
                  <a:cubicBezTo>
                    <a:pt x="10126" y="140"/>
                    <a:pt x="7734" y="0"/>
                    <a:pt x="6108" y="0"/>
                  </a:cubicBezTo>
                  <a:close/>
                </a:path>
              </a:pathLst>
            </a:custGeom>
            <a:solidFill>
              <a:srgbClr val="D586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7">
              <a:extLst>
                <a:ext uri="{FF2B5EF4-FFF2-40B4-BE49-F238E27FC236}">
                  <a16:creationId xmlns:a16="http://schemas.microsoft.com/office/drawing/2014/main" id="{A6638B7A-FA7E-9252-034F-8056B84DA38D}"/>
                </a:ext>
              </a:extLst>
            </p:cNvPr>
            <p:cNvSpPr/>
            <p:nvPr/>
          </p:nvSpPr>
          <p:spPr>
            <a:xfrm>
              <a:off x="1471350" y="2396025"/>
              <a:ext cx="245625" cy="196275"/>
            </a:xfrm>
            <a:custGeom>
              <a:avLst/>
              <a:gdLst/>
              <a:ahLst/>
              <a:cxnLst/>
              <a:rect l="l" t="t" r="r" b="b"/>
              <a:pathLst>
                <a:path w="9825" h="7851" extrusionOk="0">
                  <a:moveTo>
                    <a:pt x="4855" y="1"/>
                  </a:moveTo>
                  <a:cubicBezTo>
                    <a:pt x="2486" y="1"/>
                    <a:pt x="117" y="303"/>
                    <a:pt x="94" y="999"/>
                  </a:cubicBezTo>
                  <a:cubicBezTo>
                    <a:pt x="94" y="2114"/>
                    <a:pt x="1" y="5389"/>
                    <a:pt x="1" y="5389"/>
                  </a:cubicBezTo>
                  <a:cubicBezTo>
                    <a:pt x="1" y="6759"/>
                    <a:pt x="1092" y="7850"/>
                    <a:pt x="2486" y="7850"/>
                  </a:cubicBezTo>
                  <a:lnTo>
                    <a:pt x="7200" y="7850"/>
                  </a:lnTo>
                  <a:lnTo>
                    <a:pt x="7247" y="7850"/>
                  </a:lnTo>
                  <a:cubicBezTo>
                    <a:pt x="8594" y="7850"/>
                    <a:pt x="9709" y="6759"/>
                    <a:pt x="9709" y="5389"/>
                  </a:cubicBezTo>
                  <a:cubicBezTo>
                    <a:pt x="9709" y="5389"/>
                    <a:pt x="9801" y="2091"/>
                    <a:pt x="9825" y="999"/>
                  </a:cubicBezTo>
                  <a:cubicBezTo>
                    <a:pt x="9755" y="349"/>
                    <a:pt x="7293" y="1"/>
                    <a:pt x="48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7">
              <a:extLst>
                <a:ext uri="{FF2B5EF4-FFF2-40B4-BE49-F238E27FC236}">
                  <a16:creationId xmlns:a16="http://schemas.microsoft.com/office/drawing/2014/main" id="{15C7A267-9DAE-A82E-AE21-C69D5E8432A6}"/>
                </a:ext>
              </a:extLst>
            </p:cNvPr>
            <p:cNvSpPr/>
            <p:nvPr/>
          </p:nvSpPr>
          <p:spPr>
            <a:xfrm>
              <a:off x="1464975" y="2390800"/>
              <a:ext cx="256075" cy="208475"/>
            </a:xfrm>
            <a:custGeom>
              <a:avLst/>
              <a:gdLst/>
              <a:ahLst/>
              <a:cxnLst/>
              <a:rect l="l" t="t" r="r" b="b"/>
              <a:pathLst>
                <a:path w="10243" h="8339" extrusionOk="0">
                  <a:moveTo>
                    <a:pt x="5110" y="442"/>
                  </a:moveTo>
                  <a:cubicBezTo>
                    <a:pt x="6991" y="442"/>
                    <a:pt x="8895" y="628"/>
                    <a:pt x="9592" y="1069"/>
                  </a:cubicBezTo>
                  <a:cubicBezTo>
                    <a:pt x="9731" y="1162"/>
                    <a:pt x="9754" y="1208"/>
                    <a:pt x="9754" y="1255"/>
                  </a:cubicBezTo>
                  <a:cubicBezTo>
                    <a:pt x="9754" y="2323"/>
                    <a:pt x="9638" y="5598"/>
                    <a:pt x="9638" y="5667"/>
                  </a:cubicBezTo>
                  <a:cubicBezTo>
                    <a:pt x="9638" y="6898"/>
                    <a:pt x="8617" y="7897"/>
                    <a:pt x="7409" y="7897"/>
                  </a:cubicBezTo>
                  <a:lnTo>
                    <a:pt x="7409" y="7897"/>
                  </a:lnTo>
                  <a:lnTo>
                    <a:pt x="2671" y="7897"/>
                  </a:lnTo>
                  <a:cubicBezTo>
                    <a:pt x="1417" y="7897"/>
                    <a:pt x="442" y="6875"/>
                    <a:pt x="442" y="5667"/>
                  </a:cubicBezTo>
                  <a:cubicBezTo>
                    <a:pt x="442" y="5621"/>
                    <a:pt x="535" y="2346"/>
                    <a:pt x="558" y="1278"/>
                  </a:cubicBezTo>
                  <a:cubicBezTo>
                    <a:pt x="558" y="1255"/>
                    <a:pt x="604" y="1162"/>
                    <a:pt x="767" y="1069"/>
                  </a:cubicBezTo>
                  <a:cubicBezTo>
                    <a:pt x="1487" y="628"/>
                    <a:pt x="3321" y="442"/>
                    <a:pt x="5110" y="442"/>
                  </a:cubicBezTo>
                  <a:close/>
                  <a:moveTo>
                    <a:pt x="5086" y="1"/>
                  </a:moveTo>
                  <a:cubicBezTo>
                    <a:pt x="3205" y="1"/>
                    <a:pt x="1301" y="210"/>
                    <a:pt x="558" y="628"/>
                  </a:cubicBezTo>
                  <a:cubicBezTo>
                    <a:pt x="256" y="790"/>
                    <a:pt x="117" y="1023"/>
                    <a:pt x="117" y="1255"/>
                  </a:cubicBezTo>
                  <a:cubicBezTo>
                    <a:pt x="93" y="2323"/>
                    <a:pt x="0" y="5598"/>
                    <a:pt x="0" y="5621"/>
                  </a:cubicBezTo>
                  <a:cubicBezTo>
                    <a:pt x="0" y="7107"/>
                    <a:pt x="1185" y="8338"/>
                    <a:pt x="2694" y="8338"/>
                  </a:cubicBezTo>
                  <a:lnTo>
                    <a:pt x="7432" y="8338"/>
                  </a:lnTo>
                  <a:lnTo>
                    <a:pt x="7432" y="8338"/>
                  </a:lnTo>
                  <a:cubicBezTo>
                    <a:pt x="8918" y="8338"/>
                    <a:pt x="10126" y="7130"/>
                    <a:pt x="10126" y="5621"/>
                  </a:cubicBezTo>
                  <a:cubicBezTo>
                    <a:pt x="10126" y="5598"/>
                    <a:pt x="10219" y="2323"/>
                    <a:pt x="10242" y="1255"/>
                  </a:cubicBezTo>
                  <a:cubicBezTo>
                    <a:pt x="10242" y="1023"/>
                    <a:pt x="10103" y="814"/>
                    <a:pt x="9847" y="674"/>
                  </a:cubicBezTo>
                  <a:cubicBezTo>
                    <a:pt x="9081" y="233"/>
                    <a:pt x="7061" y="1"/>
                    <a:pt x="5086" y="1"/>
                  </a:cubicBezTo>
                  <a:close/>
                </a:path>
              </a:pathLst>
            </a:custGeom>
            <a:solidFill>
              <a:srgbClr val="D586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7">
              <a:extLst>
                <a:ext uri="{FF2B5EF4-FFF2-40B4-BE49-F238E27FC236}">
                  <a16:creationId xmlns:a16="http://schemas.microsoft.com/office/drawing/2014/main" id="{4EABE40A-91C6-752C-48B7-B9012691F0DF}"/>
                </a:ext>
              </a:extLst>
            </p:cNvPr>
            <p:cNvSpPr/>
            <p:nvPr/>
          </p:nvSpPr>
          <p:spPr>
            <a:xfrm>
              <a:off x="1349425" y="1698150"/>
              <a:ext cx="834925" cy="834350"/>
            </a:xfrm>
            <a:custGeom>
              <a:avLst/>
              <a:gdLst/>
              <a:ahLst/>
              <a:cxnLst/>
              <a:rect l="l" t="t" r="r" b="b"/>
              <a:pathLst>
                <a:path w="33397" h="33374" extrusionOk="0">
                  <a:moveTo>
                    <a:pt x="16699" y="0"/>
                  </a:moveTo>
                  <a:cubicBezTo>
                    <a:pt x="7479" y="0"/>
                    <a:pt x="1" y="7455"/>
                    <a:pt x="1" y="16699"/>
                  </a:cubicBezTo>
                  <a:cubicBezTo>
                    <a:pt x="1" y="25895"/>
                    <a:pt x="7479" y="33373"/>
                    <a:pt x="16699" y="33373"/>
                  </a:cubicBezTo>
                  <a:cubicBezTo>
                    <a:pt x="25896" y="33373"/>
                    <a:pt x="33397" y="25895"/>
                    <a:pt x="33397" y="16699"/>
                  </a:cubicBezTo>
                  <a:cubicBezTo>
                    <a:pt x="33397" y="7455"/>
                    <a:pt x="25896" y="0"/>
                    <a:pt x="166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7">
              <a:extLst>
                <a:ext uri="{FF2B5EF4-FFF2-40B4-BE49-F238E27FC236}">
                  <a16:creationId xmlns:a16="http://schemas.microsoft.com/office/drawing/2014/main" id="{CA4956AC-6B3F-222D-8E3C-C975687247E4}"/>
                </a:ext>
              </a:extLst>
            </p:cNvPr>
            <p:cNvSpPr/>
            <p:nvPr/>
          </p:nvSpPr>
          <p:spPr>
            <a:xfrm>
              <a:off x="2021175" y="1836900"/>
              <a:ext cx="65075" cy="90600"/>
            </a:xfrm>
            <a:custGeom>
              <a:avLst/>
              <a:gdLst/>
              <a:ahLst/>
              <a:cxnLst/>
              <a:rect l="l" t="t" r="r" b="b"/>
              <a:pathLst>
                <a:path w="2603" h="3624" extrusionOk="0">
                  <a:moveTo>
                    <a:pt x="651" y="1"/>
                  </a:moveTo>
                  <a:cubicBezTo>
                    <a:pt x="465" y="1"/>
                    <a:pt x="280" y="117"/>
                    <a:pt x="140" y="373"/>
                  </a:cubicBezTo>
                  <a:cubicBezTo>
                    <a:pt x="1" y="767"/>
                    <a:pt x="744" y="1255"/>
                    <a:pt x="1394" y="1998"/>
                  </a:cubicBezTo>
                  <a:cubicBezTo>
                    <a:pt x="1743" y="2463"/>
                    <a:pt x="2021" y="2997"/>
                    <a:pt x="2230" y="3554"/>
                  </a:cubicBezTo>
                  <a:cubicBezTo>
                    <a:pt x="2254" y="3601"/>
                    <a:pt x="2277" y="3624"/>
                    <a:pt x="2347" y="3624"/>
                  </a:cubicBezTo>
                  <a:cubicBezTo>
                    <a:pt x="2439" y="3624"/>
                    <a:pt x="2509" y="3577"/>
                    <a:pt x="2532" y="3485"/>
                  </a:cubicBezTo>
                  <a:cubicBezTo>
                    <a:pt x="2602" y="3159"/>
                    <a:pt x="2602" y="2811"/>
                    <a:pt x="2532" y="2509"/>
                  </a:cubicBezTo>
                  <a:cubicBezTo>
                    <a:pt x="2347" y="1302"/>
                    <a:pt x="1348" y="1"/>
                    <a:pt x="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7">
              <a:extLst>
                <a:ext uri="{FF2B5EF4-FFF2-40B4-BE49-F238E27FC236}">
                  <a16:creationId xmlns:a16="http://schemas.microsoft.com/office/drawing/2014/main" id="{8D17B2BC-1EAB-19B0-465D-62893AE0A5D4}"/>
                </a:ext>
              </a:extLst>
            </p:cNvPr>
            <p:cNvSpPr/>
            <p:nvPr/>
          </p:nvSpPr>
          <p:spPr>
            <a:xfrm>
              <a:off x="2020025" y="1880450"/>
              <a:ext cx="43000" cy="57500"/>
            </a:xfrm>
            <a:custGeom>
              <a:avLst/>
              <a:gdLst/>
              <a:ahLst/>
              <a:cxnLst/>
              <a:rect l="l" t="t" r="r" b="b"/>
              <a:pathLst>
                <a:path w="1720" h="2300" extrusionOk="0">
                  <a:moveTo>
                    <a:pt x="581" y="1"/>
                  </a:moveTo>
                  <a:cubicBezTo>
                    <a:pt x="419" y="1"/>
                    <a:pt x="256" y="94"/>
                    <a:pt x="163" y="303"/>
                  </a:cubicBezTo>
                  <a:cubicBezTo>
                    <a:pt x="1" y="558"/>
                    <a:pt x="535" y="837"/>
                    <a:pt x="929" y="1278"/>
                  </a:cubicBezTo>
                  <a:cubicBezTo>
                    <a:pt x="1162" y="1580"/>
                    <a:pt x="1324" y="1882"/>
                    <a:pt x="1394" y="2230"/>
                  </a:cubicBezTo>
                  <a:cubicBezTo>
                    <a:pt x="1394" y="2277"/>
                    <a:pt x="1440" y="2300"/>
                    <a:pt x="1464" y="2300"/>
                  </a:cubicBezTo>
                  <a:cubicBezTo>
                    <a:pt x="1510" y="2300"/>
                    <a:pt x="1603" y="2230"/>
                    <a:pt x="1626" y="2184"/>
                  </a:cubicBezTo>
                  <a:cubicBezTo>
                    <a:pt x="1696" y="1975"/>
                    <a:pt x="1719" y="1743"/>
                    <a:pt x="1719" y="1534"/>
                  </a:cubicBezTo>
                  <a:cubicBezTo>
                    <a:pt x="1673" y="790"/>
                    <a:pt x="1092" y="1"/>
                    <a:pt x="5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7">
              <a:extLst>
                <a:ext uri="{FF2B5EF4-FFF2-40B4-BE49-F238E27FC236}">
                  <a16:creationId xmlns:a16="http://schemas.microsoft.com/office/drawing/2014/main" id="{909FB1BD-2C52-2263-940C-5EF9A30D6B4A}"/>
                </a:ext>
              </a:extLst>
            </p:cNvPr>
            <p:cNvSpPr/>
            <p:nvPr/>
          </p:nvSpPr>
          <p:spPr>
            <a:xfrm>
              <a:off x="1452775" y="1836900"/>
              <a:ext cx="65050" cy="90600"/>
            </a:xfrm>
            <a:custGeom>
              <a:avLst/>
              <a:gdLst/>
              <a:ahLst/>
              <a:cxnLst/>
              <a:rect l="l" t="t" r="r" b="b"/>
              <a:pathLst>
                <a:path w="2602" h="3624" extrusionOk="0">
                  <a:moveTo>
                    <a:pt x="47" y="2486"/>
                  </a:moveTo>
                  <a:cubicBezTo>
                    <a:pt x="1" y="2811"/>
                    <a:pt x="1" y="3159"/>
                    <a:pt x="47" y="3485"/>
                  </a:cubicBezTo>
                  <a:cubicBezTo>
                    <a:pt x="94" y="3577"/>
                    <a:pt x="163" y="3624"/>
                    <a:pt x="256" y="3624"/>
                  </a:cubicBezTo>
                  <a:cubicBezTo>
                    <a:pt x="303" y="3624"/>
                    <a:pt x="372" y="3601"/>
                    <a:pt x="372" y="3531"/>
                  </a:cubicBezTo>
                  <a:cubicBezTo>
                    <a:pt x="581" y="2997"/>
                    <a:pt x="837" y="2463"/>
                    <a:pt x="1208" y="1998"/>
                  </a:cubicBezTo>
                  <a:cubicBezTo>
                    <a:pt x="1812" y="1255"/>
                    <a:pt x="2602" y="744"/>
                    <a:pt x="2462" y="373"/>
                  </a:cubicBezTo>
                  <a:cubicBezTo>
                    <a:pt x="2346" y="117"/>
                    <a:pt x="2161" y="1"/>
                    <a:pt x="1928" y="1"/>
                  </a:cubicBezTo>
                  <a:cubicBezTo>
                    <a:pt x="1255" y="1"/>
                    <a:pt x="256" y="1302"/>
                    <a:pt x="47" y="24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7">
              <a:extLst>
                <a:ext uri="{FF2B5EF4-FFF2-40B4-BE49-F238E27FC236}">
                  <a16:creationId xmlns:a16="http://schemas.microsoft.com/office/drawing/2014/main" id="{2EBADC8D-466F-2C2F-4C84-60285E56D259}"/>
                </a:ext>
              </a:extLst>
            </p:cNvPr>
            <p:cNvSpPr/>
            <p:nvPr/>
          </p:nvSpPr>
          <p:spPr>
            <a:xfrm>
              <a:off x="1476000" y="1880450"/>
              <a:ext cx="43000" cy="57500"/>
            </a:xfrm>
            <a:custGeom>
              <a:avLst/>
              <a:gdLst/>
              <a:ahLst/>
              <a:cxnLst/>
              <a:rect l="l" t="t" r="r" b="b"/>
              <a:pathLst>
                <a:path w="1720" h="2300" extrusionOk="0">
                  <a:moveTo>
                    <a:pt x="1" y="1534"/>
                  </a:moveTo>
                  <a:cubicBezTo>
                    <a:pt x="1" y="1766"/>
                    <a:pt x="1" y="1975"/>
                    <a:pt x="94" y="2184"/>
                  </a:cubicBezTo>
                  <a:cubicBezTo>
                    <a:pt x="117" y="2230"/>
                    <a:pt x="210" y="2300"/>
                    <a:pt x="256" y="2300"/>
                  </a:cubicBezTo>
                  <a:cubicBezTo>
                    <a:pt x="279" y="2300"/>
                    <a:pt x="326" y="2254"/>
                    <a:pt x="326" y="2230"/>
                  </a:cubicBezTo>
                  <a:cubicBezTo>
                    <a:pt x="396" y="1882"/>
                    <a:pt x="581" y="1580"/>
                    <a:pt x="790" y="1278"/>
                  </a:cubicBezTo>
                  <a:cubicBezTo>
                    <a:pt x="1162" y="814"/>
                    <a:pt x="1719" y="558"/>
                    <a:pt x="1557" y="303"/>
                  </a:cubicBezTo>
                  <a:cubicBezTo>
                    <a:pt x="1441" y="94"/>
                    <a:pt x="1278" y="1"/>
                    <a:pt x="1139" y="1"/>
                  </a:cubicBezTo>
                  <a:cubicBezTo>
                    <a:pt x="628" y="1"/>
                    <a:pt x="47" y="790"/>
                    <a:pt x="1" y="15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7">
              <a:extLst>
                <a:ext uri="{FF2B5EF4-FFF2-40B4-BE49-F238E27FC236}">
                  <a16:creationId xmlns:a16="http://schemas.microsoft.com/office/drawing/2014/main" id="{58D34EE2-00AC-82A7-E834-2E0EE4C2F400}"/>
                </a:ext>
              </a:extLst>
            </p:cNvPr>
            <p:cNvSpPr/>
            <p:nvPr/>
          </p:nvSpPr>
          <p:spPr>
            <a:xfrm>
              <a:off x="1495750" y="1752150"/>
              <a:ext cx="552750" cy="685125"/>
            </a:xfrm>
            <a:custGeom>
              <a:avLst/>
              <a:gdLst/>
              <a:ahLst/>
              <a:cxnLst/>
              <a:rect l="l" t="t" r="r" b="b"/>
              <a:pathLst>
                <a:path w="22110" h="27405" extrusionOk="0">
                  <a:moveTo>
                    <a:pt x="22110" y="13702"/>
                  </a:moveTo>
                  <a:cubicBezTo>
                    <a:pt x="22110" y="21273"/>
                    <a:pt x="17163" y="27405"/>
                    <a:pt x="11055" y="27405"/>
                  </a:cubicBezTo>
                  <a:cubicBezTo>
                    <a:pt x="4947" y="27405"/>
                    <a:pt x="0" y="21273"/>
                    <a:pt x="0" y="13702"/>
                  </a:cubicBezTo>
                  <a:cubicBezTo>
                    <a:pt x="0" y="6131"/>
                    <a:pt x="4947" y="0"/>
                    <a:pt x="11055" y="0"/>
                  </a:cubicBezTo>
                  <a:cubicBezTo>
                    <a:pt x="17163" y="0"/>
                    <a:pt x="22110" y="6131"/>
                    <a:pt x="22110" y="13702"/>
                  </a:cubicBezTo>
                  <a:close/>
                </a:path>
              </a:pathLst>
            </a:custGeom>
            <a:solidFill>
              <a:srgbClr val="2D2929"/>
            </a:solidFill>
            <a:ln w="12200" cap="flat" cmpd="sng">
              <a:solidFill>
                <a:srgbClr val="000000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7">
              <a:extLst>
                <a:ext uri="{FF2B5EF4-FFF2-40B4-BE49-F238E27FC236}">
                  <a16:creationId xmlns:a16="http://schemas.microsoft.com/office/drawing/2014/main" id="{CE019577-D880-CB9A-4937-31076AFA8DA0}"/>
                </a:ext>
              </a:extLst>
            </p:cNvPr>
            <p:cNvSpPr/>
            <p:nvPr/>
          </p:nvSpPr>
          <p:spPr>
            <a:xfrm>
              <a:off x="1496900" y="2130700"/>
              <a:ext cx="550450" cy="307150"/>
            </a:xfrm>
            <a:custGeom>
              <a:avLst/>
              <a:gdLst/>
              <a:ahLst/>
              <a:cxnLst/>
              <a:rect l="l" t="t" r="r" b="b"/>
              <a:pathLst>
                <a:path w="22018" h="12286" extrusionOk="0">
                  <a:moveTo>
                    <a:pt x="22017" y="0"/>
                  </a:moveTo>
                  <a:lnTo>
                    <a:pt x="22017" y="0"/>
                  </a:lnTo>
                  <a:cubicBezTo>
                    <a:pt x="18371" y="1603"/>
                    <a:pt x="14702" y="2137"/>
                    <a:pt x="11380" y="2137"/>
                  </a:cubicBezTo>
                  <a:lnTo>
                    <a:pt x="10916" y="2137"/>
                  </a:lnTo>
                  <a:cubicBezTo>
                    <a:pt x="5737" y="2044"/>
                    <a:pt x="1534" y="651"/>
                    <a:pt x="1" y="47"/>
                  </a:cubicBezTo>
                  <a:lnTo>
                    <a:pt x="1" y="47"/>
                  </a:lnTo>
                  <a:cubicBezTo>
                    <a:pt x="24" y="209"/>
                    <a:pt x="24" y="418"/>
                    <a:pt x="47" y="581"/>
                  </a:cubicBezTo>
                  <a:cubicBezTo>
                    <a:pt x="1789" y="1231"/>
                    <a:pt x="5923" y="2532"/>
                    <a:pt x="10939" y="2625"/>
                  </a:cubicBezTo>
                  <a:lnTo>
                    <a:pt x="10939" y="12286"/>
                  </a:lnTo>
                  <a:lnTo>
                    <a:pt x="11380" y="12286"/>
                  </a:lnTo>
                  <a:lnTo>
                    <a:pt x="11380" y="2648"/>
                  </a:lnTo>
                  <a:cubicBezTo>
                    <a:pt x="11404" y="2625"/>
                    <a:pt x="11473" y="2625"/>
                    <a:pt x="11497" y="2625"/>
                  </a:cubicBezTo>
                  <a:cubicBezTo>
                    <a:pt x="14748" y="2625"/>
                    <a:pt x="18348" y="2090"/>
                    <a:pt x="21947" y="558"/>
                  </a:cubicBezTo>
                  <a:cubicBezTo>
                    <a:pt x="21971" y="372"/>
                    <a:pt x="21971" y="186"/>
                    <a:pt x="220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7">
              <a:extLst>
                <a:ext uri="{FF2B5EF4-FFF2-40B4-BE49-F238E27FC236}">
                  <a16:creationId xmlns:a16="http://schemas.microsoft.com/office/drawing/2014/main" id="{4D1E901D-2AE6-694B-A6A2-9B277C042292}"/>
                </a:ext>
              </a:extLst>
            </p:cNvPr>
            <p:cNvSpPr/>
            <p:nvPr/>
          </p:nvSpPr>
          <p:spPr>
            <a:xfrm>
              <a:off x="1343050" y="1698150"/>
              <a:ext cx="610225" cy="834350"/>
            </a:xfrm>
            <a:custGeom>
              <a:avLst/>
              <a:gdLst/>
              <a:ahLst/>
              <a:cxnLst/>
              <a:rect l="l" t="t" r="r" b="b"/>
              <a:pathLst>
                <a:path w="24409" h="33374" extrusionOk="0">
                  <a:moveTo>
                    <a:pt x="16698" y="0"/>
                  </a:moveTo>
                  <a:cubicBezTo>
                    <a:pt x="7455" y="0"/>
                    <a:pt x="0" y="7455"/>
                    <a:pt x="0" y="16699"/>
                  </a:cubicBezTo>
                  <a:cubicBezTo>
                    <a:pt x="0" y="25895"/>
                    <a:pt x="7455" y="33373"/>
                    <a:pt x="16698" y="33373"/>
                  </a:cubicBezTo>
                  <a:cubicBezTo>
                    <a:pt x="19485" y="33373"/>
                    <a:pt x="22086" y="32677"/>
                    <a:pt x="24409" y="31469"/>
                  </a:cubicBezTo>
                  <a:cubicBezTo>
                    <a:pt x="19114" y="28682"/>
                    <a:pt x="15444" y="23108"/>
                    <a:pt x="15444" y="16699"/>
                  </a:cubicBezTo>
                  <a:cubicBezTo>
                    <a:pt x="15444" y="10265"/>
                    <a:pt x="19067" y="4692"/>
                    <a:pt x="24409" y="1905"/>
                  </a:cubicBezTo>
                  <a:cubicBezTo>
                    <a:pt x="22133" y="697"/>
                    <a:pt x="19485" y="0"/>
                    <a:pt x="16698" y="0"/>
                  </a:cubicBezTo>
                  <a:close/>
                </a:path>
              </a:pathLst>
            </a:custGeom>
            <a:solidFill>
              <a:srgbClr val="FCFCFC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7">
              <a:extLst>
                <a:ext uri="{FF2B5EF4-FFF2-40B4-BE49-F238E27FC236}">
                  <a16:creationId xmlns:a16="http://schemas.microsoft.com/office/drawing/2014/main" id="{E54D1E71-041A-D309-AD14-99CBD99D388C}"/>
                </a:ext>
              </a:extLst>
            </p:cNvPr>
            <p:cNvSpPr/>
            <p:nvPr/>
          </p:nvSpPr>
          <p:spPr>
            <a:xfrm>
              <a:off x="1311125" y="1692350"/>
              <a:ext cx="878450" cy="846525"/>
            </a:xfrm>
            <a:custGeom>
              <a:avLst/>
              <a:gdLst/>
              <a:ahLst/>
              <a:cxnLst/>
              <a:rect l="l" t="t" r="r" b="b"/>
              <a:pathLst>
                <a:path w="35138" h="33861" extrusionOk="0">
                  <a:moveTo>
                    <a:pt x="18231" y="465"/>
                  </a:moveTo>
                  <a:cubicBezTo>
                    <a:pt x="27311" y="465"/>
                    <a:pt x="34673" y="7827"/>
                    <a:pt x="34697" y="16931"/>
                  </a:cubicBezTo>
                  <a:cubicBezTo>
                    <a:pt x="34697" y="23573"/>
                    <a:pt x="30679" y="29588"/>
                    <a:pt x="24525" y="32119"/>
                  </a:cubicBezTo>
                  <a:cubicBezTo>
                    <a:pt x="22504" y="32955"/>
                    <a:pt x="20344" y="33373"/>
                    <a:pt x="18231" y="33373"/>
                  </a:cubicBezTo>
                  <a:cubicBezTo>
                    <a:pt x="13934" y="33373"/>
                    <a:pt x="9731" y="31678"/>
                    <a:pt x="6596" y="28542"/>
                  </a:cubicBezTo>
                  <a:cubicBezTo>
                    <a:pt x="1881" y="23851"/>
                    <a:pt x="465" y="16745"/>
                    <a:pt x="3019" y="10637"/>
                  </a:cubicBezTo>
                  <a:cubicBezTo>
                    <a:pt x="5551" y="4482"/>
                    <a:pt x="11566" y="465"/>
                    <a:pt x="18231" y="465"/>
                  </a:cubicBezTo>
                  <a:close/>
                  <a:moveTo>
                    <a:pt x="18231" y="0"/>
                  </a:moveTo>
                  <a:cubicBezTo>
                    <a:pt x="13818" y="0"/>
                    <a:pt x="9499" y="1719"/>
                    <a:pt x="6271" y="4970"/>
                  </a:cubicBezTo>
                  <a:cubicBezTo>
                    <a:pt x="1417" y="9824"/>
                    <a:pt x="0" y="17070"/>
                    <a:pt x="2624" y="23410"/>
                  </a:cubicBezTo>
                  <a:cubicBezTo>
                    <a:pt x="5225" y="29727"/>
                    <a:pt x="11380" y="33861"/>
                    <a:pt x="18231" y="33861"/>
                  </a:cubicBezTo>
                  <a:cubicBezTo>
                    <a:pt x="27544" y="33861"/>
                    <a:pt x="35138" y="26267"/>
                    <a:pt x="35138" y="16954"/>
                  </a:cubicBezTo>
                  <a:cubicBezTo>
                    <a:pt x="35138" y="10103"/>
                    <a:pt x="31004" y="3948"/>
                    <a:pt x="24687" y="1324"/>
                  </a:cubicBezTo>
                  <a:cubicBezTo>
                    <a:pt x="22620" y="418"/>
                    <a:pt x="20414" y="0"/>
                    <a:pt x="18231" y="0"/>
                  </a:cubicBezTo>
                  <a:close/>
                </a:path>
              </a:pathLst>
            </a:custGeom>
            <a:solidFill>
              <a:srgbClr val="D586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7">
              <a:extLst>
                <a:ext uri="{FF2B5EF4-FFF2-40B4-BE49-F238E27FC236}">
                  <a16:creationId xmlns:a16="http://schemas.microsoft.com/office/drawing/2014/main" id="{A6259D3B-858F-AE41-686B-C891C87B1071}"/>
                </a:ext>
              </a:extLst>
            </p:cNvPr>
            <p:cNvSpPr/>
            <p:nvPr/>
          </p:nvSpPr>
          <p:spPr>
            <a:xfrm>
              <a:off x="1644950" y="1798000"/>
              <a:ext cx="281625" cy="280475"/>
            </a:xfrm>
            <a:custGeom>
              <a:avLst/>
              <a:gdLst/>
              <a:ahLst/>
              <a:cxnLst/>
              <a:rect l="l" t="t" r="r" b="b"/>
              <a:pathLst>
                <a:path w="11265" h="11219" extrusionOk="0">
                  <a:moveTo>
                    <a:pt x="5598" y="1093"/>
                  </a:moveTo>
                  <a:lnTo>
                    <a:pt x="7154" y="3903"/>
                  </a:lnTo>
                  <a:cubicBezTo>
                    <a:pt x="7177" y="3972"/>
                    <a:pt x="7224" y="4019"/>
                    <a:pt x="7293" y="4042"/>
                  </a:cubicBezTo>
                  <a:lnTo>
                    <a:pt x="10103" y="5598"/>
                  </a:lnTo>
                  <a:lnTo>
                    <a:pt x="7293" y="7131"/>
                  </a:lnTo>
                  <a:cubicBezTo>
                    <a:pt x="7224" y="7154"/>
                    <a:pt x="7177" y="7224"/>
                    <a:pt x="7154" y="7270"/>
                  </a:cubicBezTo>
                  <a:lnTo>
                    <a:pt x="5598" y="10103"/>
                  </a:lnTo>
                  <a:lnTo>
                    <a:pt x="4065" y="7270"/>
                  </a:lnTo>
                  <a:cubicBezTo>
                    <a:pt x="4042" y="7224"/>
                    <a:pt x="3972" y="7154"/>
                    <a:pt x="3926" y="7131"/>
                  </a:cubicBezTo>
                  <a:lnTo>
                    <a:pt x="1116" y="5598"/>
                  </a:lnTo>
                  <a:lnTo>
                    <a:pt x="3926" y="4042"/>
                  </a:lnTo>
                  <a:cubicBezTo>
                    <a:pt x="3972" y="4019"/>
                    <a:pt x="4042" y="3972"/>
                    <a:pt x="4065" y="3903"/>
                  </a:cubicBezTo>
                  <a:lnTo>
                    <a:pt x="5598" y="1093"/>
                  </a:lnTo>
                  <a:close/>
                  <a:moveTo>
                    <a:pt x="5644" y="1"/>
                  </a:moveTo>
                  <a:cubicBezTo>
                    <a:pt x="5528" y="1"/>
                    <a:pt x="5366" y="47"/>
                    <a:pt x="5319" y="164"/>
                  </a:cubicBezTo>
                  <a:lnTo>
                    <a:pt x="3508" y="3485"/>
                  </a:lnTo>
                  <a:lnTo>
                    <a:pt x="210" y="5273"/>
                  </a:lnTo>
                  <a:cubicBezTo>
                    <a:pt x="94" y="5342"/>
                    <a:pt x="1" y="5482"/>
                    <a:pt x="1" y="5598"/>
                  </a:cubicBezTo>
                  <a:cubicBezTo>
                    <a:pt x="1" y="5714"/>
                    <a:pt x="94" y="5853"/>
                    <a:pt x="210" y="5923"/>
                  </a:cubicBezTo>
                  <a:lnTo>
                    <a:pt x="3508" y="7711"/>
                  </a:lnTo>
                  <a:lnTo>
                    <a:pt x="5319" y="11032"/>
                  </a:lnTo>
                  <a:cubicBezTo>
                    <a:pt x="5366" y="11148"/>
                    <a:pt x="5528" y="11218"/>
                    <a:pt x="5644" y="11218"/>
                  </a:cubicBezTo>
                  <a:cubicBezTo>
                    <a:pt x="5760" y="11218"/>
                    <a:pt x="5900" y="11148"/>
                    <a:pt x="5946" y="11032"/>
                  </a:cubicBezTo>
                  <a:lnTo>
                    <a:pt x="7758" y="7711"/>
                  </a:lnTo>
                  <a:lnTo>
                    <a:pt x="11055" y="5923"/>
                  </a:lnTo>
                  <a:cubicBezTo>
                    <a:pt x="11172" y="5853"/>
                    <a:pt x="11264" y="5714"/>
                    <a:pt x="11264" y="5598"/>
                  </a:cubicBezTo>
                  <a:cubicBezTo>
                    <a:pt x="11264" y="5482"/>
                    <a:pt x="11172" y="5342"/>
                    <a:pt x="11055" y="5273"/>
                  </a:cubicBezTo>
                  <a:lnTo>
                    <a:pt x="7758" y="3485"/>
                  </a:lnTo>
                  <a:lnTo>
                    <a:pt x="5946" y="164"/>
                  </a:lnTo>
                  <a:cubicBezTo>
                    <a:pt x="5900" y="47"/>
                    <a:pt x="5760" y="1"/>
                    <a:pt x="5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6" name="Google Shape;826;p37">
            <a:extLst>
              <a:ext uri="{FF2B5EF4-FFF2-40B4-BE49-F238E27FC236}">
                <a16:creationId xmlns:a16="http://schemas.microsoft.com/office/drawing/2014/main" id="{4C93B090-617E-7289-DB1B-49BE10BB5A13}"/>
              </a:ext>
            </a:extLst>
          </p:cNvPr>
          <p:cNvGrpSpPr/>
          <p:nvPr/>
        </p:nvGrpSpPr>
        <p:grpSpPr>
          <a:xfrm>
            <a:off x="2191901" y="1069541"/>
            <a:ext cx="1105297" cy="1142541"/>
            <a:chOff x="3989063" y="3801932"/>
            <a:chExt cx="1105297" cy="1142541"/>
          </a:xfrm>
        </p:grpSpPr>
        <p:sp>
          <p:nvSpPr>
            <p:cNvPr id="827" name="Google Shape;827;p37">
              <a:extLst>
                <a:ext uri="{FF2B5EF4-FFF2-40B4-BE49-F238E27FC236}">
                  <a16:creationId xmlns:a16="http://schemas.microsoft.com/office/drawing/2014/main" id="{3B433329-01C9-3090-15FD-1FA572BE7A83}"/>
                </a:ext>
              </a:extLst>
            </p:cNvPr>
            <p:cNvSpPr/>
            <p:nvPr/>
          </p:nvSpPr>
          <p:spPr>
            <a:xfrm>
              <a:off x="4627540" y="4685850"/>
              <a:ext cx="309014" cy="252049"/>
            </a:xfrm>
            <a:custGeom>
              <a:avLst/>
              <a:gdLst/>
              <a:ahLst/>
              <a:cxnLst/>
              <a:rect l="l" t="t" r="r" b="b"/>
              <a:pathLst>
                <a:path w="9824" h="8013" extrusionOk="0">
                  <a:moveTo>
                    <a:pt x="5806" y="1"/>
                  </a:moveTo>
                  <a:cubicBezTo>
                    <a:pt x="3112" y="1"/>
                    <a:pt x="0" y="465"/>
                    <a:pt x="23" y="1255"/>
                  </a:cubicBezTo>
                  <a:cubicBezTo>
                    <a:pt x="47" y="2346"/>
                    <a:pt x="116" y="5644"/>
                    <a:pt x="116" y="5644"/>
                  </a:cubicBezTo>
                  <a:cubicBezTo>
                    <a:pt x="163" y="6968"/>
                    <a:pt x="1278" y="8013"/>
                    <a:pt x="2578" y="8013"/>
                  </a:cubicBezTo>
                  <a:lnTo>
                    <a:pt x="2694" y="8013"/>
                  </a:lnTo>
                  <a:lnTo>
                    <a:pt x="7409" y="7850"/>
                  </a:lnTo>
                  <a:cubicBezTo>
                    <a:pt x="8756" y="7781"/>
                    <a:pt x="9824" y="6620"/>
                    <a:pt x="9778" y="5273"/>
                  </a:cubicBezTo>
                  <a:cubicBezTo>
                    <a:pt x="9778" y="5273"/>
                    <a:pt x="9731" y="1975"/>
                    <a:pt x="9685" y="883"/>
                  </a:cubicBezTo>
                  <a:cubicBezTo>
                    <a:pt x="9661" y="279"/>
                    <a:pt x="7827" y="1"/>
                    <a:pt x="5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7">
              <a:extLst>
                <a:ext uri="{FF2B5EF4-FFF2-40B4-BE49-F238E27FC236}">
                  <a16:creationId xmlns:a16="http://schemas.microsoft.com/office/drawing/2014/main" id="{38DE8450-586D-F1F5-CCA8-ACE25D8498EE}"/>
                </a:ext>
              </a:extLst>
            </p:cNvPr>
            <p:cNvSpPr/>
            <p:nvPr/>
          </p:nvSpPr>
          <p:spPr>
            <a:xfrm>
              <a:off x="4620242" y="4678552"/>
              <a:ext cx="324364" cy="265921"/>
            </a:xfrm>
            <a:custGeom>
              <a:avLst/>
              <a:gdLst/>
              <a:ahLst/>
              <a:cxnLst/>
              <a:rect l="l" t="t" r="r" b="b"/>
              <a:pathLst>
                <a:path w="10312" h="8454" extrusionOk="0">
                  <a:moveTo>
                    <a:pt x="6131" y="511"/>
                  </a:moveTo>
                  <a:cubicBezTo>
                    <a:pt x="8593" y="511"/>
                    <a:pt x="9661" y="906"/>
                    <a:pt x="9661" y="1138"/>
                  </a:cubicBezTo>
                  <a:cubicBezTo>
                    <a:pt x="9684" y="2207"/>
                    <a:pt x="9754" y="5505"/>
                    <a:pt x="9754" y="5528"/>
                  </a:cubicBezTo>
                  <a:cubicBezTo>
                    <a:pt x="9801" y="6782"/>
                    <a:pt x="8825" y="7781"/>
                    <a:pt x="7594" y="7850"/>
                  </a:cubicBezTo>
                  <a:lnTo>
                    <a:pt x="2880" y="8013"/>
                  </a:lnTo>
                  <a:lnTo>
                    <a:pt x="2787" y="8013"/>
                  </a:lnTo>
                  <a:cubicBezTo>
                    <a:pt x="1602" y="8013"/>
                    <a:pt x="604" y="7061"/>
                    <a:pt x="557" y="5876"/>
                  </a:cubicBezTo>
                  <a:cubicBezTo>
                    <a:pt x="557" y="5853"/>
                    <a:pt x="488" y="2555"/>
                    <a:pt x="464" y="1487"/>
                  </a:cubicBezTo>
                  <a:cubicBezTo>
                    <a:pt x="464" y="1138"/>
                    <a:pt x="2299" y="628"/>
                    <a:pt x="5318" y="511"/>
                  </a:cubicBezTo>
                  <a:close/>
                  <a:moveTo>
                    <a:pt x="6131" y="0"/>
                  </a:moveTo>
                  <a:lnTo>
                    <a:pt x="5318" y="0"/>
                  </a:lnTo>
                  <a:cubicBezTo>
                    <a:pt x="4413" y="47"/>
                    <a:pt x="0" y="233"/>
                    <a:pt x="23" y="1464"/>
                  </a:cubicBezTo>
                  <a:cubicBezTo>
                    <a:pt x="46" y="2532"/>
                    <a:pt x="116" y="5806"/>
                    <a:pt x="116" y="5876"/>
                  </a:cubicBezTo>
                  <a:cubicBezTo>
                    <a:pt x="163" y="7316"/>
                    <a:pt x="1370" y="8454"/>
                    <a:pt x="2810" y="8454"/>
                  </a:cubicBezTo>
                  <a:lnTo>
                    <a:pt x="2926" y="8454"/>
                  </a:lnTo>
                  <a:lnTo>
                    <a:pt x="7641" y="8245"/>
                  </a:lnTo>
                  <a:cubicBezTo>
                    <a:pt x="9104" y="8199"/>
                    <a:pt x="10311" y="6944"/>
                    <a:pt x="10242" y="5458"/>
                  </a:cubicBezTo>
                  <a:cubicBezTo>
                    <a:pt x="10242" y="5435"/>
                    <a:pt x="10195" y="2160"/>
                    <a:pt x="10149" y="1069"/>
                  </a:cubicBezTo>
                  <a:cubicBezTo>
                    <a:pt x="10102" y="186"/>
                    <a:pt x="7710" y="0"/>
                    <a:pt x="6131" y="0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7">
              <a:extLst>
                <a:ext uri="{FF2B5EF4-FFF2-40B4-BE49-F238E27FC236}">
                  <a16:creationId xmlns:a16="http://schemas.microsoft.com/office/drawing/2014/main" id="{4269B75E-24FB-7E0D-E669-D264C641D8EB}"/>
                </a:ext>
              </a:extLst>
            </p:cNvPr>
            <p:cNvSpPr/>
            <p:nvPr/>
          </p:nvSpPr>
          <p:spPr>
            <a:xfrm>
              <a:off x="4190690" y="4687328"/>
              <a:ext cx="309045" cy="246922"/>
            </a:xfrm>
            <a:custGeom>
              <a:avLst/>
              <a:gdLst/>
              <a:ahLst/>
              <a:cxnLst/>
              <a:rect l="l" t="t" r="r" b="b"/>
              <a:pathLst>
                <a:path w="9825" h="7850" extrusionOk="0">
                  <a:moveTo>
                    <a:pt x="4854" y="0"/>
                  </a:moveTo>
                  <a:cubicBezTo>
                    <a:pt x="2485" y="0"/>
                    <a:pt x="116" y="302"/>
                    <a:pt x="93" y="999"/>
                  </a:cubicBezTo>
                  <a:cubicBezTo>
                    <a:pt x="93" y="2114"/>
                    <a:pt x="0" y="5388"/>
                    <a:pt x="0" y="5388"/>
                  </a:cubicBezTo>
                  <a:cubicBezTo>
                    <a:pt x="0" y="6758"/>
                    <a:pt x="1092" y="7850"/>
                    <a:pt x="2485" y="7850"/>
                  </a:cubicBezTo>
                  <a:lnTo>
                    <a:pt x="7200" y="7850"/>
                  </a:lnTo>
                  <a:lnTo>
                    <a:pt x="7246" y="7850"/>
                  </a:lnTo>
                  <a:cubicBezTo>
                    <a:pt x="8593" y="7850"/>
                    <a:pt x="9708" y="6758"/>
                    <a:pt x="9708" y="5388"/>
                  </a:cubicBezTo>
                  <a:cubicBezTo>
                    <a:pt x="9708" y="5388"/>
                    <a:pt x="9801" y="2090"/>
                    <a:pt x="9824" y="999"/>
                  </a:cubicBezTo>
                  <a:cubicBezTo>
                    <a:pt x="9754" y="349"/>
                    <a:pt x="7293" y="0"/>
                    <a:pt x="4854" y="0"/>
                  </a:cubicBezTo>
                  <a:close/>
                </a:path>
              </a:pathLst>
            </a:custGeom>
            <a:solidFill>
              <a:srgbClr val="04797C"/>
            </a:solidFill>
            <a:ln w="9525" cap="flat" cmpd="sng">
              <a:solidFill>
                <a:srgbClr val="0344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7">
              <a:extLst>
                <a:ext uri="{FF2B5EF4-FFF2-40B4-BE49-F238E27FC236}">
                  <a16:creationId xmlns:a16="http://schemas.microsoft.com/office/drawing/2014/main" id="{04D6B8B5-913E-ECA1-0E30-CFA7A1D786B9}"/>
                </a:ext>
              </a:extLst>
            </p:cNvPr>
            <p:cNvSpPr/>
            <p:nvPr/>
          </p:nvSpPr>
          <p:spPr>
            <a:xfrm>
              <a:off x="4182638" y="4679999"/>
              <a:ext cx="322194" cy="261580"/>
            </a:xfrm>
            <a:custGeom>
              <a:avLst/>
              <a:gdLst/>
              <a:ahLst/>
              <a:cxnLst/>
              <a:rect l="l" t="t" r="r" b="b"/>
              <a:pathLst>
                <a:path w="10243" h="8316" extrusionOk="0">
                  <a:moveTo>
                    <a:pt x="5110" y="465"/>
                  </a:moveTo>
                  <a:cubicBezTo>
                    <a:pt x="6991" y="465"/>
                    <a:pt x="8896" y="651"/>
                    <a:pt x="9592" y="1092"/>
                  </a:cubicBezTo>
                  <a:cubicBezTo>
                    <a:pt x="9732" y="1185"/>
                    <a:pt x="9755" y="1232"/>
                    <a:pt x="9755" y="1278"/>
                  </a:cubicBezTo>
                  <a:cubicBezTo>
                    <a:pt x="9755" y="2347"/>
                    <a:pt x="9639" y="5621"/>
                    <a:pt x="9639" y="5691"/>
                  </a:cubicBezTo>
                  <a:cubicBezTo>
                    <a:pt x="9639" y="6922"/>
                    <a:pt x="8617" y="7920"/>
                    <a:pt x="7409" y="7920"/>
                  </a:cubicBezTo>
                  <a:lnTo>
                    <a:pt x="7409" y="7920"/>
                  </a:lnTo>
                  <a:lnTo>
                    <a:pt x="2672" y="7920"/>
                  </a:lnTo>
                  <a:cubicBezTo>
                    <a:pt x="1418" y="7920"/>
                    <a:pt x="442" y="6898"/>
                    <a:pt x="442" y="5691"/>
                  </a:cubicBezTo>
                  <a:cubicBezTo>
                    <a:pt x="442" y="5644"/>
                    <a:pt x="535" y="2370"/>
                    <a:pt x="558" y="1301"/>
                  </a:cubicBezTo>
                  <a:cubicBezTo>
                    <a:pt x="558" y="1278"/>
                    <a:pt x="605" y="1185"/>
                    <a:pt x="767" y="1092"/>
                  </a:cubicBezTo>
                  <a:cubicBezTo>
                    <a:pt x="1510" y="628"/>
                    <a:pt x="3322" y="465"/>
                    <a:pt x="5110" y="465"/>
                  </a:cubicBezTo>
                  <a:close/>
                  <a:moveTo>
                    <a:pt x="5087" y="1"/>
                  </a:moveTo>
                  <a:cubicBezTo>
                    <a:pt x="3206" y="1"/>
                    <a:pt x="1301" y="187"/>
                    <a:pt x="558" y="628"/>
                  </a:cubicBezTo>
                  <a:cubicBezTo>
                    <a:pt x="256" y="767"/>
                    <a:pt x="117" y="1000"/>
                    <a:pt x="117" y="1232"/>
                  </a:cubicBezTo>
                  <a:cubicBezTo>
                    <a:pt x="94" y="2323"/>
                    <a:pt x="1" y="5598"/>
                    <a:pt x="1" y="5621"/>
                  </a:cubicBezTo>
                  <a:cubicBezTo>
                    <a:pt x="1" y="7107"/>
                    <a:pt x="1185" y="8315"/>
                    <a:pt x="2695" y="8315"/>
                  </a:cubicBezTo>
                  <a:lnTo>
                    <a:pt x="7433" y="8315"/>
                  </a:lnTo>
                  <a:lnTo>
                    <a:pt x="7433" y="8315"/>
                  </a:lnTo>
                  <a:cubicBezTo>
                    <a:pt x="8919" y="8315"/>
                    <a:pt x="10127" y="7131"/>
                    <a:pt x="10127" y="5621"/>
                  </a:cubicBezTo>
                  <a:cubicBezTo>
                    <a:pt x="10127" y="5598"/>
                    <a:pt x="10219" y="2323"/>
                    <a:pt x="10243" y="1232"/>
                  </a:cubicBezTo>
                  <a:cubicBezTo>
                    <a:pt x="10243" y="1000"/>
                    <a:pt x="10103" y="814"/>
                    <a:pt x="9848" y="651"/>
                  </a:cubicBezTo>
                  <a:cubicBezTo>
                    <a:pt x="9081" y="233"/>
                    <a:pt x="7084" y="1"/>
                    <a:pt x="5087" y="1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7">
              <a:extLst>
                <a:ext uri="{FF2B5EF4-FFF2-40B4-BE49-F238E27FC236}">
                  <a16:creationId xmlns:a16="http://schemas.microsoft.com/office/drawing/2014/main" id="{44181FA9-F7FB-5935-501A-750B3B4EC973}"/>
                </a:ext>
              </a:extLst>
            </p:cNvPr>
            <p:cNvSpPr/>
            <p:nvPr/>
          </p:nvSpPr>
          <p:spPr>
            <a:xfrm>
              <a:off x="4037283" y="3809230"/>
              <a:ext cx="1050503" cy="1049779"/>
            </a:xfrm>
            <a:custGeom>
              <a:avLst/>
              <a:gdLst/>
              <a:ahLst/>
              <a:cxnLst/>
              <a:rect l="l" t="t" r="r" b="b"/>
              <a:pathLst>
                <a:path w="33397" h="33374" extrusionOk="0">
                  <a:moveTo>
                    <a:pt x="16698" y="1"/>
                  </a:moveTo>
                  <a:cubicBezTo>
                    <a:pt x="7478" y="1"/>
                    <a:pt x="0" y="7479"/>
                    <a:pt x="0" y="16699"/>
                  </a:cubicBezTo>
                  <a:cubicBezTo>
                    <a:pt x="0" y="25896"/>
                    <a:pt x="7478" y="33374"/>
                    <a:pt x="16698" y="33374"/>
                  </a:cubicBezTo>
                  <a:cubicBezTo>
                    <a:pt x="25895" y="33374"/>
                    <a:pt x="33396" y="25896"/>
                    <a:pt x="33396" y="16699"/>
                  </a:cubicBezTo>
                  <a:cubicBezTo>
                    <a:pt x="33396" y="7479"/>
                    <a:pt x="25895" y="1"/>
                    <a:pt x="16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7">
              <a:extLst>
                <a:ext uri="{FF2B5EF4-FFF2-40B4-BE49-F238E27FC236}">
                  <a16:creationId xmlns:a16="http://schemas.microsoft.com/office/drawing/2014/main" id="{25D15D07-01B2-2EF1-8818-B5651844E16A}"/>
                </a:ext>
              </a:extLst>
            </p:cNvPr>
            <p:cNvSpPr/>
            <p:nvPr/>
          </p:nvSpPr>
          <p:spPr>
            <a:xfrm>
              <a:off x="4037283" y="3909320"/>
              <a:ext cx="350660" cy="856205"/>
            </a:xfrm>
            <a:custGeom>
              <a:avLst/>
              <a:gdLst/>
              <a:ahLst/>
              <a:cxnLst/>
              <a:rect l="l" t="t" r="r" b="b"/>
              <a:pathLst>
                <a:path w="11148" h="27220" extrusionOk="0">
                  <a:moveTo>
                    <a:pt x="6921" y="1"/>
                  </a:moveTo>
                  <a:cubicBezTo>
                    <a:pt x="2741" y="3020"/>
                    <a:pt x="0" y="7943"/>
                    <a:pt x="0" y="13517"/>
                  </a:cubicBezTo>
                  <a:cubicBezTo>
                    <a:pt x="0" y="19207"/>
                    <a:pt x="2857" y="24200"/>
                    <a:pt x="7177" y="27219"/>
                  </a:cubicBezTo>
                  <a:cubicBezTo>
                    <a:pt x="9685" y="23712"/>
                    <a:pt x="11148" y="18742"/>
                    <a:pt x="11148" y="13471"/>
                  </a:cubicBezTo>
                  <a:cubicBezTo>
                    <a:pt x="11148" y="8129"/>
                    <a:pt x="9569" y="3391"/>
                    <a:pt x="6921" y="1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7">
              <a:extLst>
                <a:ext uri="{FF2B5EF4-FFF2-40B4-BE49-F238E27FC236}">
                  <a16:creationId xmlns:a16="http://schemas.microsoft.com/office/drawing/2014/main" id="{97875972-4D92-CBD5-E8DE-7E61E37D8644}"/>
                </a:ext>
              </a:extLst>
            </p:cNvPr>
            <p:cNvSpPr/>
            <p:nvPr/>
          </p:nvSpPr>
          <p:spPr>
            <a:xfrm>
              <a:off x="4735651" y="3907873"/>
              <a:ext cx="351415" cy="856897"/>
            </a:xfrm>
            <a:custGeom>
              <a:avLst/>
              <a:gdLst/>
              <a:ahLst/>
              <a:cxnLst/>
              <a:rect l="l" t="t" r="r" b="b"/>
              <a:pathLst>
                <a:path w="11172" h="27242" extrusionOk="0">
                  <a:moveTo>
                    <a:pt x="4250" y="0"/>
                  </a:moveTo>
                  <a:cubicBezTo>
                    <a:pt x="1580" y="3414"/>
                    <a:pt x="0" y="8129"/>
                    <a:pt x="0" y="13470"/>
                  </a:cubicBezTo>
                  <a:cubicBezTo>
                    <a:pt x="0" y="18765"/>
                    <a:pt x="1487" y="23712"/>
                    <a:pt x="3995" y="27242"/>
                  </a:cubicBezTo>
                  <a:cubicBezTo>
                    <a:pt x="8315" y="24246"/>
                    <a:pt x="11171" y="19230"/>
                    <a:pt x="11171" y="13540"/>
                  </a:cubicBezTo>
                  <a:cubicBezTo>
                    <a:pt x="11171" y="7966"/>
                    <a:pt x="8431" y="3066"/>
                    <a:pt x="4250" y="0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7">
              <a:extLst>
                <a:ext uri="{FF2B5EF4-FFF2-40B4-BE49-F238E27FC236}">
                  <a16:creationId xmlns:a16="http://schemas.microsoft.com/office/drawing/2014/main" id="{6C6E7546-647C-ABF1-DFE9-09255837E453}"/>
                </a:ext>
              </a:extLst>
            </p:cNvPr>
            <p:cNvSpPr/>
            <p:nvPr/>
          </p:nvSpPr>
          <p:spPr>
            <a:xfrm>
              <a:off x="4552299" y="3804858"/>
              <a:ext cx="14627" cy="1046854"/>
            </a:xfrm>
            <a:custGeom>
              <a:avLst/>
              <a:gdLst/>
              <a:ahLst/>
              <a:cxnLst/>
              <a:rect l="l" t="t" r="r" b="b"/>
              <a:pathLst>
                <a:path w="465" h="33281" extrusionOk="0">
                  <a:moveTo>
                    <a:pt x="0" y="1"/>
                  </a:moveTo>
                  <a:lnTo>
                    <a:pt x="0" y="33281"/>
                  </a:lnTo>
                  <a:lnTo>
                    <a:pt x="465" y="33281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7">
              <a:extLst>
                <a:ext uri="{FF2B5EF4-FFF2-40B4-BE49-F238E27FC236}">
                  <a16:creationId xmlns:a16="http://schemas.microsoft.com/office/drawing/2014/main" id="{A9996488-6B2B-FF89-2194-880C0673BFC8}"/>
                </a:ext>
              </a:extLst>
            </p:cNvPr>
            <p:cNvSpPr/>
            <p:nvPr/>
          </p:nvSpPr>
          <p:spPr>
            <a:xfrm>
              <a:off x="4882484" y="3983837"/>
              <a:ext cx="81846" cy="113993"/>
            </a:xfrm>
            <a:custGeom>
              <a:avLst/>
              <a:gdLst/>
              <a:ahLst/>
              <a:cxnLst/>
              <a:rect l="l" t="t" r="r" b="b"/>
              <a:pathLst>
                <a:path w="2602" h="3624" extrusionOk="0">
                  <a:moveTo>
                    <a:pt x="651" y="0"/>
                  </a:moveTo>
                  <a:cubicBezTo>
                    <a:pt x="465" y="0"/>
                    <a:pt x="279" y="117"/>
                    <a:pt x="140" y="372"/>
                  </a:cubicBezTo>
                  <a:cubicBezTo>
                    <a:pt x="0" y="767"/>
                    <a:pt x="744" y="1255"/>
                    <a:pt x="1394" y="1998"/>
                  </a:cubicBezTo>
                  <a:cubicBezTo>
                    <a:pt x="1742" y="2462"/>
                    <a:pt x="2021" y="2996"/>
                    <a:pt x="2230" y="3554"/>
                  </a:cubicBezTo>
                  <a:cubicBezTo>
                    <a:pt x="2253" y="3600"/>
                    <a:pt x="2276" y="3623"/>
                    <a:pt x="2346" y="3623"/>
                  </a:cubicBezTo>
                  <a:cubicBezTo>
                    <a:pt x="2439" y="3623"/>
                    <a:pt x="2509" y="3577"/>
                    <a:pt x="2555" y="3484"/>
                  </a:cubicBezTo>
                  <a:cubicBezTo>
                    <a:pt x="2601" y="3159"/>
                    <a:pt x="2601" y="2811"/>
                    <a:pt x="2555" y="2509"/>
                  </a:cubicBezTo>
                  <a:cubicBezTo>
                    <a:pt x="2346" y="1301"/>
                    <a:pt x="1347" y="0"/>
                    <a:pt x="651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7">
              <a:extLst>
                <a:ext uri="{FF2B5EF4-FFF2-40B4-BE49-F238E27FC236}">
                  <a16:creationId xmlns:a16="http://schemas.microsoft.com/office/drawing/2014/main" id="{2BFD4922-EE8E-837F-E1BE-851DB6A3B51B}"/>
                </a:ext>
              </a:extLst>
            </p:cNvPr>
            <p:cNvSpPr/>
            <p:nvPr/>
          </p:nvSpPr>
          <p:spPr>
            <a:xfrm>
              <a:off x="4881005" y="4038631"/>
              <a:ext cx="54103" cy="72346"/>
            </a:xfrm>
            <a:custGeom>
              <a:avLst/>
              <a:gdLst/>
              <a:ahLst/>
              <a:cxnLst/>
              <a:rect l="l" t="t" r="r" b="b"/>
              <a:pathLst>
                <a:path w="1720" h="2300" extrusionOk="0">
                  <a:moveTo>
                    <a:pt x="582" y="0"/>
                  </a:moveTo>
                  <a:cubicBezTo>
                    <a:pt x="419" y="0"/>
                    <a:pt x="280" y="93"/>
                    <a:pt x="164" y="302"/>
                  </a:cubicBezTo>
                  <a:cubicBezTo>
                    <a:pt x="1" y="558"/>
                    <a:pt x="535" y="836"/>
                    <a:pt x="930" y="1278"/>
                  </a:cubicBezTo>
                  <a:cubicBezTo>
                    <a:pt x="1162" y="1580"/>
                    <a:pt x="1325" y="1881"/>
                    <a:pt x="1394" y="2230"/>
                  </a:cubicBezTo>
                  <a:cubicBezTo>
                    <a:pt x="1394" y="2276"/>
                    <a:pt x="1441" y="2299"/>
                    <a:pt x="1464" y="2299"/>
                  </a:cubicBezTo>
                  <a:cubicBezTo>
                    <a:pt x="1511" y="2299"/>
                    <a:pt x="1603" y="2230"/>
                    <a:pt x="1627" y="2183"/>
                  </a:cubicBezTo>
                  <a:cubicBezTo>
                    <a:pt x="1696" y="1974"/>
                    <a:pt x="1720" y="1742"/>
                    <a:pt x="1720" y="1533"/>
                  </a:cubicBezTo>
                  <a:cubicBezTo>
                    <a:pt x="1673" y="790"/>
                    <a:pt x="1092" y="0"/>
                    <a:pt x="58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7">
              <a:extLst>
                <a:ext uri="{FF2B5EF4-FFF2-40B4-BE49-F238E27FC236}">
                  <a16:creationId xmlns:a16="http://schemas.microsoft.com/office/drawing/2014/main" id="{C498389B-7B43-C20B-52E4-EBB24E7DA7D0}"/>
                </a:ext>
              </a:extLst>
            </p:cNvPr>
            <p:cNvSpPr/>
            <p:nvPr/>
          </p:nvSpPr>
          <p:spPr>
            <a:xfrm>
              <a:off x="4168042" y="3983837"/>
              <a:ext cx="82569" cy="113993"/>
            </a:xfrm>
            <a:custGeom>
              <a:avLst/>
              <a:gdLst/>
              <a:ahLst/>
              <a:cxnLst/>
              <a:rect l="l" t="t" r="r" b="b"/>
              <a:pathLst>
                <a:path w="2625" h="3624" extrusionOk="0">
                  <a:moveTo>
                    <a:pt x="70" y="2509"/>
                  </a:moveTo>
                  <a:cubicBezTo>
                    <a:pt x="0" y="2811"/>
                    <a:pt x="0" y="3159"/>
                    <a:pt x="70" y="3484"/>
                  </a:cubicBezTo>
                  <a:cubicBezTo>
                    <a:pt x="93" y="3577"/>
                    <a:pt x="186" y="3623"/>
                    <a:pt x="256" y="3623"/>
                  </a:cubicBezTo>
                  <a:cubicBezTo>
                    <a:pt x="326" y="3623"/>
                    <a:pt x="372" y="3600"/>
                    <a:pt x="372" y="3554"/>
                  </a:cubicBezTo>
                  <a:cubicBezTo>
                    <a:pt x="581" y="2996"/>
                    <a:pt x="836" y="2462"/>
                    <a:pt x="1208" y="1998"/>
                  </a:cubicBezTo>
                  <a:cubicBezTo>
                    <a:pt x="1835" y="1255"/>
                    <a:pt x="2625" y="744"/>
                    <a:pt x="2462" y="372"/>
                  </a:cubicBezTo>
                  <a:cubicBezTo>
                    <a:pt x="2346" y="117"/>
                    <a:pt x="2183" y="0"/>
                    <a:pt x="1951" y="0"/>
                  </a:cubicBezTo>
                  <a:cubicBezTo>
                    <a:pt x="1231" y="0"/>
                    <a:pt x="233" y="1301"/>
                    <a:pt x="70" y="2509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7">
              <a:extLst>
                <a:ext uri="{FF2B5EF4-FFF2-40B4-BE49-F238E27FC236}">
                  <a16:creationId xmlns:a16="http://schemas.microsoft.com/office/drawing/2014/main" id="{81EDF732-48B3-A39D-7E01-D250DA16F3A2}"/>
                </a:ext>
              </a:extLst>
            </p:cNvPr>
            <p:cNvSpPr/>
            <p:nvPr/>
          </p:nvSpPr>
          <p:spPr>
            <a:xfrm>
              <a:off x="4197264" y="4038631"/>
              <a:ext cx="54071" cy="72346"/>
            </a:xfrm>
            <a:custGeom>
              <a:avLst/>
              <a:gdLst/>
              <a:ahLst/>
              <a:cxnLst/>
              <a:rect l="l" t="t" r="r" b="b"/>
              <a:pathLst>
                <a:path w="1719" h="2300" extrusionOk="0">
                  <a:moveTo>
                    <a:pt x="0" y="1533"/>
                  </a:moveTo>
                  <a:cubicBezTo>
                    <a:pt x="0" y="1765"/>
                    <a:pt x="0" y="1974"/>
                    <a:pt x="93" y="2183"/>
                  </a:cubicBezTo>
                  <a:cubicBezTo>
                    <a:pt x="116" y="2230"/>
                    <a:pt x="209" y="2299"/>
                    <a:pt x="256" y="2299"/>
                  </a:cubicBezTo>
                  <a:cubicBezTo>
                    <a:pt x="302" y="2299"/>
                    <a:pt x="325" y="2253"/>
                    <a:pt x="325" y="2230"/>
                  </a:cubicBezTo>
                  <a:cubicBezTo>
                    <a:pt x="418" y="1881"/>
                    <a:pt x="581" y="1580"/>
                    <a:pt x="790" y="1278"/>
                  </a:cubicBezTo>
                  <a:cubicBezTo>
                    <a:pt x="1162" y="813"/>
                    <a:pt x="1719" y="558"/>
                    <a:pt x="1580" y="302"/>
                  </a:cubicBezTo>
                  <a:cubicBezTo>
                    <a:pt x="1463" y="93"/>
                    <a:pt x="1278" y="0"/>
                    <a:pt x="1138" y="0"/>
                  </a:cubicBezTo>
                  <a:cubicBezTo>
                    <a:pt x="604" y="0"/>
                    <a:pt x="24" y="790"/>
                    <a:pt x="0" y="1533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7">
              <a:extLst>
                <a:ext uri="{FF2B5EF4-FFF2-40B4-BE49-F238E27FC236}">
                  <a16:creationId xmlns:a16="http://schemas.microsoft.com/office/drawing/2014/main" id="{527EC3C9-29A5-21C1-9F69-97D5E68E6807}"/>
                </a:ext>
              </a:extLst>
            </p:cNvPr>
            <p:cNvSpPr/>
            <p:nvPr/>
          </p:nvSpPr>
          <p:spPr>
            <a:xfrm>
              <a:off x="4193616" y="3922468"/>
              <a:ext cx="746616" cy="770710"/>
            </a:xfrm>
            <a:custGeom>
              <a:avLst/>
              <a:gdLst/>
              <a:ahLst/>
              <a:cxnLst/>
              <a:rect l="l" t="t" r="r" b="b"/>
              <a:pathLst>
                <a:path w="23736" h="24502" extrusionOk="0">
                  <a:moveTo>
                    <a:pt x="23735" y="12263"/>
                  </a:moveTo>
                  <a:cubicBezTo>
                    <a:pt x="23735" y="19021"/>
                    <a:pt x="18440" y="24502"/>
                    <a:pt x="11868" y="24502"/>
                  </a:cubicBezTo>
                  <a:cubicBezTo>
                    <a:pt x="5319" y="24502"/>
                    <a:pt x="0" y="19021"/>
                    <a:pt x="0" y="12263"/>
                  </a:cubicBezTo>
                  <a:cubicBezTo>
                    <a:pt x="0" y="5482"/>
                    <a:pt x="5319" y="1"/>
                    <a:pt x="11868" y="1"/>
                  </a:cubicBezTo>
                  <a:cubicBezTo>
                    <a:pt x="18440" y="1"/>
                    <a:pt x="23735" y="5482"/>
                    <a:pt x="23735" y="12263"/>
                  </a:cubicBezTo>
                  <a:close/>
                </a:path>
              </a:pathLst>
            </a:custGeom>
            <a:solidFill>
              <a:srgbClr val="E2BFA1"/>
            </a:solidFill>
            <a:ln w="11025" cap="flat" cmpd="sng">
              <a:solidFill>
                <a:srgbClr val="034444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7">
              <a:extLst>
                <a:ext uri="{FF2B5EF4-FFF2-40B4-BE49-F238E27FC236}">
                  <a16:creationId xmlns:a16="http://schemas.microsoft.com/office/drawing/2014/main" id="{01933602-88ED-1BD4-8144-B1C6A9FEE9E6}"/>
                </a:ext>
              </a:extLst>
            </p:cNvPr>
            <p:cNvSpPr/>
            <p:nvPr/>
          </p:nvSpPr>
          <p:spPr>
            <a:xfrm>
              <a:off x="3989063" y="3801932"/>
              <a:ext cx="1105297" cy="1063651"/>
            </a:xfrm>
            <a:custGeom>
              <a:avLst/>
              <a:gdLst/>
              <a:ahLst/>
              <a:cxnLst/>
              <a:rect l="l" t="t" r="r" b="b"/>
              <a:pathLst>
                <a:path w="35139" h="33815" extrusionOk="0">
                  <a:moveTo>
                    <a:pt x="18231" y="465"/>
                  </a:moveTo>
                  <a:cubicBezTo>
                    <a:pt x="27312" y="465"/>
                    <a:pt x="34674" y="7827"/>
                    <a:pt x="34697" y="16931"/>
                  </a:cubicBezTo>
                  <a:cubicBezTo>
                    <a:pt x="34697" y="23573"/>
                    <a:pt x="30679" y="29588"/>
                    <a:pt x="24525" y="32119"/>
                  </a:cubicBezTo>
                  <a:cubicBezTo>
                    <a:pt x="22505" y="32956"/>
                    <a:pt x="20345" y="33350"/>
                    <a:pt x="18231" y="33350"/>
                  </a:cubicBezTo>
                  <a:cubicBezTo>
                    <a:pt x="13935" y="33350"/>
                    <a:pt x="9731" y="31678"/>
                    <a:pt x="6596" y="28543"/>
                  </a:cubicBezTo>
                  <a:cubicBezTo>
                    <a:pt x="1882" y="23829"/>
                    <a:pt x="465" y="16745"/>
                    <a:pt x="3020" y="10637"/>
                  </a:cubicBezTo>
                  <a:cubicBezTo>
                    <a:pt x="5574" y="4483"/>
                    <a:pt x="11566" y="465"/>
                    <a:pt x="18231" y="465"/>
                  </a:cubicBezTo>
                  <a:close/>
                  <a:moveTo>
                    <a:pt x="18231" y="1"/>
                  </a:moveTo>
                  <a:cubicBezTo>
                    <a:pt x="13819" y="1"/>
                    <a:pt x="9499" y="1719"/>
                    <a:pt x="6271" y="4971"/>
                  </a:cubicBezTo>
                  <a:cubicBezTo>
                    <a:pt x="1417" y="9801"/>
                    <a:pt x="1" y="17047"/>
                    <a:pt x="2625" y="23387"/>
                  </a:cubicBezTo>
                  <a:cubicBezTo>
                    <a:pt x="5226" y="29704"/>
                    <a:pt x="11380" y="33815"/>
                    <a:pt x="18231" y="33815"/>
                  </a:cubicBezTo>
                  <a:cubicBezTo>
                    <a:pt x="27544" y="33815"/>
                    <a:pt x="35138" y="26244"/>
                    <a:pt x="35138" y="16931"/>
                  </a:cubicBezTo>
                  <a:cubicBezTo>
                    <a:pt x="35138" y="10080"/>
                    <a:pt x="31004" y="3926"/>
                    <a:pt x="24688" y="1278"/>
                  </a:cubicBezTo>
                  <a:cubicBezTo>
                    <a:pt x="22621" y="419"/>
                    <a:pt x="20414" y="1"/>
                    <a:pt x="18231" y="1"/>
                  </a:cubicBezTo>
                  <a:close/>
                </a:path>
              </a:pathLst>
            </a:custGeom>
            <a:solidFill>
              <a:srgbClr val="03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7">
              <a:extLst>
                <a:ext uri="{FF2B5EF4-FFF2-40B4-BE49-F238E27FC236}">
                  <a16:creationId xmlns:a16="http://schemas.microsoft.com/office/drawing/2014/main" id="{A2A89766-B4C8-CE48-A674-6D8A923EF52B}"/>
                </a:ext>
              </a:extLst>
            </p:cNvPr>
            <p:cNvSpPr/>
            <p:nvPr/>
          </p:nvSpPr>
          <p:spPr>
            <a:xfrm>
              <a:off x="4082579" y="4568240"/>
              <a:ext cx="300993" cy="157841"/>
            </a:xfrm>
            <a:custGeom>
              <a:avLst/>
              <a:gdLst/>
              <a:ahLst/>
              <a:cxnLst/>
              <a:rect l="l" t="t" r="r" b="b"/>
              <a:pathLst>
                <a:path w="9569" h="5018" extrusionOk="0">
                  <a:moveTo>
                    <a:pt x="7966" y="5017"/>
                  </a:moveTo>
                  <a:lnTo>
                    <a:pt x="1579" y="5017"/>
                  </a:lnTo>
                  <a:cubicBezTo>
                    <a:pt x="720" y="5017"/>
                    <a:pt x="0" y="4320"/>
                    <a:pt x="0" y="3438"/>
                  </a:cubicBezTo>
                  <a:lnTo>
                    <a:pt x="0" y="1603"/>
                  </a:lnTo>
                  <a:cubicBezTo>
                    <a:pt x="0" y="721"/>
                    <a:pt x="697" y="1"/>
                    <a:pt x="1579" y="1"/>
                  </a:cubicBezTo>
                  <a:lnTo>
                    <a:pt x="7966" y="1"/>
                  </a:lnTo>
                  <a:cubicBezTo>
                    <a:pt x="8849" y="1"/>
                    <a:pt x="9568" y="697"/>
                    <a:pt x="9568" y="1603"/>
                  </a:cubicBezTo>
                  <a:lnTo>
                    <a:pt x="9568" y="3438"/>
                  </a:lnTo>
                  <a:cubicBezTo>
                    <a:pt x="9568" y="4320"/>
                    <a:pt x="8849" y="5017"/>
                    <a:pt x="7966" y="5017"/>
                  </a:cubicBezTo>
                  <a:close/>
                </a:path>
              </a:pathLst>
            </a:custGeom>
            <a:solidFill>
              <a:srgbClr val="CECECE"/>
            </a:solidFill>
            <a:ln w="11025" cap="flat" cmpd="sng">
              <a:solidFill>
                <a:srgbClr val="1E1E1E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7">
              <a:extLst>
                <a:ext uri="{FF2B5EF4-FFF2-40B4-BE49-F238E27FC236}">
                  <a16:creationId xmlns:a16="http://schemas.microsoft.com/office/drawing/2014/main" id="{06A70C86-5F34-7D96-6466-AFDF90F3F9D1}"/>
                </a:ext>
              </a:extLst>
            </p:cNvPr>
            <p:cNvSpPr/>
            <p:nvPr/>
          </p:nvSpPr>
          <p:spPr>
            <a:xfrm>
              <a:off x="4541321" y="4686573"/>
              <a:ext cx="36582" cy="72378"/>
            </a:xfrm>
            <a:custGeom>
              <a:avLst/>
              <a:gdLst/>
              <a:ahLst/>
              <a:cxnLst/>
              <a:rect l="l" t="t" r="r" b="b"/>
              <a:pathLst>
                <a:path w="1163" h="2301" extrusionOk="0">
                  <a:moveTo>
                    <a:pt x="442" y="1"/>
                  </a:moveTo>
                  <a:cubicBezTo>
                    <a:pt x="349" y="1"/>
                    <a:pt x="280" y="94"/>
                    <a:pt x="280" y="187"/>
                  </a:cubicBezTo>
                  <a:lnTo>
                    <a:pt x="1" y="2138"/>
                  </a:lnTo>
                  <a:cubicBezTo>
                    <a:pt x="1" y="2207"/>
                    <a:pt x="94" y="2300"/>
                    <a:pt x="187" y="2300"/>
                  </a:cubicBezTo>
                  <a:lnTo>
                    <a:pt x="999" y="2300"/>
                  </a:lnTo>
                  <a:cubicBezTo>
                    <a:pt x="1092" y="2300"/>
                    <a:pt x="1162" y="2230"/>
                    <a:pt x="1162" y="2138"/>
                  </a:cubicBezTo>
                  <a:lnTo>
                    <a:pt x="907" y="187"/>
                  </a:lnTo>
                  <a:cubicBezTo>
                    <a:pt x="907" y="94"/>
                    <a:pt x="814" y="1"/>
                    <a:pt x="744" y="1"/>
                  </a:cubicBezTo>
                  <a:close/>
                </a:path>
              </a:pathLst>
            </a:custGeom>
            <a:solidFill>
              <a:srgbClr val="FFFFFF"/>
            </a:solidFill>
            <a:ln w="11600" cap="flat" cmpd="sng">
              <a:solidFill>
                <a:srgbClr val="BCBCBC"/>
              </a:solidFill>
              <a:prstDash val="solid"/>
              <a:miter lim="232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7">
              <a:extLst>
                <a:ext uri="{FF2B5EF4-FFF2-40B4-BE49-F238E27FC236}">
                  <a16:creationId xmlns:a16="http://schemas.microsoft.com/office/drawing/2014/main" id="{D83F7DFE-E920-BEE7-C40F-3DDC0B409010}"/>
                </a:ext>
              </a:extLst>
            </p:cNvPr>
            <p:cNvSpPr/>
            <p:nvPr/>
          </p:nvSpPr>
          <p:spPr>
            <a:xfrm>
              <a:off x="4039070" y="3821231"/>
              <a:ext cx="767785" cy="1049056"/>
            </a:xfrm>
            <a:custGeom>
              <a:avLst/>
              <a:gdLst/>
              <a:ahLst/>
              <a:cxnLst/>
              <a:rect l="l" t="t" r="r" b="b"/>
              <a:pathLst>
                <a:path w="24409" h="33351" extrusionOk="0">
                  <a:moveTo>
                    <a:pt x="16675" y="1"/>
                  </a:moveTo>
                  <a:cubicBezTo>
                    <a:pt x="7455" y="1"/>
                    <a:pt x="1" y="7456"/>
                    <a:pt x="1" y="16699"/>
                  </a:cubicBezTo>
                  <a:cubicBezTo>
                    <a:pt x="1" y="25895"/>
                    <a:pt x="7455" y="33350"/>
                    <a:pt x="16675" y="33350"/>
                  </a:cubicBezTo>
                  <a:cubicBezTo>
                    <a:pt x="19462" y="33350"/>
                    <a:pt x="22086" y="32654"/>
                    <a:pt x="24409" y="31469"/>
                  </a:cubicBezTo>
                  <a:cubicBezTo>
                    <a:pt x="19067" y="28706"/>
                    <a:pt x="15444" y="23132"/>
                    <a:pt x="15444" y="16699"/>
                  </a:cubicBezTo>
                  <a:cubicBezTo>
                    <a:pt x="15444" y="10242"/>
                    <a:pt x="19067" y="4669"/>
                    <a:pt x="24409" y="1882"/>
                  </a:cubicBezTo>
                  <a:cubicBezTo>
                    <a:pt x="22110" y="697"/>
                    <a:pt x="19462" y="1"/>
                    <a:pt x="16675" y="1"/>
                  </a:cubicBezTo>
                  <a:close/>
                </a:path>
              </a:pathLst>
            </a:custGeom>
            <a:solidFill>
              <a:srgbClr val="FCFCFC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7">
              <a:extLst>
                <a:ext uri="{FF2B5EF4-FFF2-40B4-BE49-F238E27FC236}">
                  <a16:creationId xmlns:a16="http://schemas.microsoft.com/office/drawing/2014/main" id="{7928076E-9B20-3BEF-FE49-1654BBA58CF4}"/>
                </a:ext>
              </a:extLst>
            </p:cNvPr>
            <p:cNvSpPr/>
            <p:nvPr/>
          </p:nvSpPr>
          <p:spPr>
            <a:xfrm>
              <a:off x="4224284" y="3942914"/>
              <a:ext cx="31" cy="208232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1" y="1"/>
                  </a:moveTo>
                  <a:lnTo>
                    <a:pt x="1" y="6620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7">
              <a:extLst>
                <a:ext uri="{FF2B5EF4-FFF2-40B4-BE49-F238E27FC236}">
                  <a16:creationId xmlns:a16="http://schemas.microsoft.com/office/drawing/2014/main" id="{EF600E3E-AD49-5E4A-C38B-FAB58A52407B}"/>
                </a:ext>
              </a:extLst>
            </p:cNvPr>
            <p:cNvSpPr/>
            <p:nvPr/>
          </p:nvSpPr>
          <p:spPr>
            <a:xfrm>
              <a:off x="4280526" y="3942914"/>
              <a:ext cx="31" cy="276898"/>
            </a:xfrm>
            <a:custGeom>
              <a:avLst/>
              <a:gdLst/>
              <a:ahLst/>
              <a:cxnLst/>
              <a:rect l="l" t="t" r="r" b="b"/>
              <a:pathLst>
                <a:path w="1" h="8803" fill="none" extrusionOk="0">
                  <a:moveTo>
                    <a:pt x="1" y="1"/>
                  </a:moveTo>
                  <a:lnTo>
                    <a:pt x="1" y="8803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7">
              <a:extLst>
                <a:ext uri="{FF2B5EF4-FFF2-40B4-BE49-F238E27FC236}">
                  <a16:creationId xmlns:a16="http://schemas.microsoft.com/office/drawing/2014/main" id="{13C4A081-4D9B-3564-89AC-2FD663004E20}"/>
                </a:ext>
              </a:extLst>
            </p:cNvPr>
            <p:cNvSpPr/>
            <p:nvPr/>
          </p:nvSpPr>
          <p:spPr>
            <a:xfrm>
              <a:off x="4336045" y="3942914"/>
              <a:ext cx="31" cy="390860"/>
            </a:xfrm>
            <a:custGeom>
              <a:avLst/>
              <a:gdLst/>
              <a:ahLst/>
              <a:cxnLst/>
              <a:rect l="l" t="t" r="r" b="b"/>
              <a:pathLst>
                <a:path w="1" h="12426" fill="none" extrusionOk="0">
                  <a:moveTo>
                    <a:pt x="1" y="1"/>
                  </a:moveTo>
                  <a:lnTo>
                    <a:pt x="1" y="12426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7">
              <a:extLst>
                <a:ext uri="{FF2B5EF4-FFF2-40B4-BE49-F238E27FC236}">
                  <a16:creationId xmlns:a16="http://schemas.microsoft.com/office/drawing/2014/main" id="{B767B4C8-E348-80AD-8ECC-D6D9449E54A0}"/>
                </a:ext>
              </a:extLst>
            </p:cNvPr>
            <p:cNvSpPr/>
            <p:nvPr/>
          </p:nvSpPr>
          <p:spPr>
            <a:xfrm>
              <a:off x="4391563" y="3942914"/>
              <a:ext cx="31" cy="208232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1" y="1"/>
                  </a:moveTo>
                  <a:lnTo>
                    <a:pt x="1" y="6620"/>
                  </a:lnTo>
                </a:path>
              </a:pathLst>
            </a:custGeom>
            <a:noFill/>
            <a:ln w="11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7">
              <a:extLst>
                <a:ext uri="{FF2B5EF4-FFF2-40B4-BE49-F238E27FC236}">
                  <a16:creationId xmlns:a16="http://schemas.microsoft.com/office/drawing/2014/main" id="{BDA4966F-6065-E441-ACAC-FC401B71F219}"/>
                </a:ext>
              </a:extLst>
            </p:cNvPr>
            <p:cNvSpPr/>
            <p:nvPr/>
          </p:nvSpPr>
          <p:spPr>
            <a:xfrm>
              <a:off x="4444911" y="4279703"/>
              <a:ext cx="67219" cy="67219"/>
            </a:xfrm>
            <a:custGeom>
              <a:avLst/>
              <a:gdLst/>
              <a:ahLst/>
              <a:cxnLst/>
              <a:rect l="l" t="t" r="r" b="b"/>
              <a:pathLst>
                <a:path w="2137" h="2137" extrusionOk="0">
                  <a:moveTo>
                    <a:pt x="1069" y="0"/>
                  </a:moveTo>
                  <a:cubicBezTo>
                    <a:pt x="465" y="0"/>
                    <a:pt x="0" y="488"/>
                    <a:pt x="0" y="1068"/>
                  </a:cubicBezTo>
                  <a:cubicBezTo>
                    <a:pt x="0" y="1672"/>
                    <a:pt x="465" y="2137"/>
                    <a:pt x="1069" y="2137"/>
                  </a:cubicBezTo>
                  <a:cubicBezTo>
                    <a:pt x="1672" y="2137"/>
                    <a:pt x="2137" y="1672"/>
                    <a:pt x="2137" y="1068"/>
                  </a:cubicBezTo>
                  <a:cubicBezTo>
                    <a:pt x="2137" y="488"/>
                    <a:pt x="1672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7">
              <a:extLst>
                <a:ext uri="{FF2B5EF4-FFF2-40B4-BE49-F238E27FC236}">
                  <a16:creationId xmlns:a16="http://schemas.microsoft.com/office/drawing/2014/main" id="{3C9CD1B9-C6CB-3EE0-F792-3F4E36D8CC99}"/>
                </a:ext>
              </a:extLst>
            </p:cNvPr>
            <p:cNvSpPr/>
            <p:nvPr/>
          </p:nvSpPr>
          <p:spPr>
            <a:xfrm>
              <a:off x="4618040" y="4279703"/>
              <a:ext cx="67974" cy="67219"/>
            </a:xfrm>
            <a:custGeom>
              <a:avLst/>
              <a:gdLst/>
              <a:ahLst/>
              <a:cxnLst/>
              <a:rect l="l" t="t" r="r" b="b"/>
              <a:pathLst>
                <a:path w="2161" h="2137" extrusionOk="0">
                  <a:moveTo>
                    <a:pt x="1092" y="0"/>
                  </a:moveTo>
                  <a:cubicBezTo>
                    <a:pt x="488" y="0"/>
                    <a:pt x="0" y="488"/>
                    <a:pt x="0" y="1068"/>
                  </a:cubicBezTo>
                  <a:cubicBezTo>
                    <a:pt x="0" y="1672"/>
                    <a:pt x="488" y="2137"/>
                    <a:pt x="1092" y="2137"/>
                  </a:cubicBezTo>
                  <a:cubicBezTo>
                    <a:pt x="1672" y="2137"/>
                    <a:pt x="2160" y="1672"/>
                    <a:pt x="2160" y="1068"/>
                  </a:cubicBezTo>
                  <a:cubicBezTo>
                    <a:pt x="2160" y="488"/>
                    <a:pt x="1672" y="0"/>
                    <a:pt x="1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7">
              <a:extLst>
                <a:ext uri="{FF2B5EF4-FFF2-40B4-BE49-F238E27FC236}">
                  <a16:creationId xmlns:a16="http://schemas.microsoft.com/office/drawing/2014/main" id="{5653DAC0-FA55-F57C-40F3-BF3494575204}"/>
                </a:ext>
              </a:extLst>
            </p:cNvPr>
            <p:cNvSpPr/>
            <p:nvPr/>
          </p:nvSpPr>
          <p:spPr>
            <a:xfrm>
              <a:off x="4412040" y="4216856"/>
              <a:ext cx="132960" cy="21956"/>
            </a:xfrm>
            <a:custGeom>
              <a:avLst/>
              <a:gdLst/>
              <a:ahLst/>
              <a:cxnLst/>
              <a:rect l="l" t="t" r="r" b="b"/>
              <a:pathLst>
                <a:path w="4227" h="698" extrusionOk="0">
                  <a:moveTo>
                    <a:pt x="349" y="1"/>
                  </a:moveTo>
                  <a:cubicBezTo>
                    <a:pt x="140" y="1"/>
                    <a:pt x="0" y="140"/>
                    <a:pt x="0" y="349"/>
                  </a:cubicBezTo>
                  <a:cubicBezTo>
                    <a:pt x="0" y="558"/>
                    <a:pt x="140" y="698"/>
                    <a:pt x="349" y="698"/>
                  </a:cubicBezTo>
                  <a:lnTo>
                    <a:pt x="3879" y="698"/>
                  </a:lnTo>
                  <a:cubicBezTo>
                    <a:pt x="4088" y="698"/>
                    <a:pt x="4227" y="558"/>
                    <a:pt x="4227" y="349"/>
                  </a:cubicBezTo>
                  <a:cubicBezTo>
                    <a:pt x="4227" y="140"/>
                    <a:pt x="4088" y="1"/>
                    <a:pt x="3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7">
              <a:extLst>
                <a:ext uri="{FF2B5EF4-FFF2-40B4-BE49-F238E27FC236}">
                  <a16:creationId xmlns:a16="http://schemas.microsoft.com/office/drawing/2014/main" id="{BD0ED664-4F94-E2B6-E93B-E510C3C22359}"/>
                </a:ext>
              </a:extLst>
            </p:cNvPr>
            <p:cNvSpPr/>
            <p:nvPr/>
          </p:nvSpPr>
          <p:spPr>
            <a:xfrm>
              <a:off x="4585169" y="4216856"/>
              <a:ext cx="133715" cy="21956"/>
            </a:xfrm>
            <a:custGeom>
              <a:avLst/>
              <a:gdLst/>
              <a:ahLst/>
              <a:cxnLst/>
              <a:rect l="l" t="t" r="r" b="b"/>
              <a:pathLst>
                <a:path w="4251" h="698" extrusionOk="0">
                  <a:moveTo>
                    <a:pt x="349" y="1"/>
                  </a:moveTo>
                  <a:cubicBezTo>
                    <a:pt x="163" y="1"/>
                    <a:pt x="0" y="140"/>
                    <a:pt x="0" y="349"/>
                  </a:cubicBezTo>
                  <a:cubicBezTo>
                    <a:pt x="0" y="558"/>
                    <a:pt x="163" y="698"/>
                    <a:pt x="349" y="698"/>
                  </a:cubicBezTo>
                  <a:lnTo>
                    <a:pt x="3902" y="698"/>
                  </a:lnTo>
                  <a:cubicBezTo>
                    <a:pt x="4111" y="698"/>
                    <a:pt x="4250" y="558"/>
                    <a:pt x="4250" y="349"/>
                  </a:cubicBezTo>
                  <a:cubicBezTo>
                    <a:pt x="4250" y="140"/>
                    <a:pt x="4111" y="1"/>
                    <a:pt x="3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7">
              <a:extLst>
                <a:ext uri="{FF2B5EF4-FFF2-40B4-BE49-F238E27FC236}">
                  <a16:creationId xmlns:a16="http://schemas.microsoft.com/office/drawing/2014/main" id="{1D2F82E3-97B1-5C6C-6FCC-377D79BAFF5C}"/>
                </a:ext>
              </a:extLst>
            </p:cNvPr>
            <p:cNvSpPr/>
            <p:nvPr/>
          </p:nvSpPr>
          <p:spPr>
            <a:xfrm>
              <a:off x="4544970" y="4378314"/>
              <a:ext cx="51177" cy="21956"/>
            </a:xfrm>
            <a:custGeom>
              <a:avLst/>
              <a:gdLst/>
              <a:ahLst/>
              <a:cxnLst/>
              <a:rect l="l" t="t" r="r" b="b"/>
              <a:pathLst>
                <a:path w="1627" h="698" extrusionOk="0">
                  <a:moveTo>
                    <a:pt x="349" y="0"/>
                  </a:moveTo>
                  <a:cubicBezTo>
                    <a:pt x="164" y="0"/>
                    <a:pt x="1" y="140"/>
                    <a:pt x="1" y="349"/>
                  </a:cubicBezTo>
                  <a:cubicBezTo>
                    <a:pt x="1" y="558"/>
                    <a:pt x="164" y="697"/>
                    <a:pt x="349" y="697"/>
                  </a:cubicBezTo>
                  <a:lnTo>
                    <a:pt x="1278" y="697"/>
                  </a:lnTo>
                  <a:cubicBezTo>
                    <a:pt x="1487" y="697"/>
                    <a:pt x="1627" y="558"/>
                    <a:pt x="1627" y="349"/>
                  </a:cubicBezTo>
                  <a:cubicBezTo>
                    <a:pt x="1627" y="140"/>
                    <a:pt x="1487" y="0"/>
                    <a:pt x="12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7">
              <a:extLst>
                <a:ext uri="{FF2B5EF4-FFF2-40B4-BE49-F238E27FC236}">
                  <a16:creationId xmlns:a16="http://schemas.microsoft.com/office/drawing/2014/main" id="{C56E052B-CF0C-3BDA-2ED4-B49834FFA984}"/>
                </a:ext>
              </a:extLst>
            </p:cNvPr>
            <p:cNvSpPr/>
            <p:nvPr/>
          </p:nvSpPr>
          <p:spPr>
            <a:xfrm>
              <a:off x="4256432" y="4330817"/>
              <a:ext cx="138842" cy="113269"/>
            </a:xfrm>
            <a:custGeom>
              <a:avLst/>
              <a:gdLst/>
              <a:ahLst/>
              <a:cxnLst/>
              <a:rect l="l" t="t" r="r" b="b"/>
              <a:pathLst>
                <a:path w="4414" h="3601" extrusionOk="0">
                  <a:moveTo>
                    <a:pt x="2207" y="1"/>
                  </a:moveTo>
                  <a:cubicBezTo>
                    <a:pt x="999" y="1"/>
                    <a:pt x="1" y="814"/>
                    <a:pt x="1" y="1789"/>
                  </a:cubicBezTo>
                  <a:cubicBezTo>
                    <a:pt x="1" y="2788"/>
                    <a:pt x="999" y="3601"/>
                    <a:pt x="2207" y="3601"/>
                  </a:cubicBezTo>
                  <a:cubicBezTo>
                    <a:pt x="3438" y="3601"/>
                    <a:pt x="4413" y="2788"/>
                    <a:pt x="4413" y="1789"/>
                  </a:cubicBezTo>
                  <a:cubicBezTo>
                    <a:pt x="4413" y="814"/>
                    <a:pt x="3438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7">
              <a:extLst>
                <a:ext uri="{FF2B5EF4-FFF2-40B4-BE49-F238E27FC236}">
                  <a16:creationId xmlns:a16="http://schemas.microsoft.com/office/drawing/2014/main" id="{01A09E50-2897-F397-2D91-8D2AC8D58760}"/>
                </a:ext>
              </a:extLst>
            </p:cNvPr>
            <p:cNvSpPr/>
            <p:nvPr/>
          </p:nvSpPr>
          <p:spPr>
            <a:xfrm>
              <a:off x="4745874" y="4330817"/>
              <a:ext cx="138842" cy="113269"/>
            </a:xfrm>
            <a:custGeom>
              <a:avLst/>
              <a:gdLst/>
              <a:ahLst/>
              <a:cxnLst/>
              <a:rect l="l" t="t" r="r" b="b"/>
              <a:pathLst>
                <a:path w="4414" h="3601" extrusionOk="0">
                  <a:moveTo>
                    <a:pt x="2207" y="1"/>
                  </a:moveTo>
                  <a:cubicBezTo>
                    <a:pt x="999" y="1"/>
                    <a:pt x="1" y="814"/>
                    <a:pt x="1" y="1789"/>
                  </a:cubicBezTo>
                  <a:cubicBezTo>
                    <a:pt x="1" y="2788"/>
                    <a:pt x="999" y="3601"/>
                    <a:pt x="2207" y="3601"/>
                  </a:cubicBezTo>
                  <a:cubicBezTo>
                    <a:pt x="3438" y="3601"/>
                    <a:pt x="4413" y="2788"/>
                    <a:pt x="4413" y="1789"/>
                  </a:cubicBezTo>
                  <a:cubicBezTo>
                    <a:pt x="4413" y="814"/>
                    <a:pt x="3438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7">
              <a:extLst>
                <a:ext uri="{FF2B5EF4-FFF2-40B4-BE49-F238E27FC236}">
                  <a16:creationId xmlns:a16="http://schemas.microsoft.com/office/drawing/2014/main" id="{F6D1086B-5336-F48A-4F24-501764B9277F}"/>
                </a:ext>
              </a:extLst>
            </p:cNvPr>
            <p:cNvSpPr txBox="1"/>
            <p:nvPr/>
          </p:nvSpPr>
          <p:spPr>
            <a:xfrm>
              <a:off x="4020362" y="4568975"/>
              <a:ext cx="419700" cy="1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latin typeface="Audiowide"/>
                  <a:ea typeface="Audiowide"/>
                  <a:cs typeface="Audiowide"/>
                  <a:sym typeface="Audiowide"/>
                </a:rPr>
                <a:t>002</a:t>
              </a:r>
              <a:endParaRPr sz="700">
                <a:latin typeface="Audiowide"/>
                <a:ea typeface="Audiowide"/>
                <a:cs typeface="Audiowide"/>
                <a:sym typeface="Audiowide"/>
              </a:endParaRPr>
            </a:p>
          </p:txBody>
        </p:sp>
      </p:grpSp>
      <p:sp>
        <p:nvSpPr>
          <p:cNvPr id="856" name="Google Shape;856;p37">
            <a:extLst>
              <a:ext uri="{FF2B5EF4-FFF2-40B4-BE49-F238E27FC236}">
                <a16:creationId xmlns:a16="http://schemas.microsoft.com/office/drawing/2014/main" id="{C4429625-3CB0-419A-4F32-4EC0C9B19313}"/>
              </a:ext>
            </a:extLst>
          </p:cNvPr>
          <p:cNvSpPr/>
          <p:nvPr/>
        </p:nvSpPr>
        <p:spPr>
          <a:xfrm>
            <a:off x="5308175" y="879775"/>
            <a:ext cx="48300" cy="48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7">
            <a:extLst>
              <a:ext uri="{FF2B5EF4-FFF2-40B4-BE49-F238E27FC236}">
                <a16:creationId xmlns:a16="http://schemas.microsoft.com/office/drawing/2014/main" id="{438275F7-38A5-CA7F-05C5-C4CEC3B4939B}"/>
              </a:ext>
            </a:extLst>
          </p:cNvPr>
          <p:cNvSpPr/>
          <p:nvPr/>
        </p:nvSpPr>
        <p:spPr>
          <a:xfrm>
            <a:off x="3624650" y="-19050"/>
            <a:ext cx="48300" cy="7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83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F1653B15-7C6F-7642-78F1-2D954497D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">
            <a:extLst>
              <a:ext uri="{FF2B5EF4-FFF2-40B4-BE49-F238E27FC236}">
                <a16:creationId xmlns:a16="http://schemas.microsoft.com/office/drawing/2014/main" id="{BA0976D8-1EEF-8AC2-61AC-06D862D4ED72}"/>
              </a:ext>
            </a:extLst>
          </p:cNvPr>
          <p:cNvSpPr/>
          <p:nvPr/>
        </p:nvSpPr>
        <p:spPr>
          <a:xfrm>
            <a:off x="4199925" y="1405574"/>
            <a:ext cx="484800" cy="4848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1">
            <a:extLst>
              <a:ext uri="{FF2B5EF4-FFF2-40B4-BE49-F238E27FC236}">
                <a16:creationId xmlns:a16="http://schemas.microsoft.com/office/drawing/2014/main" id="{F68FDB66-1A01-451D-8713-30798CC651A2}"/>
              </a:ext>
            </a:extLst>
          </p:cNvPr>
          <p:cNvSpPr/>
          <p:nvPr/>
        </p:nvSpPr>
        <p:spPr>
          <a:xfrm>
            <a:off x="5287326" y="2522430"/>
            <a:ext cx="337208" cy="215395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Google Shape;502;p31">
            <a:extLst>
              <a:ext uri="{FF2B5EF4-FFF2-40B4-BE49-F238E27FC236}">
                <a16:creationId xmlns:a16="http://schemas.microsoft.com/office/drawing/2014/main" id="{91A396F0-6401-6911-2A52-F85D4A7A5F6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36600" y="2390375"/>
            <a:ext cx="727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GAME</a:t>
            </a:r>
            <a:endParaRPr dirty="0"/>
          </a:p>
        </p:txBody>
      </p:sp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AD93C2C5-960B-3543-9B2E-109053DFD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1400" y="1227075"/>
            <a:ext cx="17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505" name="Google Shape;505;p31">
            <a:extLst>
              <a:ext uri="{FF2B5EF4-FFF2-40B4-BE49-F238E27FC236}">
                <a16:creationId xmlns:a16="http://schemas.microsoft.com/office/drawing/2014/main" id="{00C12E0F-7121-F6F7-9371-5D9F33E48512}"/>
              </a:ext>
            </a:extLst>
          </p:cNvPr>
          <p:cNvGrpSpPr/>
          <p:nvPr/>
        </p:nvGrpSpPr>
        <p:grpSpPr>
          <a:xfrm flipH="1">
            <a:off x="284" y="2590428"/>
            <a:ext cx="2580834" cy="2559381"/>
            <a:chOff x="-761089" y="594525"/>
            <a:chExt cx="5186563" cy="5143450"/>
          </a:xfrm>
        </p:grpSpPr>
        <p:sp>
          <p:nvSpPr>
            <p:cNvPr id="506" name="Google Shape;506;p31">
              <a:extLst>
                <a:ext uri="{FF2B5EF4-FFF2-40B4-BE49-F238E27FC236}">
                  <a16:creationId xmlns:a16="http://schemas.microsoft.com/office/drawing/2014/main" id="{F30103E3-0743-7E48-7846-F700F8C906C3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1">
              <a:extLst>
                <a:ext uri="{FF2B5EF4-FFF2-40B4-BE49-F238E27FC236}">
                  <a16:creationId xmlns:a16="http://schemas.microsoft.com/office/drawing/2014/main" id="{FAFD7D1E-52E9-3128-F5C8-BE0899C1B39E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1">
              <a:extLst>
                <a:ext uri="{FF2B5EF4-FFF2-40B4-BE49-F238E27FC236}">
                  <a16:creationId xmlns:a16="http://schemas.microsoft.com/office/drawing/2014/main" id="{0FC5F44F-43C0-AAF9-5ACD-5B94755E905F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1">
              <a:extLst>
                <a:ext uri="{FF2B5EF4-FFF2-40B4-BE49-F238E27FC236}">
                  <a16:creationId xmlns:a16="http://schemas.microsoft.com/office/drawing/2014/main" id="{FA9ACD0C-8EF5-4972-7006-568CAC400F28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8AB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4809C559-05A8-677D-F978-91EA3034712F}"/>
              </a:ext>
            </a:extLst>
          </p:cNvPr>
          <p:cNvSpPr/>
          <p:nvPr/>
        </p:nvSpPr>
        <p:spPr>
          <a:xfrm rot="5400000">
            <a:off x="6136109" y="2467904"/>
            <a:ext cx="828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1">
            <a:extLst>
              <a:ext uri="{FF2B5EF4-FFF2-40B4-BE49-F238E27FC236}">
                <a16:creationId xmlns:a16="http://schemas.microsoft.com/office/drawing/2014/main" id="{3635A35B-E4E0-EA6A-0F89-3732AE615409}"/>
              </a:ext>
            </a:extLst>
          </p:cNvPr>
          <p:cNvSpPr/>
          <p:nvPr/>
        </p:nvSpPr>
        <p:spPr>
          <a:xfrm rot="10800000">
            <a:off x="3408638" y="1541730"/>
            <a:ext cx="87000" cy="98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31">
            <a:extLst>
              <a:ext uri="{FF2B5EF4-FFF2-40B4-BE49-F238E27FC236}">
                <a16:creationId xmlns:a16="http://schemas.microsoft.com/office/drawing/2014/main" id="{1CE9319C-5650-94CE-0897-AFE5BF5959CA}"/>
              </a:ext>
            </a:extLst>
          </p:cNvPr>
          <p:cNvGrpSpPr/>
          <p:nvPr/>
        </p:nvGrpSpPr>
        <p:grpSpPr>
          <a:xfrm>
            <a:off x="6563159" y="2590428"/>
            <a:ext cx="2580834" cy="2559381"/>
            <a:chOff x="-761089" y="594525"/>
            <a:chExt cx="5186563" cy="5143450"/>
          </a:xfrm>
        </p:grpSpPr>
        <p:sp>
          <p:nvSpPr>
            <p:cNvPr id="513" name="Google Shape;513;p31">
              <a:extLst>
                <a:ext uri="{FF2B5EF4-FFF2-40B4-BE49-F238E27FC236}">
                  <a16:creationId xmlns:a16="http://schemas.microsoft.com/office/drawing/2014/main" id="{93608A34-0856-C159-C298-DD15E3B11C9E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1">
              <a:extLst>
                <a:ext uri="{FF2B5EF4-FFF2-40B4-BE49-F238E27FC236}">
                  <a16:creationId xmlns:a16="http://schemas.microsoft.com/office/drawing/2014/main" id="{12C552CA-FF66-703C-425C-72CFFE916F2E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1">
              <a:extLst>
                <a:ext uri="{FF2B5EF4-FFF2-40B4-BE49-F238E27FC236}">
                  <a16:creationId xmlns:a16="http://schemas.microsoft.com/office/drawing/2014/main" id="{B463DE3C-3F11-15CD-AD91-B820E8C420E4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1">
              <a:extLst>
                <a:ext uri="{FF2B5EF4-FFF2-40B4-BE49-F238E27FC236}">
                  <a16:creationId xmlns:a16="http://schemas.microsoft.com/office/drawing/2014/main" id="{3C539AE3-7469-AA3C-EDA3-2A00F11C32A2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1E6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55634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8"/>
          <p:cNvSpPr/>
          <p:nvPr/>
        </p:nvSpPr>
        <p:spPr>
          <a:xfrm>
            <a:off x="5374850" y="3081816"/>
            <a:ext cx="376800" cy="3768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38"/>
          <p:cNvSpPr txBox="1">
            <a:spLocks noGrp="1"/>
          </p:cNvSpPr>
          <p:nvPr>
            <p:ph type="title"/>
          </p:nvPr>
        </p:nvSpPr>
        <p:spPr>
          <a:xfrm>
            <a:off x="1284000" y="2604050"/>
            <a:ext cx="6576000" cy="116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Let’s Play</a:t>
            </a:r>
            <a:endParaRPr dirty="0"/>
          </a:p>
        </p:txBody>
      </p:sp>
      <p:grpSp>
        <p:nvGrpSpPr>
          <p:cNvPr id="865" name="Google Shape;865;p38"/>
          <p:cNvGrpSpPr/>
          <p:nvPr/>
        </p:nvGrpSpPr>
        <p:grpSpPr>
          <a:xfrm>
            <a:off x="3730300" y="1"/>
            <a:ext cx="1683379" cy="2378319"/>
            <a:chOff x="3810925" y="-40300"/>
            <a:chExt cx="1479764" cy="2090646"/>
          </a:xfrm>
        </p:grpSpPr>
        <p:sp>
          <p:nvSpPr>
            <p:cNvPr id="866" name="Google Shape;866;p38"/>
            <p:cNvSpPr/>
            <p:nvPr/>
          </p:nvSpPr>
          <p:spPr>
            <a:xfrm rot="-2202761">
              <a:off x="3896690" y="521207"/>
              <a:ext cx="306121" cy="264721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8"/>
            <p:cNvSpPr/>
            <p:nvPr/>
          </p:nvSpPr>
          <p:spPr>
            <a:xfrm rot="2702382">
              <a:off x="4935886" y="521198"/>
              <a:ext cx="306107" cy="264741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8"/>
            <p:cNvSpPr/>
            <p:nvPr/>
          </p:nvSpPr>
          <p:spPr>
            <a:xfrm>
              <a:off x="4655207" y="1708352"/>
              <a:ext cx="408629" cy="333301"/>
            </a:xfrm>
            <a:custGeom>
              <a:avLst/>
              <a:gdLst/>
              <a:ahLst/>
              <a:cxnLst/>
              <a:rect l="l" t="t" r="r" b="b"/>
              <a:pathLst>
                <a:path w="9824" h="8013" extrusionOk="0">
                  <a:moveTo>
                    <a:pt x="5806" y="1"/>
                  </a:moveTo>
                  <a:cubicBezTo>
                    <a:pt x="3112" y="1"/>
                    <a:pt x="0" y="465"/>
                    <a:pt x="23" y="1255"/>
                  </a:cubicBezTo>
                  <a:cubicBezTo>
                    <a:pt x="47" y="2346"/>
                    <a:pt x="116" y="5644"/>
                    <a:pt x="116" y="5644"/>
                  </a:cubicBezTo>
                  <a:cubicBezTo>
                    <a:pt x="163" y="6968"/>
                    <a:pt x="1278" y="8013"/>
                    <a:pt x="2578" y="8013"/>
                  </a:cubicBezTo>
                  <a:lnTo>
                    <a:pt x="2694" y="8013"/>
                  </a:lnTo>
                  <a:lnTo>
                    <a:pt x="7409" y="7850"/>
                  </a:lnTo>
                  <a:cubicBezTo>
                    <a:pt x="8756" y="7781"/>
                    <a:pt x="9824" y="6620"/>
                    <a:pt x="9778" y="5273"/>
                  </a:cubicBezTo>
                  <a:cubicBezTo>
                    <a:pt x="9778" y="5273"/>
                    <a:pt x="9731" y="1975"/>
                    <a:pt x="9685" y="883"/>
                  </a:cubicBezTo>
                  <a:cubicBezTo>
                    <a:pt x="9661" y="279"/>
                    <a:pt x="7827" y="1"/>
                    <a:pt x="58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8"/>
            <p:cNvSpPr/>
            <p:nvPr/>
          </p:nvSpPr>
          <p:spPr>
            <a:xfrm>
              <a:off x="4645557" y="1698702"/>
              <a:ext cx="428928" cy="351644"/>
            </a:xfrm>
            <a:custGeom>
              <a:avLst/>
              <a:gdLst/>
              <a:ahLst/>
              <a:cxnLst/>
              <a:rect l="l" t="t" r="r" b="b"/>
              <a:pathLst>
                <a:path w="10312" h="8454" extrusionOk="0">
                  <a:moveTo>
                    <a:pt x="6131" y="511"/>
                  </a:moveTo>
                  <a:cubicBezTo>
                    <a:pt x="8593" y="511"/>
                    <a:pt x="9661" y="906"/>
                    <a:pt x="9661" y="1138"/>
                  </a:cubicBezTo>
                  <a:cubicBezTo>
                    <a:pt x="9684" y="2207"/>
                    <a:pt x="9754" y="5505"/>
                    <a:pt x="9754" y="5528"/>
                  </a:cubicBezTo>
                  <a:cubicBezTo>
                    <a:pt x="9801" y="6782"/>
                    <a:pt x="8825" y="7781"/>
                    <a:pt x="7594" y="7850"/>
                  </a:cubicBezTo>
                  <a:lnTo>
                    <a:pt x="2880" y="8013"/>
                  </a:lnTo>
                  <a:lnTo>
                    <a:pt x="2787" y="8013"/>
                  </a:lnTo>
                  <a:cubicBezTo>
                    <a:pt x="1602" y="8013"/>
                    <a:pt x="604" y="7061"/>
                    <a:pt x="557" y="5876"/>
                  </a:cubicBezTo>
                  <a:cubicBezTo>
                    <a:pt x="557" y="5853"/>
                    <a:pt x="488" y="2555"/>
                    <a:pt x="464" y="1487"/>
                  </a:cubicBezTo>
                  <a:cubicBezTo>
                    <a:pt x="464" y="1138"/>
                    <a:pt x="2299" y="628"/>
                    <a:pt x="5318" y="511"/>
                  </a:cubicBezTo>
                  <a:close/>
                  <a:moveTo>
                    <a:pt x="6131" y="0"/>
                  </a:moveTo>
                  <a:lnTo>
                    <a:pt x="5318" y="0"/>
                  </a:lnTo>
                  <a:cubicBezTo>
                    <a:pt x="4413" y="47"/>
                    <a:pt x="0" y="233"/>
                    <a:pt x="23" y="1464"/>
                  </a:cubicBezTo>
                  <a:cubicBezTo>
                    <a:pt x="46" y="2532"/>
                    <a:pt x="116" y="5806"/>
                    <a:pt x="116" y="5876"/>
                  </a:cubicBezTo>
                  <a:cubicBezTo>
                    <a:pt x="163" y="7316"/>
                    <a:pt x="1370" y="8454"/>
                    <a:pt x="2810" y="8454"/>
                  </a:cubicBezTo>
                  <a:lnTo>
                    <a:pt x="2926" y="8454"/>
                  </a:lnTo>
                  <a:lnTo>
                    <a:pt x="7641" y="8245"/>
                  </a:lnTo>
                  <a:cubicBezTo>
                    <a:pt x="9104" y="8199"/>
                    <a:pt x="10311" y="6944"/>
                    <a:pt x="10242" y="5458"/>
                  </a:cubicBezTo>
                  <a:cubicBezTo>
                    <a:pt x="10242" y="5435"/>
                    <a:pt x="10195" y="2160"/>
                    <a:pt x="10149" y="1069"/>
                  </a:cubicBezTo>
                  <a:cubicBezTo>
                    <a:pt x="10102" y="186"/>
                    <a:pt x="7710" y="0"/>
                    <a:pt x="6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8"/>
            <p:cNvSpPr/>
            <p:nvPr/>
          </p:nvSpPr>
          <p:spPr>
            <a:xfrm>
              <a:off x="4077545" y="1710307"/>
              <a:ext cx="408671" cy="326521"/>
            </a:xfrm>
            <a:custGeom>
              <a:avLst/>
              <a:gdLst/>
              <a:ahLst/>
              <a:cxnLst/>
              <a:rect l="l" t="t" r="r" b="b"/>
              <a:pathLst>
                <a:path w="9825" h="7850" extrusionOk="0">
                  <a:moveTo>
                    <a:pt x="4854" y="0"/>
                  </a:moveTo>
                  <a:cubicBezTo>
                    <a:pt x="2485" y="0"/>
                    <a:pt x="116" y="302"/>
                    <a:pt x="93" y="999"/>
                  </a:cubicBezTo>
                  <a:cubicBezTo>
                    <a:pt x="93" y="2114"/>
                    <a:pt x="0" y="5388"/>
                    <a:pt x="0" y="5388"/>
                  </a:cubicBezTo>
                  <a:cubicBezTo>
                    <a:pt x="0" y="6758"/>
                    <a:pt x="1092" y="7850"/>
                    <a:pt x="2485" y="7850"/>
                  </a:cubicBezTo>
                  <a:lnTo>
                    <a:pt x="7200" y="7850"/>
                  </a:lnTo>
                  <a:lnTo>
                    <a:pt x="7246" y="7850"/>
                  </a:lnTo>
                  <a:cubicBezTo>
                    <a:pt x="8593" y="7850"/>
                    <a:pt x="9708" y="6758"/>
                    <a:pt x="9708" y="5388"/>
                  </a:cubicBezTo>
                  <a:cubicBezTo>
                    <a:pt x="9708" y="5388"/>
                    <a:pt x="9801" y="2090"/>
                    <a:pt x="9824" y="999"/>
                  </a:cubicBezTo>
                  <a:cubicBezTo>
                    <a:pt x="9754" y="349"/>
                    <a:pt x="7293" y="0"/>
                    <a:pt x="48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8"/>
            <p:cNvSpPr/>
            <p:nvPr/>
          </p:nvSpPr>
          <p:spPr>
            <a:xfrm>
              <a:off x="4066897" y="1700615"/>
              <a:ext cx="426058" cy="345904"/>
            </a:xfrm>
            <a:custGeom>
              <a:avLst/>
              <a:gdLst/>
              <a:ahLst/>
              <a:cxnLst/>
              <a:rect l="l" t="t" r="r" b="b"/>
              <a:pathLst>
                <a:path w="10243" h="8316" extrusionOk="0">
                  <a:moveTo>
                    <a:pt x="5110" y="465"/>
                  </a:moveTo>
                  <a:cubicBezTo>
                    <a:pt x="6991" y="465"/>
                    <a:pt x="8896" y="651"/>
                    <a:pt x="9592" y="1092"/>
                  </a:cubicBezTo>
                  <a:cubicBezTo>
                    <a:pt x="9732" y="1185"/>
                    <a:pt x="9755" y="1232"/>
                    <a:pt x="9755" y="1278"/>
                  </a:cubicBezTo>
                  <a:cubicBezTo>
                    <a:pt x="9755" y="2347"/>
                    <a:pt x="9639" y="5621"/>
                    <a:pt x="9639" y="5691"/>
                  </a:cubicBezTo>
                  <a:cubicBezTo>
                    <a:pt x="9639" y="6922"/>
                    <a:pt x="8617" y="7920"/>
                    <a:pt x="7409" y="7920"/>
                  </a:cubicBezTo>
                  <a:lnTo>
                    <a:pt x="7409" y="7920"/>
                  </a:lnTo>
                  <a:lnTo>
                    <a:pt x="2672" y="7920"/>
                  </a:lnTo>
                  <a:cubicBezTo>
                    <a:pt x="1418" y="7920"/>
                    <a:pt x="442" y="6898"/>
                    <a:pt x="442" y="5691"/>
                  </a:cubicBezTo>
                  <a:cubicBezTo>
                    <a:pt x="442" y="5644"/>
                    <a:pt x="535" y="2370"/>
                    <a:pt x="558" y="1301"/>
                  </a:cubicBezTo>
                  <a:cubicBezTo>
                    <a:pt x="558" y="1278"/>
                    <a:pt x="605" y="1185"/>
                    <a:pt x="767" y="1092"/>
                  </a:cubicBezTo>
                  <a:cubicBezTo>
                    <a:pt x="1510" y="628"/>
                    <a:pt x="3322" y="465"/>
                    <a:pt x="5110" y="465"/>
                  </a:cubicBezTo>
                  <a:close/>
                  <a:moveTo>
                    <a:pt x="5087" y="1"/>
                  </a:moveTo>
                  <a:cubicBezTo>
                    <a:pt x="3206" y="1"/>
                    <a:pt x="1301" y="187"/>
                    <a:pt x="558" y="628"/>
                  </a:cubicBezTo>
                  <a:cubicBezTo>
                    <a:pt x="256" y="767"/>
                    <a:pt x="117" y="1000"/>
                    <a:pt x="117" y="1232"/>
                  </a:cubicBezTo>
                  <a:cubicBezTo>
                    <a:pt x="94" y="2323"/>
                    <a:pt x="1" y="5598"/>
                    <a:pt x="1" y="5621"/>
                  </a:cubicBezTo>
                  <a:cubicBezTo>
                    <a:pt x="1" y="7107"/>
                    <a:pt x="1185" y="8315"/>
                    <a:pt x="2695" y="8315"/>
                  </a:cubicBezTo>
                  <a:lnTo>
                    <a:pt x="7433" y="8315"/>
                  </a:lnTo>
                  <a:lnTo>
                    <a:pt x="7433" y="8315"/>
                  </a:lnTo>
                  <a:cubicBezTo>
                    <a:pt x="8919" y="8315"/>
                    <a:pt x="10127" y="7131"/>
                    <a:pt x="10127" y="5621"/>
                  </a:cubicBezTo>
                  <a:cubicBezTo>
                    <a:pt x="10127" y="5598"/>
                    <a:pt x="10219" y="2323"/>
                    <a:pt x="10243" y="1232"/>
                  </a:cubicBezTo>
                  <a:cubicBezTo>
                    <a:pt x="10243" y="1000"/>
                    <a:pt x="10103" y="814"/>
                    <a:pt x="9848" y="651"/>
                  </a:cubicBezTo>
                  <a:cubicBezTo>
                    <a:pt x="9081" y="233"/>
                    <a:pt x="7084" y="1"/>
                    <a:pt x="50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8"/>
            <p:cNvSpPr/>
            <p:nvPr/>
          </p:nvSpPr>
          <p:spPr>
            <a:xfrm>
              <a:off x="3874690" y="549150"/>
              <a:ext cx="1389148" cy="1388192"/>
            </a:xfrm>
            <a:custGeom>
              <a:avLst/>
              <a:gdLst/>
              <a:ahLst/>
              <a:cxnLst/>
              <a:rect l="l" t="t" r="r" b="b"/>
              <a:pathLst>
                <a:path w="33397" h="33374" extrusionOk="0">
                  <a:moveTo>
                    <a:pt x="16698" y="1"/>
                  </a:moveTo>
                  <a:cubicBezTo>
                    <a:pt x="7478" y="1"/>
                    <a:pt x="0" y="7479"/>
                    <a:pt x="0" y="16699"/>
                  </a:cubicBezTo>
                  <a:cubicBezTo>
                    <a:pt x="0" y="25896"/>
                    <a:pt x="7478" y="33374"/>
                    <a:pt x="16698" y="33374"/>
                  </a:cubicBezTo>
                  <a:cubicBezTo>
                    <a:pt x="25895" y="33374"/>
                    <a:pt x="33396" y="25896"/>
                    <a:pt x="33396" y="16699"/>
                  </a:cubicBezTo>
                  <a:cubicBezTo>
                    <a:pt x="33396" y="7479"/>
                    <a:pt x="25895" y="1"/>
                    <a:pt x="166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8"/>
            <p:cNvSpPr/>
            <p:nvPr/>
          </p:nvSpPr>
          <p:spPr>
            <a:xfrm>
              <a:off x="4992329" y="780042"/>
              <a:ext cx="108230" cy="150740"/>
            </a:xfrm>
            <a:custGeom>
              <a:avLst/>
              <a:gdLst/>
              <a:ahLst/>
              <a:cxnLst/>
              <a:rect l="l" t="t" r="r" b="b"/>
              <a:pathLst>
                <a:path w="2602" h="3624" extrusionOk="0">
                  <a:moveTo>
                    <a:pt x="651" y="0"/>
                  </a:moveTo>
                  <a:cubicBezTo>
                    <a:pt x="465" y="0"/>
                    <a:pt x="279" y="117"/>
                    <a:pt x="140" y="372"/>
                  </a:cubicBezTo>
                  <a:cubicBezTo>
                    <a:pt x="0" y="767"/>
                    <a:pt x="744" y="1255"/>
                    <a:pt x="1394" y="1998"/>
                  </a:cubicBezTo>
                  <a:cubicBezTo>
                    <a:pt x="1742" y="2462"/>
                    <a:pt x="2021" y="2996"/>
                    <a:pt x="2230" y="3554"/>
                  </a:cubicBezTo>
                  <a:cubicBezTo>
                    <a:pt x="2253" y="3600"/>
                    <a:pt x="2276" y="3623"/>
                    <a:pt x="2346" y="3623"/>
                  </a:cubicBezTo>
                  <a:cubicBezTo>
                    <a:pt x="2439" y="3623"/>
                    <a:pt x="2509" y="3577"/>
                    <a:pt x="2555" y="3484"/>
                  </a:cubicBezTo>
                  <a:cubicBezTo>
                    <a:pt x="2601" y="3159"/>
                    <a:pt x="2601" y="2811"/>
                    <a:pt x="2555" y="2509"/>
                  </a:cubicBezTo>
                  <a:cubicBezTo>
                    <a:pt x="2346" y="1301"/>
                    <a:pt x="1347" y="0"/>
                    <a:pt x="6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8"/>
            <p:cNvSpPr/>
            <p:nvPr/>
          </p:nvSpPr>
          <p:spPr>
            <a:xfrm>
              <a:off x="4990374" y="852500"/>
              <a:ext cx="71543" cy="95668"/>
            </a:xfrm>
            <a:custGeom>
              <a:avLst/>
              <a:gdLst/>
              <a:ahLst/>
              <a:cxnLst/>
              <a:rect l="l" t="t" r="r" b="b"/>
              <a:pathLst>
                <a:path w="1720" h="2300" extrusionOk="0">
                  <a:moveTo>
                    <a:pt x="582" y="0"/>
                  </a:moveTo>
                  <a:cubicBezTo>
                    <a:pt x="419" y="0"/>
                    <a:pt x="280" y="93"/>
                    <a:pt x="164" y="302"/>
                  </a:cubicBezTo>
                  <a:cubicBezTo>
                    <a:pt x="1" y="558"/>
                    <a:pt x="535" y="836"/>
                    <a:pt x="930" y="1278"/>
                  </a:cubicBezTo>
                  <a:cubicBezTo>
                    <a:pt x="1162" y="1580"/>
                    <a:pt x="1325" y="1881"/>
                    <a:pt x="1394" y="2230"/>
                  </a:cubicBezTo>
                  <a:cubicBezTo>
                    <a:pt x="1394" y="2276"/>
                    <a:pt x="1441" y="2299"/>
                    <a:pt x="1464" y="2299"/>
                  </a:cubicBezTo>
                  <a:cubicBezTo>
                    <a:pt x="1511" y="2299"/>
                    <a:pt x="1603" y="2230"/>
                    <a:pt x="1627" y="2183"/>
                  </a:cubicBezTo>
                  <a:cubicBezTo>
                    <a:pt x="1696" y="1974"/>
                    <a:pt x="1720" y="1742"/>
                    <a:pt x="1720" y="1533"/>
                  </a:cubicBezTo>
                  <a:cubicBezTo>
                    <a:pt x="1673" y="790"/>
                    <a:pt x="1092" y="0"/>
                    <a:pt x="5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8"/>
            <p:cNvSpPr/>
            <p:nvPr/>
          </p:nvSpPr>
          <p:spPr>
            <a:xfrm>
              <a:off x="4047597" y="780042"/>
              <a:ext cx="109187" cy="150740"/>
            </a:xfrm>
            <a:custGeom>
              <a:avLst/>
              <a:gdLst/>
              <a:ahLst/>
              <a:cxnLst/>
              <a:rect l="l" t="t" r="r" b="b"/>
              <a:pathLst>
                <a:path w="2625" h="3624" extrusionOk="0">
                  <a:moveTo>
                    <a:pt x="70" y="2509"/>
                  </a:moveTo>
                  <a:cubicBezTo>
                    <a:pt x="0" y="2811"/>
                    <a:pt x="0" y="3159"/>
                    <a:pt x="70" y="3484"/>
                  </a:cubicBezTo>
                  <a:cubicBezTo>
                    <a:pt x="93" y="3577"/>
                    <a:pt x="186" y="3623"/>
                    <a:pt x="256" y="3623"/>
                  </a:cubicBezTo>
                  <a:cubicBezTo>
                    <a:pt x="326" y="3623"/>
                    <a:pt x="372" y="3600"/>
                    <a:pt x="372" y="3554"/>
                  </a:cubicBezTo>
                  <a:cubicBezTo>
                    <a:pt x="581" y="2996"/>
                    <a:pt x="836" y="2462"/>
                    <a:pt x="1208" y="1998"/>
                  </a:cubicBezTo>
                  <a:cubicBezTo>
                    <a:pt x="1835" y="1255"/>
                    <a:pt x="2625" y="744"/>
                    <a:pt x="2462" y="372"/>
                  </a:cubicBezTo>
                  <a:cubicBezTo>
                    <a:pt x="2346" y="117"/>
                    <a:pt x="2183" y="0"/>
                    <a:pt x="1951" y="0"/>
                  </a:cubicBezTo>
                  <a:cubicBezTo>
                    <a:pt x="1231" y="0"/>
                    <a:pt x="233" y="1301"/>
                    <a:pt x="70" y="25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8"/>
            <p:cNvSpPr/>
            <p:nvPr/>
          </p:nvSpPr>
          <p:spPr>
            <a:xfrm>
              <a:off x="4086238" y="852500"/>
              <a:ext cx="71502" cy="95668"/>
            </a:xfrm>
            <a:custGeom>
              <a:avLst/>
              <a:gdLst/>
              <a:ahLst/>
              <a:cxnLst/>
              <a:rect l="l" t="t" r="r" b="b"/>
              <a:pathLst>
                <a:path w="1719" h="2300" extrusionOk="0">
                  <a:moveTo>
                    <a:pt x="0" y="1533"/>
                  </a:moveTo>
                  <a:cubicBezTo>
                    <a:pt x="0" y="1765"/>
                    <a:pt x="0" y="1974"/>
                    <a:pt x="93" y="2183"/>
                  </a:cubicBezTo>
                  <a:cubicBezTo>
                    <a:pt x="116" y="2230"/>
                    <a:pt x="209" y="2299"/>
                    <a:pt x="256" y="2299"/>
                  </a:cubicBezTo>
                  <a:cubicBezTo>
                    <a:pt x="302" y="2299"/>
                    <a:pt x="325" y="2253"/>
                    <a:pt x="325" y="2230"/>
                  </a:cubicBezTo>
                  <a:cubicBezTo>
                    <a:pt x="418" y="1881"/>
                    <a:pt x="581" y="1580"/>
                    <a:pt x="790" y="1278"/>
                  </a:cubicBezTo>
                  <a:cubicBezTo>
                    <a:pt x="1162" y="813"/>
                    <a:pt x="1719" y="558"/>
                    <a:pt x="1580" y="302"/>
                  </a:cubicBezTo>
                  <a:cubicBezTo>
                    <a:pt x="1463" y="93"/>
                    <a:pt x="1278" y="0"/>
                    <a:pt x="1138" y="0"/>
                  </a:cubicBezTo>
                  <a:cubicBezTo>
                    <a:pt x="604" y="0"/>
                    <a:pt x="24" y="790"/>
                    <a:pt x="0" y="15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8"/>
            <p:cNvSpPr/>
            <p:nvPr/>
          </p:nvSpPr>
          <p:spPr>
            <a:xfrm>
              <a:off x="3810925" y="539500"/>
              <a:ext cx="1461607" cy="1406535"/>
            </a:xfrm>
            <a:custGeom>
              <a:avLst/>
              <a:gdLst/>
              <a:ahLst/>
              <a:cxnLst/>
              <a:rect l="l" t="t" r="r" b="b"/>
              <a:pathLst>
                <a:path w="35139" h="33815" extrusionOk="0">
                  <a:moveTo>
                    <a:pt x="18231" y="465"/>
                  </a:moveTo>
                  <a:cubicBezTo>
                    <a:pt x="27312" y="465"/>
                    <a:pt x="34674" y="7827"/>
                    <a:pt x="34697" y="16931"/>
                  </a:cubicBezTo>
                  <a:cubicBezTo>
                    <a:pt x="34697" y="23573"/>
                    <a:pt x="30679" y="29588"/>
                    <a:pt x="24525" y="32119"/>
                  </a:cubicBezTo>
                  <a:cubicBezTo>
                    <a:pt x="22505" y="32956"/>
                    <a:pt x="20345" y="33350"/>
                    <a:pt x="18231" y="33350"/>
                  </a:cubicBezTo>
                  <a:cubicBezTo>
                    <a:pt x="13935" y="33350"/>
                    <a:pt x="9731" y="31678"/>
                    <a:pt x="6596" y="28543"/>
                  </a:cubicBezTo>
                  <a:cubicBezTo>
                    <a:pt x="1882" y="23829"/>
                    <a:pt x="465" y="16745"/>
                    <a:pt x="3020" y="10637"/>
                  </a:cubicBezTo>
                  <a:cubicBezTo>
                    <a:pt x="5574" y="4483"/>
                    <a:pt x="11566" y="465"/>
                    <a:pt x="18231" y="465"/>
                  </a:cubicBezTo>
                  <a:close/>
                  <a:moveTo>
                    <a:pt x="18231" y="1"/>
                  </a:moveTo>
                  <a:cubicBezTo>
                    <a:pt x="13819" y="1"/>
                    <a:pt x="9499" y="1719"/>
                    <a:pt x="6271" y="4971"/>
                  </a:cubicBezTo>
                  <a:cubicBezTo>
                    <a:pt x="1417" y="9801"/>
                    <a:pt x="1" y="17047"/>
                    <a:pt x="2625" y="23387"/>
                  </a:cubicBezTo>
                  <a:cubicBezTo>
                    <a:pt x="5226" y="29704"/>
                    <a:pt x="11380" y="33815"/>
                    <a:pt x="18231" y="33815"/>
                  </a:cubicBezTo>
                  <a:cubicBezTo>
                    <a:pt x="27544" y="33815"/>
                    <a:pt x="35138" y="26244"/>
                    <a:pt x="35138" y="16931"/>
                  </a:cubicBezTo>
                  <a:cubicBezTo>
                    <a:pt x="35138" y="10080"/>
                    <a:pt x="31004" y="3926"/>
                    <a:pt x="24688" y="1278"/>
                  </a:cubicBezTo>
                  <a:cubicBezTo>
                    <a:pt x="22621" y="419"/>
                    <a:pt x="20414" y="1"/>
                    <a:pt x="182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8"/>
            <p:cNvSpPr/>
            <p:nvPr/>
          </p:nvSpPr>
          <p:spPr>
            <a:xfrm>
              <a:off x="4413710" y="1230031"/>
              <a:ext cx="88889" cy="88889"/>
            </a:xfrm>
            <a:custGeom>
              <a:avLst/>
              <a:gdLst/>
              <a:ahLst/>
              <a:cxnLst/>
              <a:rect l="l" t="t" r="r" b="b"/>
              <a:pathLst>
                <a:path w="2137" h="2137" extrusionOk="0">
                  <a:moveTo>
                    <a:pt x="1069" y="0"/>
                  </a:moveTo>
                  <a:cubicBezTo>
                    <a:pt x="465" y="0"/>
                    <a:pt x="0" y="488"/>
                    <a:pt x="0" y="1068"/>
                  </a:cubicBezTo>
                  <a:cubicBezTo>
                    <a:pt x="0" y="1672"/>
                    <a:pt x="465" y="2137"/>
                    <a:pt x="1069" y="2137"/>
                  </a:cubicBezTo>
                  <a:cubicBezTo>
                    <a:pt x="1672" y="2137"/>
                    <a:pt x="2137" y="1672"/>
                    <a:pt x="2137" y="1068"/>
                  </a:cubicBezTo>
                  <a:cubicBezTo>
                    <a:pt x="2137" y="488"/>
                    <a:pt x="1672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8"/>
            <p:cNvSpPr/>
            <p:nvPr/>
          </p:nvSpPr>
          <p:spPr>
            <a:xfrm>
              <a:off x="4642646" y="1230031"/>
              <a:ext cx="89887" cy="88889"/>
            </a:xfrm>
            <a:custGeom>
              <a:avLst/>
              <a:gdLst/>
              <a:ahLst/>
              <a:cxnLst/>
              <a:rect l="l" t="t" r="r" b="b"/>
              <a:pathLst>
                <a:path w="2161" h="2137" extrusionOk="0">
                  <a:moveTo>
                    <a:pt x="1092" y="0"/>
                  </a:moveTo>
                  <a:cubicBezTo>
                    <a:pt x="488" y="0"/>
                    <a:pt x="0" y="488"/>
                    <a:pt x="0" y="1068"/>
                  </a:cubicBezTo>
                  <a:cubicBezTo>
                    <a:pt x="0" y="1672"/>
                    <a:pt x="488" y="2137"/>
                    <a:pt x="1092" y="2137"/>
                  </a:cubicBezTo>
                  <a:cubicBezTo>
                    <a:pt x="1672" y="2137"/>
                    <a:pt x="2160" y="1672"/>
                    <a:pt x="2160" y="1068"/>
                  </a:cubicBezTo>
                  <a:cubicBezTo>
                    <a:pt x="2160" y="488"/>
                    <a:pt x="1672" y="0"/>
                    <a:pt x="1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8"/>
            <p:cNvSpPr/>
            <p:nvPr/>
          </p:nvSpPr>
          <p:spPr>
            <a:xfrm>
              <a:off x="4370244" y="1146925"/>
              <a:ext cx="175822" cy="29033"/>
            </a:xfrm>
            <a:custGeom>
              <a:avLst/>
              <a:gdLst/>
              <a:ahLst/>
              <a:cxnLst/>
              <a:rect l="l" t="t" r="r" b="b"/>
              <a:pathLst>
                <a:path w="4227" h="698" extrusionOk="0">
                  <a:moveTo>
                    <a:pt x="349" y="1"/>
                  </a:moveTo>
                  <a:cubicBezTo>
                    <a:pt x="140" y="1"/>
                    <a:pt x="0" y="140"/>
                    <a:pt x="0" y="349"/>
                  </a:cubicBezTo>
                  <a:cubicBezTo>
                    <a:pt x="0" y="558"/>
                    <a:pt x="140" y="698"/>
                    <a:pt x="349" y="698"/>
                  </a:cubicBezTo>
                  <a:lnTo>
                    <a:pt x="3879" y="698"/>
                  </a:lnTo>
                  <a:cubicBezTo>
                    <a:pt x="4088" y="698"/>
                    <a:pt x="4227" y="558"/>
                    <a:pt x="4227" y="349"/>
                  </a:cubicBezTo>
                  <a:cubicBezTo>
                    <a:pt x="4227" y="140"/>
                    <a:pt x="4088" y="1"/>
                    <a:pt x="3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8"/>
            <p:cNvSpPr/>
            <p:nvPr/>
          </p:nvSpPr>
          <p:spPr>
            <a:xfrm>
              <a:off x="4599179" y="1146925"/>
              <a:ext cx="176820" cy="29033"/>
            </a:xfrm>
            <a:custGeom>
              <a:avLst/>
              <a:gdLst/>
              <a:ahLst/>
              <a:cxnLst/>
              <a:rect l="l" t="t" r="r" b="b"/>
              <a:pathLst>
                <a:path w="4251" h="698" extrusionOk="0">
                  <a:moveTo>
                    <a:pt x="349" y="1"/>
                  </a:moveTo>
                  <a:cubicBezTo>
                    <a:pt x="163" y="1"/>
                    <a:pt x="0" y="140"/>
                    <a:pt x="0" y="349"/>
                  </a:cubicBezTo>
                  <a:cubicBezTo>
                    <a:pt x="0" y="558"/>
                    <a:pt x="163" y="698"/>
                    <a:pt x="349" y="698"/>
                  </a:cubicBezTo>
                  <a:lnTo>
                    <a:pt x="3902" y="698"/>
                  </a:lnTo>
                  <a:cubicBezTo>
                    <a:pt x="4111" y="698"/>
                    <a:pt x="4250" y="558"/>
                    <a:pt x="4250" y="349"/>
                  </a:cubicBezTo>
                  <a:cubicBezTo>
                    <a:pt x="4250" y="140"/>
                    <a:pt x="4111" y="1"/>
                    <a:pt x="3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8"/>
            <p:cNvSpPr/>
            <p:nvPr/>
          </p:nvSpPr>
          <p:spPr>
            <a:xfrm>
              <a:off x="4164477" y="1297623"/>
              <a:ext cx="183600" cy="149784"/>
            </a:xfrm>
            <a:custGeom>
              <a:avLst/>
              <a:gdLst/>
              <a:ahLst/>
              <a:cxnLst/>
              <a:rect l="l" t="t" r="r" b="b"/>
              <a:pathLst>
                <a:path w="4414" h="3601" extrusionOk="0">
                  <a:moveTo>
                    <a:pt x="2207" y="1"/>
                  </a:moveTo>
                  <a:cubicBezTo>
                    <a:pt x="999" y="1"/>
                    <a:pt x="1" y="814"/>
                    <a:pt x="1" y="1789"/>
                  </a:cubicBezTo>
                  <a:cubicBezTo>
                    <a:pt x="1" y="2788"/>
                    <a:pt x="999" y="3601"/>
                    <a:pt x="2207" y="3601"/>
                  </a:cubicBezTo>
                  <a:cubicBezTo>
                    <a:pt x="3438" y="3601"/>
                    <a:pt x="4413" y="2788"/>
                    <a:pt x="4413" y="1789"/>
                  </a:cubicBezTo>
                  <a:cubicBezTo>
                    <a:pt x="4413" y="814"/>
                    <a:pt x="3438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8"/>
            <p:cNvSpPr/>
            <p:nvPr/>
          </p:nvSpPr>
          <p:spPr>
            <a:xfrm>
              <a:off x="4811685" y="1297623"/>
              <a:ext cx="183600" cy="149784"/>
            </a:xfrm>
            <a:custGeom>
              <a:avLst/>
              <a:gdLst/>
              <a:ahLst/>
              <a:cxnLst/>
              <a:rect l="l" t="t" r="r" b="b"/>
              <a:pathLst>
                <a:path w="4414" h="3601" extrusionOk="0">
                  <a:moveTo>
                    <a:pt x="2207" y="1"/>
                  </a:moveTo>
                  <a:cubicBezTo>
                    <a:pt x="999" y="1"/>
                    <a:pt x="1" y="814"/>
                    <a:pt x="1" y="1789"/>
                  </a:cubicBezTo>
                  <a:cubicBezTo>
                    <a:pt x="1" y="2788"/>
                    <a:pt x="999" y="3601"/>
                    <a:pt x="2207" y="3601"/>
                  </a:cubicBezTo>
                  <a:cubicBezTo>
                    <a:pt x="3438" y="3601"/>
                    <a:pt x="4413" y="2788"/>
                    <a:pt x="4413" y="1789"/>
                  </a:cubicBezTo>
                  <a:cubicBezTo>
                    <a:pt x="4413" y="814"/>
                    <a:pt x="3438" y="1"/>
                    <a:pt x="2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8"/>
            <p:cNvSpPr/>
            <p:nvPr/>
          </p:nvSpPr>
          <p:spPr>
            <a:xfrm>
              <a:off x="4375575" y="1384013"/>
              <a:ext cx="408600" cy="193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8"/>
            <p:cNvSpPr/>
            <p:nvPr/>
          </p:nvSpPr>
          <p:spPr>
            <a:xfrm>
              <a:off x="4490741" y="1451523"/>
              <a:ext cx="58495" cy="58500"/>
            </a:xfrm>
            <a:custGeom>
              <a:avLst/>
              <a:gdLst/>
              <a:ahLst/>
              <a:cxnLst/>
              <a:rect l="l" t="t" r="r" b="b"/>
              <a:pathLst>
                <a:path w="2137" h="2137" extrusionOk="0">
                  <a:moveTo>
                    <a:pt x="1069" y="0"/>
                  </a:moveTo>
                  <a:cubicBezTo>
                    <a:pt x="465" y="0"/>
                    <a:pt x="0" y="488"/>
                    <a:pt x="0" y="1068"/>
                  </a:cubicBezTo>
                  <a:cubicBezTo>
                    <a:pt x="0" y="1672"/>
                    <a:pt x="465" y="2137"/>
                    <a:pt x="1069" y="2137"/>
                  </a:cubicBezTo>
                  <a:cubicBezTo>
                    <a:pt x="1672" y="2137"/>
                    <a:pt x="2137" y="1672"/>
                    <a:pt x="2137" y="1068"/>
                  </a:cubicBezTo>
                  <a:cubicBezTo>
                    <a:pt x="2137" y="488"/>
                    <a:pt x="1672" y="0"/>
                    <a:pt x="10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8"/>
            <p:cNvSpPr/>
            <p:nvPr/>
          </p:nvSpPr>
          <p:spPr>
            <a:xfrm>
              <a:off x="4609866" y="1451523"/>
              <a:ext cx="59152" cy="58500"/>
            </a:xfrm>
            <a:custGeom>
              <a:avLst/>
              <a:gdLst/>
              <a:ahLst/>
              <a:cxnLst/>
              <a:rect l="l" t="t" r="r" b="b"/>
              <a:pathLst>
                <a:path w="2161" h="2137" extrusionOk="0">
                  <a:moveTo>
                    <a:pt x="1092" y="0"/>
                  </a:moveTo>
                  <a:cubicBezTo>
                    <a:pt x="488" y="0"/>
                    <a:pt x="0" y="488"/>
                    <a:pt x="0" y="1068"/>
                  </a:cubicBezTo>
                  <a:cubicBezTo>
                    <a:pt x="0" y="1672"/>
                    <a:pt x="488" y="2137"/>
                    <a:pt x="1092" y="2137"/>
                  </a:cubicBezTo>
                  <a:cubicBezTo>
                    <a:pt x="1672" y="2137"/>
                    <a:pt x="2160" y="1672"/>
                    <a:pt x="2160" y="1068"/>
                  </a:cubicBezTo>
                  <a:cubicBezTo>
                    <a:pt x="2160" y="488"/>
                    <a:pt x="1672" y="0"/>
                    <a:pt x="10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87" name="Google Shape;887;p38"/>
            <p:cNvCxnSpPr/>
            <p:nvPr/>
          </p:nvCxnSpPr>
          <p:spPr>
            <a:xfrm>
              <a:off x="4569275" y="-40300"/>
              <a:ext cx="0" cy="59670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88" name="Google Shape;888;p38"/>
            <p:cNvSpPr/>
            <p:nvPr/>
          </p:nvSpPr>
          <p:spPr>
            <a:xfrm>
              <a:off x="4240834" y="443324"/>
              <a:ext cx="46" cy="304106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0" y="1"/>
                  </a:moveTo>
                  <a:lnTo>
                    <a:pt x="0" y="6620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4322981" y="443324"/>
              <a:ext cx="46" cy="404388"/>
            </a:xfrm>
            <a:custGeom>
              <a:avLst/>
              <a:gdLst/>
              <a:ahLst/>
              <a:cxnLst/>
              <a:rect l="l" t="t" r="r" b="b"/>
              <a:pathLst>
                <a:path w="1" h="8803" fill="none" extrusionOk="0">
                  <a:moveTo>
                    <a:pt x="0" y="1"/>
                  </a:moveTo>
                  <a:lnTo>
                    <a:pt x="0" y="8803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4404072" y="443324"/>
              <a:ext cx="46" cy="570819"/>
            </a:xfrm>
            <a:custGeom>
              <a:avLst/>
              <a:gdLst/>
              <a:ahLst/>
              <a:cxnLst/>
              <a:rect l="l" t="t" r="r" b="b"/>
              <a:pathLst>
                <a:path w="1" h="12426" fill="none" extrusionOk="0">
                  <a:moveTo>
                    <a:pt x="0" y="1"/>
                  </a:moveTo>
                  <a:lnTo>
                    <a:pt x="0" y="12426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4485163" y="443324"/>
              <a:ext cx="46" cy="304106"/>
            </a:xfrm>
            <a:custGeom>
              <a:avLst/>
              <a:gdLst/>
              <a:ahLst/>
              <a:cxnLst/>
              <a:rect l="l" t="t" r="r" b="b"/>
              <a:pathLst>
                <a:path w="1" h="6620" fill="none" extrusionOk="0">
                  <a:moveTo>
                    <a:pt x="0" y="1"/>
                  </a:moveTo>
                  <a:lnTo>
                    <a:pt x="0" y="6620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2" name="Google Shape;892;p38"/>
          <p:cNvGrpSpPr/>
          <p:nvPr/>
        </p:nvGrpSpPr>
        <p:grpSpPr>
          <a:xfrm rot="-609560">
            <a:off x="2689498" y="920583"/>
            <a:ext cx="606587" cy="606587"/>
            <a:chOff x="1190625" y="238125"/>
            <a:chExt cx="5219200" cy="5219200"/>
          </a:xfrm>
        </p:grpSpPr>
        <p:sp>
          <p:nvSpPr>
            <p:cNvPr id="893" name="Google Shape;893;p38"/>
            <p:cNvSpPr/>
            <p:nvPr/>
          </p:nvSpPr>
          <p:spPr>
            <a:xfrm>
              <a:off x="4318850" y="314775"/>
              <a:ext cx="1445900" cy="1089525"/>
            </a:xfrm>
            <a:custGeom>
              <a:avLst/>
              <a:gdLst/>
              <a:ahLst/>
              <a:cxnLst/>
              <a:rect l="l" t="t" r="r" b="b"/>
              <a:pathLst>
                <a:path w="57836" h="43581" extrusionOk="0">
                  <a:moveTo>
                    <a:pt x="28902" y="0"/>
                  </a:moveTo>
                  <a:cubicBezTo>
                    <a:pt x="22215" y="0"/>
                    <a:pt x="15952" y="1827"/>
                    <a:pt x="10570" y="4991"/>
                  </a:cubicBezTo>
                  <a:lnTo>
                    <a:pt x="1" y="43580"/>
                  </a:lnTo>
                  <a:lnTo>
                    <a:pt x="35850" y="43580"/>
                  </a:lnTo>
                  <a:cubicBezTo>
                    <a:pt x="45408" y="42830"/>
                    <a:pt x="50301" y="31805"/>
                    <a:pt x="44527" y="24204"/>
                  </a:cubicBezTo>
                  <a:lnTo>
                    <a:pt x="45734" y="24204"/>
                  </a:lnTo>
                  <a:cubicBezTo>
                    <a:pt x="52421" y="24204"/>
                    <a:pt x="57836" y="18789"/>
                    <a:pt x="57836" y="12102"/>
                  </a:cubicBezTo>
                  <a:cubicBezTo>
                    <a:pt x="57836" y="5415"/>
                    <a:pt x="52421" y="0"/>
                    <a:pt x="457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4132925" y="439550"/>
              <a:ext cx="1153950" cy="1842350"/>
            </a:xfrm>
            <a:custGeom>
              <a:avLst/>
              <a:gdLst/>
              <a:ahLst/>
              <a:cxnLst/>
              <a:rect l="l" t="t" r="r" b="b"/>
              <a:pathLst>
                <a:path w="46158" h="73694" extrusionOk="0">
                  <a:moveTo>
                    <a:pt x="18007" y="0"/>
                  </a:moveTo>
                  <a:cubicBezTo>
                    <a:pt x="7242" y="6296"/>
                    <a:pt x="0" y="17974"/>
                    <a:pt x="0" y="31348"/>
                  </a:cubicBezTo>
                  <a:lnTo>
                    <a:pt x="0" y="61325"/>
                  </a:lnTo>
                  <a:cubicBezTo>
                    <a:pt x="0" y="67947"/>
                    <a:pt x="5187" y="73525"/>
                    <a:pt x="11776" y="73688"/>
                  </a:cubicBezTo>
                  <a:cubicBezTo>
                    <a:pt x="11895" y="73692"/>
                    <a:pt x="12014" y="73693"/>
                    <a:pt x="12132" y="73693"/>
                  </a:cubicBezTo>
                  <a:cubicBezTo>
                    <a:pt x="18819" y="73693"/>
                    <a:pt x="24237" y="68286"/>
                    <a:pt x="24237" y="61586"/>
                  </a:cubicBezTo>
                  <a:cubicBezTo>
                    <a:pt x="24237" y="57835"/>
                    <a:pt x="27271" y="54834"/>
                    <a:pt x="30989" y="54834"/>
                  </a:cubicBezTo>
                  <a:lnTo>
                    <a:pt x="31903" y="54834"/>
                  </a:lnTo>
                  <a:cubicBezTo>
                    <a:pt x="40253" y="54834"/>
                    <a:pt x="46158" y="46516"/>
                    <a:pt x="43287" y="38589"/>
                  </a:cubicBezTo>
                  <a:cubicBezTo>
                    <a:pt x="29326" y="38589"/>
                    <a:pt x="18007" y="27270"/>
                    <a:pt x="18007" y="13309"/>
                  </a:cubicBezTo>
                  <a:lnTo>
                    <a:pt x="180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8"/>
            <p:cNvSpPr/>
            <p:nvPr/>
          </p:nvSpPr>
          <p:spPr>
            <a:xfrm>
              <a:off x="2068075" y="314775"/>
              <a:ext cx="1400250" cy="1494825"/>
            </a:xfrm>
            <a:custGeom>
              <a:avLst/>
              <a:gdLst/>
              <a:ahLst/>
              <a:cxnLst/>
              <a:rect l="l" t="t" r="r" b="b"/>
              <a:pathLst>
                <a:path w="56010" h="59793" extrusionOk="0">
                  <a:moveTo>
                    <a:pt x="2806" y="0"/>
                  </a:moveTo>
                  <a:cubicBezTo>
                    <a:pt x="1828" y="0"/>
                    <a:pt x="914" y="98"/>
                    <a:pt x="1" y="326"/>
                  </a:cubicBezTo>
                  <a:lnTo>
                    <a:pt x="31740" y="59792"/>
                  </a:lnTo>
                  <a:lnTo>
                    <a:pt x="56009" y="43580"/>
                  </a:lnTo>
                  <a:cubicBezTo>
                    <a:pt x="56009" y="32783"/>
                    <a:pt x="55781" y="30500"/>
                    <a:pt x="54509" y="26129"/>
                  </a:cubicBezTo>
                  <a:cubicBezTo>
                    <a:pt x="50105" y="11058"/>
                    <a:pt x="36111" y="0"/>
                    <a:pt x="196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8"/>
            <p:cNvSpPr/>
            <p:nvPr/>
          </p:nvSpPr>
          <p:spPr>
            <a:xfrm>
              <a:off x="1832400" y="322925"/>
              <a:ext cx="1635925" cy="1958975"/>
            </a:xfrm>
            <a:custGeom>
              <a:avLst/>
              <a:gdLst/>
              <a:ahLst/>
              <a:cxnLst/>
              <a:rect l="l" t="t" r="r" b="b"/>
              <a:pathLst>
                <a:path w="65437" h="78359" extrusionOk="0">
                  <a:moveTo>
                    <a:pt x="9428" y="0"/>
                  </a:moveTo>
                  <a:cubicBezTo>
                    <a:pt x="4013" y="1273"/>
                    <a:pt x="1" y="6198"/>
                    <a:pt x="131" y="12070"/>
                  </a:cubicBezTo>
                  <a:cubicBezTo>
                    <a:pt x="294" y="18659"/>
                    <a:pt x="5840" y="23878"/>
                    <a:pt x="12462" y="23878"/>
                  </a:cubicBezTo>
                  <a:lnTo>
                    <a:pt x="13440" y="23878"/>
                  </a:lnTo>
                  <a:cubicBezTo>
                    <a:pt x="7699" y="31446"/>
                    <a:pt x="12559" y="42504"/>
                    <a:pt x="22117" y="43254"/>
                  </a:cubicBezTo>
                  <a:cubicBezTo>
                    <a:pt x="19214" y="51181"/>
                    <a:pt x="25151" y="59466"/>
                    <a:pt x="33501" y="59466"/>
                  </a:cubicBezTo>
                  <a:lnTo>
                    <a:pt x="34676" y="59466"/>
                  </a:lnTo>
                  <a:cubicBezTo>
                    <a:pt x="38264" y="59466"/>
                    <a:pt x="41167" y="62402"/>
                    <a:pt x="41167" y="65990"/>
                  </a:cubicBezTo>
                  <a:cubicBezTo>
                    <a:pt x="41167" y="72612"/>
                    <a:pt x="46354" y="78190"/>
                    <a:pt x="52943" y="78353"/>
                  </a:cubicBezTo>
                  <a:cubicBezTo>
                    <a:pt x="53062" y="78357"/>
                    <a:pt x="53180" y="78358"/>
                    <a:pt x="53298" y="78358"/>
                  </a:cubicBezTo>
                  <a:cubicBezTo>
                    <a:pt x="59986" y="78358"/>
                    <a:pt x="65404" y="72951"/>
                    <a:pt x="65404" y="66251"/>
                  </a:cubicBezTo>
                  <a:cubicBezTo>
                    <a:pt x="65404" y="55748"/>
                    <a:pt x="65436" y="48506"/>
                    <a:pt x="65436" y="43254"/>
                  </a:cubicBezTo>
                  <a:lnTo>
                    <a:pt x="62500" y="43254"/>
                  </a:lnTo>
                  <a:cubicBezTo>
                    <a:pt x="52160" y="43254"/>
                    <a:pt x="42602" y="36567"/>
                    <a:pt x="39471" y="25803"/>
                  </a:cubicBezTo>
                  <a:cubicBezTo>
                    <a:pt x="35491" y="12233"/>
                    <a:pt x="23781" y="1925"/>
                    <a:pt x="9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2622625" y="1953925"/>
              <a:ext cx="3710525" cy="3426725"/>
            </a:xfrm>
            <a:custGeom>
              <a:avLst/>
              <a:gdLst/>
              <a:ahLst/>
              <a:cxnLst/>
              <a:rect l="l" t="t" r="r" b="b"/>
              <a:pathLst>
                <a:path w="148421" h="137069" extrusionOk="0">
                  <a:moveTo>
                    <a:pt x="17876" y="0"/>
                  </a:moveTo>
                  <a:lnTo>
                    <a:pt x="0" y="17876"/>
                  </a:lnTo>
                  <a:lnTo>
                    <a:pt x="0" y="119193"/>
                  </a:lnTo>
                  <a:lnTo>
                    <a:pt x="17876" y="137069"/>
                  </a:lnTo>
                  <a:lnTo>
                    <a:pt x="130545" y="137069"/>
                  </a:lnTo>
                  <a:cubicBezTo>
                    <a:pt x="140429" y="137069"/>
                    <a:pt x="148421" y="129077"/>
                    <a:pt x="148421" y="119193"/>
                  </a:cubicBezTo>
                  <a:lnTo>
                    <a:pt x="148421" y="17876"/>
                  </a:lnTo>
                  <a:cubicBezTo>
                    <a:pt x="148421" y="7992"/>
                    <a:pt x="140429" y="0"/>
                    <a:pt x="130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1267275" y="1953925"/>
              <a:ext cx="2108075" cy="3426725"/>
            </a:xfrm>
            <a:custGeom>
              <a:avLst/>
              <a:gdLst/>
              <a:ahLst/>
              <a:cxnLst/>
              <a:rect l="l" t="t" r="r" b="b"/>
              <a:pathLst>
                <a:path w="84323" h="137069" extrusionOk="0">
                  <a:moveTo>
                    <a:pt x="17876" y="0"/>
                  </a:moveTo>
                  <a:cubicBezTo>
                    <a:pt x="7992" y="0"/>
                    <a:pt x="0" y="7992"/>
                    <a:pt x="0" y="17876"/>
                  </a:cubicBezTo>
                  <a:lnTo>
                    <a:pt x="0" y="119193"/>
                  </a:lnTo>
                  <a:cubicBezTo>
                    <a:pt x="0" y="129077"/>
                    <a:pt x="7992" y="137069"/>
                    <a:pt x="17876" y="137069"/>
                  </a:cubicBezTo>
                  <a:lnTo>
                    <a:pt x="84323" y="137069"/>
                  </a:lnTo>
                  <a:cubicBezTo>
                    <a:pt x="74471" y="137069"/>
                    <a:pt x="66447" y="129077"/>
                    <a:pt x="66447" y="119193"/>
                  </a:cubicBezTo>
                  <a:lnTo>
                    <a:pt x="66447" y="17876"/>
                  </a:lnTo>
                  <a:cubicBezTo>
                    <a:pt x="66447" y="7992"/>
                    <a:pt x="74471" y="0"/>
                    <a:pt x="84323" y="0"/>
                  </a:cubicBezTo>
                  <a:close/>
                </a:path>
              </a:pathLst>
            </a:custGeom>
            <a:solidFill>
              <a:srgbClr val="A1D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8"/>
            <p:cNvSpPr/>
            <p:nvPr/>
          </p:nvSpPr>
          <p:spPr>
            <a:xfrm>
              <a:off x="2622625" y="2565550"/>
              <a:ext cx="3098100" cy="2203475"/>
            </a:xfrm>
            <a:custGeom>
              <a:avLst/>
              <a:gdLst/>
              <a:ahLst/>
              <a:cxnLst/>
              <a:rect l="l" t="t" r="r" b="b"/>
              <a:pathLst>
                <a:path w="123924" h="88139" extrusionOk="0">
                  <a:moveTo>
                    <a:pt x="12233" y="0"/>
                  </a:moveTo>
                  <a:lnTo>
                    <a:pt x="0" y="44070"/>
                  </a:lnTo>
                  <a:lnTo>
                    <a:pt x="12233" y="88139"/>
                  </a:lnTo>
                  <a:lnTo>
                    <a:pt x="102981" y="88139"/>
                  </a:lnTo>
                  <a:cubicBezTo>
                    <a:pt x="102981" y="76559"/>
                    <a:pt x="112343" y="67164"/>
                    <a:pt x="123923" y="67164"/>
                  </a:cubicBezTo>
                  <a:lnTo>
                    <a:pt x="123923" y="20975"/>
                  </a:lnTo>
                  <a:cubicBezTo>
                    <a:pt x="112343" y="20975"/>
                    <a:pt x="102981" y="11580"/>
                    <a:pt x="102981" y="0"/>
                  </a:cubicBezTo>
                  <a:close/>
                </a:path>
              </a:pathLst>
            </a:custGeom>
            <a:solidFill>
              <a:srgbClr val="C1F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8"/>
            <p:cNvSpPr/>
            <p:nvPr/>
          </p:nvSpPr>
          <p:spPr>
            <a:xfrm>
              <a:off x="1879700" y="2565550"/>
              <a:ext cx="1048750" cy="2203475"/>
            </a:xfrm>
            <a:custGeom>
              <a:avLst/>
              <a:gdLst/>
              <a:ahLst/>
              <a:cxnLst/>
              <a:rect l="l" t="t" r="r" b="b"/>
              <a:pathLst>
                <a:path w="41950" h="88139" extrusionOk="0">
                  <a:moveTo>
                    <a:pt x="20975" y="0"/>
                  </a:moveTo>
                  <a:cubicBezTo>
                    <a:pt x="20975" y="11580"/>
                    <a:pt x="11581" y="20975"/>
                    <a:pt x="1" y="20975"/>
                  </a:cubicBezTo>
                  <a:lnTo>
                    <a:pt x="1" y="67164"/>
                  </a:lnTo>
                  <a:cubicBezTo>
                    <a:pt x="11581" y="67164"/>
                    <a:pt x="20975" y="76559"/>
                    <a:pt x="20975" y="88139"/>
                  </a:cubicBezTo>
                  <a:lnTo>
                    <a:pt x="41950" y="88139"/>
                  </a:lnTo>
                  <a:lnTo>
                    <a:pt x="41950" y="0"/>
                  </a:lnTo>
                  <a:close/>
                </a:path>
              </a:pathLst>
            </a:custGeom>
            <a:solidFill>
              <a:srgbClr val="A1D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8"/>
            <p:cNvSpPr/>
            <p:nvPr/>
          </p:nvSpPr>
          <p:spPr>
            <a:xfrm>
              <a:off x="3132300" y="2301325"/>
              <a:ext cx="1335825" cy="2731925"/>
            </a:xfrm>
            <a:custGeom>
              <a:avLst/>
              <a:gdLst/>
              <a:ahLst/>
              <a:cxnLst/>
              <a:rect l="l" t="t" r="r" b="b"/>
              <a:pathLst>
                <a:path w="53433" h="109277" extrusionOk="0">
                  <a:moveTo>
                    <a:pt x="26717" y="0"/>
                  </a:moveTo>
                  <a:cubicBezTo>
                    <a:pt x="22280" y="0"/>
                    <a:pt x="18692" y="3588"/>
                    <a:pt x="18692" y="8025"/>
                  </a:cubicBezTo>
                  <a:lnTo>
                    <a:pt x="18692" y="10569"/>
                  </a:lnTo>
                  <a:cubicBezTo>
                    <a:pt x="12005" y="12657"/>
                    <a:pt x="6460" y="17224"/>
                    <a:pt x="3198" y="23291"/>
                  </a:cubicBezTo>
                  <a:cubicBezTo>
                    <a:pt x="1175" y="27075"/>
                    <a:pt x="1" y="31348"/>
                    <a:pt x="1" y="35915"/>
                  </a:cubicBezTo>
                  <a:cubicBezTo>
                    <a:pt x="1" y="50626"/>
                    <a:pt x="12005" y="62630"/>
                    <a:pt x="26717" y="62630"/>
                  </a:cubicBezTo>
                  <a:cubicBezTo>
                    <a:pt x="32621" y="62630"/>
                    <a:pt x="37416" y="67393"/>
                    <a:pt x="37416" y="73297"/>
                  </a:cubicBezTo>
                  <a:cubicBezTo>
                    <a:pt x="37416" y="79201"/>
                    <a:pt x="32621" y="83964"/>
                    <a:pt x="26717" y="83964"/>
                  </a:cubicBezTo>
                  <a:cubicBezTo>
                    <a:pt x="22933" y="83964"/>
                    <a:pt x="19508" y="82039"/>
                    <a:pt x="17550" y="78777"/>
                  </a:cubicBezTo>
                  <a:cubicBezTo>
                    <a:pt x="16044" y="76280"/>
                    <a:pt x="13387" y="74891"/>
                    <a:pt x="10666" y="74891"/>
                  </a:cubicBezTo>
                  <a:cubicBezTo>
                    <a:pt x="9264" y="74891"/>
                    <a:pt x="7845" y="75260"/>
                    <a:pt x="6557" y="76037"/>
                  </a:cubicBezTo>
                  <a:cubicBezTo>
                    <a:pt x="4470" y="77309"/>
                    <a:pt x="3132" y="79397"/>
                    <a:pt x="2774" y="81615"/>
                  </a:cubicBezTo>
                  <a:cubicBezTo>
                    <a:pt x="2741" y="81876"/>
                    <a:pt x="2708" y="82137"/>
                    <a:pt x="2676" y="82431"/>
                  </a:cubicBezTo>
                  <a:cubicBezTo>
                    <a:pt x="2676" y="82887"/>
                    <a:pt x="2676" y="83377"/>
                    <a:pt x="2741" y="83833"/>
                  </a:cubicBezTo>
                  <a:cubicBezTo>
                    <a:pt x="2871" y="84942"/>
                    <a:pt x="3198" y="86019"/>
                    <a:pt x="3817" y="87030"/>
                  </a:cubicBezTo>
                  <a:cubicBezTo>
                    <a:pt x="7210" y="92673"/>
                    <a:pt x="12560" y="96751"/>
                    <a:pt x="18692" y="98708"/>
                  </a:cubicBezTo>
                  <a:lnTo>
                    <a:pt x="18692" y="101252"/>
                  </a:lnTo>
                  <a:cubicBezTo>
                    <a:pt x="18692" y="105689"/>
                    <a:pt x="22280" y="109277"/>
                    <a:pt x="26717" y="109277"/>
                  </a:cubicBezTo>
                  <a:cubicBezTo>
                    <a:pt x="31153" y="109277"/>
                    <a:pt x="34741" y="105689"/>
                    <a:pt x="34741" y="101252"/>
                  </a:cubicBezTo>
                  <a:lnTo>
                    <a:pt x="34741" y="98708"/>
                  </a:lnTo>
                  <a:cubicBezTo>
                    <a:pt x="45538" y="95316"/>
                    <a:pt x="53432" y="85236"/>
                    <a:pt x="53432" y="73297"/>
                  </a:cubicBezTo>
                  <a:cubicBezTo>
                    <a:pt x="53432" y="58586"/>
                    <a:pt x="41428" y="46581"/>
                    <a:pt x="26717" y="46581"/>
                  </a:cubicBezTo>
                  <a:cubicBezTo>
                    <a:pt x="20812" y="46581"/>
                    <a:pt x="16050" y="41786"/>
                    <a:pt x="16050" y="35915"/>
                  </a:cubicBezTo>
                  <a:cubicBezTo>
                    <a:pt x="16050" y="30011"/>
                    <a:pt x="20812" y="25215"/>
                    <a:pt x="26717" y="25215"/>
                  </a:cubicBezTo>
                  <a:cubicBezTo>
                    <a:pt x="30500" y="25215"/>
                    <a:pt x="33926" y="27173"/>
                    <a:pt x="35883" y="30435"/>
                  </a:cubicBezTo>
                  <a:cubicBezTo>
                    <a:pt x="37389" y="32931"/>
                    <a:pt x="40047" y="34320"/>
                    <a:pt x="42767" y="34320"/>
                  </a:cubicBezTo>
                  <a:cubicBezTo>
                    <a:pt x="44169" y="34320"/>
                    <a:pt x="45589" y="33951"/>
                    <a:pt x="46876" y="33175"/>
                  </a:cubicBezTo>
                  <a:cubicBezTo>
                    <a:pt x="50660" y="30891"/>
                    <a:pt x="51899" y="25966"/>
                    <a:pt x="49616" y="22182"/>
                  </a:cubicBezTo>
                  <a:cubicBezTo>
                    <a:pt x="46223" y="16539"/>
                    <a:pt x="40874" y="12494"/>
                    <a:pt x="34741" y="10569"/>
                  </a:cubicBezTo>
                  <a:lnTo>
                    <a:pt x="34741" y="8025"/>
                  </a:lnTo>
                  <a:cubicBezTo>
                    <a:pt x="34741" y="3588"/>
                    <a:pt x="31153" y="0"/>
                    <a:pt x="26717" y="0"/>
                  </a:cubicBezTo>
                  <a:close/>
                </a:path>
              </a:pathLst>
            </a:custGeom>
            <a:solidFill>
              <a:srgbClr val="8AB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8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54736" y="6133"/>
                  </a:moveTo>
                  <a:cubicBezTo>
                    <a:pt x="69317" y="6133"/>
                    <a:pt x="82528" y="15886"/>
                    <a:pt x="86671" y="30076"/>
                  </a:cubicBezTo>
                  <a:cubicBezTo>
                    <a:pt x="87813" y="33925"/>
                    <a:pt x="88041" y="35784"/>
                    <a:pt x="88041" y="46646"/>
                  </a:cubicBezTo>
                  <a:cubicBezTo>
                    <a:pt x="88041" y="48897"/>
                    <a:pt x="88041" y="51572"/>
                    <a:pt x="88041" y="54704"/>
                  </a:cubicBezTo>
                  <a:cubicBezTo>
                    <a:pt x="88008" y="57802"/>
                    <a:pt x="88008" y="61423"/>
                    <a:pt x="88008" y="65566"/>
                  </a:cubicBezTo>
                  <a:lnTo>
                    <a:pt x="69350" y="65566"/>
                  </a:lnTo>
                  <a:cubicBezTo>
                    <a:pt x="68110" y="62206"/>
                    <a:pt x="64881" y="59825"/>
                    <a:pt x="61097" y="59825"/>
                  </a:cubicBezTo>
                  <a:lnTo>
                    <a:pt x="59172" y="59825"/>
                  </a:lnTo>
                  <a:cubicBezTo>
                    <a:pt x="53529" y="59825"/>
                    <a:pt x="49517" y="54834"/>
                    <a:pt x="50169" y="49680"/>
                  </a:cubicBezTo>
                  <a:lnTo>
                    <a:pt x="53333" y="49680"/>
                  </a:lnTo>
                  <a:cubicBezTo>
                    <a:pt x="55030" y="49680"/>
                    <a:pt x="56367" y="48310"/>
                    <a:pt x="56367" y="46646"/>
                  </a:cubicBezTo>
                  <a:cubicBezTo>
                    <a:pt x="56367" y="44950"/>
                    <a:pt x="55030" y="43580"/>
                    <a:pt x="53333" y="43580"/>
                  </a:cubicBezTo>
                  <a:lnTo>
                    <a:pt x="47951" y="43580"/>
                  </a:lnTo>
                  <a:cubicBezTo>
                    <a:pt x="41362" y="42993"/>
                    <a:pt x="37774" y="35882"/>
                    <a:pt x="40775" y="30336"/>
                  </a:cubicBezTo>
                  <a:lnTo>
                    <a:pt x="53333" y="30336"/>
                  </a:lnTo>
                  <a:cubicBezTo>
                    <a:pt x="55030" y="30336"/>
                    <a:pt x="56367" y="28966"/>
                    <a:pt x="56367" y="27270"/>
                  </a:cubicBezTo>
                  <a:cubicBezTo>
                    <a:pt x="56367" y="25574"/>
                    <a:pt x="55030" y="24204"/>
                    <a:pt x="53333" y="24204"/>
                  </a:cubicBezTo>
                  <a:lnTo>
                    <a:pt x="38165" y="24204"/>
                  </a:lnTo>
                  <a:cubicBezTo>
                    <a:pt x="33109" y="24204"/>
                    <a:pt x="28934" y="20224"/>
                    <a:pt x="28869" y="15331"/>
                  </a:cubicBezTo>
                  <a:cubicBezTo>
                    <a:pt x="28771" y="10243"/>
                    <a:pt x="32881" y="6133"/>
                    <a:pt x="37904" y="6133"/>
                  </a:cubicBezTo>
                  <a:close/>
                  <a:moveTo>
                    <a:pt x="170863" y="6133"/>
                  </a:moveTo>
                  <a:cubicBezTo>
                    <a:pt x="175854" y="6133"/>
                    <a:pt x="179931" y="10177"/>
                    <a:pt x="179931" y="15168"/>
                  </a:cubicBezTo>
                  <a:cubicBezTo>
                    <a:pt x="179931" y="20159"/>
                    <a:pt x="175854" y="24204"/>
                    <a:pt x="170863" y="24204"/>
                  </a:cubicBezTo>
                  <a:lnTo>
                    <a:pt x="155434" y="24204"/>
                  </a:lnTo>
                  <a:cubicBezTo>
                    <a:pt x="153770" y="24204"/>
                    <a:pt x="152400" y="25574"/>
                    <a:pt x="152400" y="27270"/>
                  </a:cubicBezTo>
                  <a:cubicBezTo>
                    <a:pt x="152400" y="28966"/>
                    <a:pt x="153770" y="30336"/>
                    <a:pt x="155434" y="30336"/>
                  </a:cubicBezTo>
                  <a:lnTo>
                    <a:pt x="167992" y="30336"/>
                  </a:lnTo>
                  <a:cubicBezTo>
                    <a:pt x="170993" y="35882"/>
                    <a:pt x="167405" y="42993"/>
                    <a:pt x="160816" y="43580"/>
                  </a:cubicBezTo>
                  <a:lnTo>
                    <a:pt x="155434" y="43580"/>
                  </a:lnTo>
                  <a:cubicBezTo>
                    <a:pt x="153770" y="43580"/>
                    <a:pt x="152400" y="44950"/>
                    <a:pt x="152400" y="46646"/>
                  </a:cubicBezTo>
                  <a:cubicBezTo>
                    <a:pt x="152400" y="48310"/>
                    <a:pt x="153770" y="49680"/>
                    <a:pt x="155434" y="49680"/>
                  </a:cubicBezTo>
                  <a:lnTo>
                    <a:pt x="158598" y="49680"/>
                  </a:lnTo>
                  <a:cubicBezTo>
                    <a:pt x="159250" y="54834"/>
                    <a:pt x="155238" y="59825"/>
                    <a:pt x="149595" y="59825"/>
                  </a:cubicBezTo>
                  <a:lnTo>
                    <a:pt x="147670" y="59825"/>
                  </a:lnTo>
                  <a:cubicBezTo>
                    <a:pt x="143886" y="59825"/>
                    <a:pt x="140657" y="62206"/>
                    <a:pt x="139417" y="65566"/>
                  </a:cubicBezTo>
                  <a:lnTo>
                    <a:pt x="120759" y="65566"/>
                  </a:lnTo>
                  <a:lnTo>
                    <a:pt x="120759" y="39405"/>
                  </a:lnTo>
                  <a:cubicBezTo>
                    <a:pt x="120759" y="21301"/>
                    <a:pt x="135536" y="6133"/>
                    <a:pt x="154031" y="6133"/>
                  </a:cubicBezTo>
                  <a:close/>
                  <a:moveTo>
                    <a:pt x="37904" y="0"/>
                  </a:moveTo>
                  <a:cubicBezTo>
                    <a:pt x="29456" y="0"/>
                    <a:pt x="22606" y="6915"/>
                    <a:pt x="22736" y="15429"/>
                  </a:cubicBezTo>
                  <a:cubicBezTo>
                    <a:pt x="22867" y="22345"/>
                    <a:pt x="27792" y="28184"/>
                    <a:pt x="34316" y="29847"/>
                  </a:cubicBezTo>
                  <a:cubicBezTo>
                    <a:pt x="31739" y="37611"/>
                    <a:pt x="35980" y="46451"/>
                    <a:pt x="44102" y="49028"/>
                  </a:cubicBezTo>
                  <a:cubicBezTo>
                    <a:pt x="43156" y="56693"/>
                    <a:pt x="48277" y="63870"/>
                    <a:pt x="55878" y="65566"/>
                  </a:cubicBezTo>
                  <a:lnTo>
                    <a:pt x="37382" y="65566"/>
                  </a:lnTo>
                  <a:cubicBezTo>
                    <a:pt x="35686" y="65566"/>
                    <a:pt x="34316" y="66936"/>
                    <a:pt x="34316" y="68632"/>
                  </a:cubicBezTo>
                  <a:cubicBezTo>
                    <a:pt x="34316" y="70296"/>
                    <a:pt x="35686" y="71666"/>
                    <a:pt x="37382" y="71666"/>
                  </a:cubicBezTo>
                  <a:lnTo>
                    <a:pt x="187825" y="71666"/>
                  </a:lnTo>
                  <a:cubicBezTo>
                    <a:pt x="196013" y="71698"/>
                    <a:pt x="202667" y="78288"/>
                    <a:pt x="202667" y="86508"/>
                  </a:cubicBezTo>
                  <a:lnTo>
                    <a:pt x="202667" y="187825"/>
                  </a:lnTo>
                  <a:cubicBezTo>
                    <a:pt x="202667" y="196045"/>
                    <a:pt x="195980" y="202667"/>
                    <a:pt x="187825" y="202667"/>
                  </a:cubicBezTo>
                  <a:lnTo>
                    <a:pt x="20942" y="202667"/>
                  </a:lnTo>
                  <a:cubicBezTo>
                    <a:pt x="12787" y="202667"/>
                    <a:pt x="6100" y="196045"/>
                    <a:pt x="6100" y="187825"/>
                  </a:cubicBezTo>
                  <a:lnTo>
                    <a:pt x="6100" y="86508"/>
                  </a:lnTo>
                  <a:cubicBezTo>
                    <a:pt x="6100" y="78353"/>
                    <a:pt x="12722" y="71698"/>
                    <a:pt x="20942" y="71666"/>
                  </a:cubicBezTo>
                  <a:lnTo>
                    <a:pt x="25150" y="71666"/>
                  </a:lnTo>
                  <a:cubicBezTo>
                    <a:pt x="26814" y="71666"/>
                    <a:pt x="28184" y="70296"/>
                    <a:pt x="28184" y="68632"/>
                  </a:cubicBezTo>
                  <a:cubicBezTo>
                    <a:pt x="28184" y="66936"/>
                    <a:pt x="26814" y="65566"/>
                    <a:pt x="25150" y="65566"/>
                  </a:cubicBezTo>
                  <a:lnTo>
                    <a:pt x="20942" y="65566"/>
                  </a:lnTo>
                  <a:cubicBezTo>
                    <a:pt x="9362" y="65566"/>
                    <a:pt x="0" y="74960"/>
                    <a:pt x="0" y="86508"/>
                  </a:cubicBezTo>
                  <a:lnTo>
                    <a:pt x="0" y="187825"/>
                  </a:lnTo>
                  <a:cubicBezTo>
                    <a:pt x="0" y="199405"/>
                    <a:pt x="9395" y="208767"/>
                    <a:pt x="20942" y="208767"/>
                  </a:cubicBezTo>
                  <a:lnTo>
                    <a:pt x="187825" y="208767"/>
                  </a:lnTo>
                  <a:cubicBezTo>
                    <a:pt x="199438" y="208767"/>
                    <a:pt x="208767" y="199373"/>
                    <a:pt x="208767" y="187825"/>
                  </a:cubicBezTo>
                  <a:lnTo>
                    <a:pt x="208767" y="86508"/>
                  </a:lnTo>
                  <a:cubicBezTo>
                    <a:pt x="208767" y="74895"/>
                    <a:pt x="199373" y="65566"/>
                    <a:pt x="187825" y="65566"/>
                  </a:cubicBezTo>
                  <a:lnTo>
                    <a:pt x="152922" y="65566"/>
                  </a:lnTo>
                  <a:cubicBezTo>
                    <a:pt x="160490" y="63870"/>
                    <a:pt x="165611" y="56661"/>
                    <a:pt x="164665" y="49028"/>
                  </a:cubicBezTo>
                  <a:cubicBezTo>
                    <a:pt x="172755" y="46483"/>
                    <a:pt x="177028" y="37643"/>
                    <a:pt x="174451" y="29912"/>
                  </a:cubicBezTo>
                  <a:cubicBezTo>
                    <a:pt x="181105" y="28281"/>
                    <a:pt x="186031" y="22279"/>
                    <a:pt x="186031" y="15168"/>
                  </a:cubicBezTo>
                  <a:cubicBezTo>
                    <a:pt x="186031" y="6818"/>
                    <a:pt x="179246" y="0"/>
                    <a:pt x="170863" y="0"/>
                  </a:cubicBezTo>
                  <a:lnTo>
                    <a:pt x="154031" y="0"/>
                  </a:lnTo>
                  <a:cubicBezTo>
                    <a:pt x="132143" y="0"/>
                    <a:pt x="114659" y="17941"/>
                    <a:pt x="114659" y="39405"/>
                  </a:cubicBezTo>
                  <a:lnTo>
                    <a:pt x="114659" y="65566"/>
                  </a:lnTo>
                  <a:lnTo>
                    <a:pt x="94108" y="65566"/>
                  </a:lnTo>
                  <a:cubicBezTo>
                    <a:pt x="94141" y="61423"/>
                    <a:pt x="94141" y="57835"/>
                    <a:pt x="94141" y="54704"/>
                  </a:cubicBezTo>
                  <a:cubicBezTo>
                    <a:pt x="94141" y="51572"/>
                    <a:pt x="94174" y="48897"/>
                    <a:pt x="94174" y="46646"/>
                  </a:cubicBezTo>
                  <a:cubicBezTo>
                    <a:pt x="94174" y="35654"/>
                    <a:pt x="93945" y="33077"/>
                    <a:pt x="92543" y="28347"/>
                  </a:cubicBezTo>
                  <a:cubicBezTo>
                    <a:pt x="87650" y="11645"/>
                    <a:pt x="72123" y="0"/>
                    <a:pt x="547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8"/>
            <p:cNvSpPr/>
            <p:nvPr/>
          </p:nvSpPr>
          <p:spPr>
            <a:xfrm>
              <a:off x="2482350" y="543925"/>
              <a:ext cx="740500" cy="586850"/>
            </a:xfrm>
            <a:custGeom>
              <a:avLst/>
              <a:gdLst/>
              <a:ahLst/>
              <a:cxnLst/>
              <a:rect l="l" t="t" r="r" b="b"/>
              <a:pathLst>
                <a:path w="29620" h="23474" extrusionOk="0">
                  <a:moveTo>
                    <a:pt x="3067" y="0"/>
                  </a:moveTo>
                  <a:cubicBezTo>
                    <a:pt x="1371" y="0"/>
                    <a:pt x="1" y="1370"/>
                    <a:pt x="1" y="3067"/>
                  </a:cubicBezTo>
                  <a:cubicBezTo>
                    <a:pt x="1" y="4763"/>
                    <a:pt x="1371" y="6133"/>
                    <a:pt x="3067" y="6133"/>
                  </a:cubicBezTo>
                  <a:cubicBezTo>
                    <a:pt x="12331" y="6133"/>
                    <a:pt x="20649" y="12331"/>
                    <a:pt x="23259" y="21269"/>
                  </a:cubicBezTo>
                  <a:cubicBezTo>
                    <a:pt x="23663" y="22616"/>
                    <a:pt x="24891" y="23474"/>
                    <a:pt x="26207" y="23474"/>
                  </a:cubicBezTo>
                  <a:cubicBezTo>
                    <a:pt x="26484" y="23474"/>
                    <a:pt x="26765" y="23436"/>
                    <a:pt x="27043" y="23356"/>
                  </a:cubicBezTo>
                  <a:cubicBezTo>
                    <a:pt x="28674" y="22867"/>
                    <a:pt x="29620" y="21171"/>
                    <a:pt x="29130" y="19540"/>
                  </a:cubicBezTo>
                  <a:cubicBezTo>
                    <a:pt x="25771" y="8025"/>
                    <a:pt x="15039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8"/>
            <p:cNvSpPr/>
            <p:nvPr/>
          </p:nvSpPr>
          <p:spPr>
            <a:xfrm>
              <a:off x="4362900" y="626500"/>
              <a:ext cx="462400" cy="672600"/>
            </a:xfrm>
            <a:custGeom>
              <a:avLst/>
              <a:gdLst/>
              <a:ahLst/>
              <a:cxnLst/>
              <a:rect l="l" t="t" r="r" b="b"/>
              <a:pathLst>
                <a:path w="18496" h="26904" extrusionOk="0">
                  <a:moveTo>
                    <a:pt x="14997" y="1"/>
                  </a:moveTo>
                  <a:cubicBezTo>
                    <a:pt x="14475" y="1"/>
                    <a:pt x="13949" y="135"/>
                    <a:pt x="13472" y="416"/>
                  </a:cubicBezTo>
                  <a:cubicBezTo>
                    <a:pt x="5154" y="5309"/>
                    <a:pt x="0" y="14280"/>
                    <a:pt x="0" y="23870"/>
                  </a:cubicBezTo>
                  <a:cubicBezTo>
                    <a:pt x="0" y="25566"/>
                    <a:pt x="1370" y="26903"/>
                    <a:pt x="3034" y="26903"/>
                  </a:cubicBezTo>
                  <a:cubicBezTo>
                    <a:pt x="4730" y="26903"/>
                    <a:pt x="6100" y="25566"/>
                    <a:pt x="6100" y="23870"/>
                  </a:cubicBezTo>
                  <a:cubicBezTo>
                    <a:pt x="6100" y="16432"/>
                    <a:pt x="10112" y="9484"/>
                    <a:pt x="16571" y="5701"/>
                  </a:cubicBezTo>
                  <a:cubicBezTo>
                    <a:pt x="18006" y="4852"/>
                    <a:pt x="18496" y="2960"/>
                    <a:pt x="17648" y="1525"/>
                  </a:cubicBezTo>
                  <a:cubicBezTo>
                    <a:pt x="17081" y="544"/>
                    <a:pt x="16048" y="1"/>
                    <a:pt x="149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8"/>
            <p:cNvSpPr/>
            <p:nvPr/>
          </p:nvSpPr>
          <p:spPr>
            <a:xfrm>
              <a:off x="1803050" y="2225475"/>
              <a:ext cx="3994325" cy="2883625"/>
            </a:xfrm>
            <a:custGeom>
              <a:avLst/>
              <a:gdLst/>
              <a:ahLst/>
              <a:cxnLst/>
              <a:rect l="l" t="t" r="r" b="b"/>
              <a:pathLst>
                <a:path w="159773" h="115345" extrusionOk="0">
                  <a:moveTo>
                    <a:pt x="60249" y="16669"/>
                  </a:moveTo>
                  <a:cubicBezTo>
                    <a:pt x="53595" y="22443"/>
                    <a:pt x="50105" y="30663"/>
                    <a:pt x="50105" y="38949"/>
                  </a:cubicBezTo>
                  <a:cubicBezTo>
                    <a:pt x="50105" y="55357"/>
                    <a:pt x="63479" y="68698"/>
                    <a:pt x="79887" y="68698"/>
                  </a:cubicBezTo>
                  <a:cubicBezTo>
                    <a:pt x="84095" y="68698"/>
                    <a:pt x="87520" y="72123"/>
                    <a:pt x="87520" y="76331"/>
                  </a:cubicBezTo>
                  <a:cubicBezTo>
                    <a:pt x="87520" y="80539"/>
                    <a:pt x="84095" y="83964"/>
                    <a:pt x="79887" y="83964"/>
                  </a:cubicBezTo>
                  <a:cubicBezTo>
                    <a:pt x="77179" y="83964"/>
                    <a:pt x="74733" y="82561"/>
                    <a:pt x="73330" y="80245"/>
                  </a:cubicBezTo>
                  <a:cubicBezTo>
                    <a:pt x="71263" y="76801"/>
                    <a:pt x="67590" y="74890"/>
                    <a:pt x="63831" y="74890"/>
                  </a:cubicBezTo>
                  <a:cubicBezTo>
                    <a:pt x="61895" y="74890"/>
                    <a:pt x="59936" y="75397"/>
                    <a:pt x="58162" y="76462"/>
                  </a:cubicBezTo>
                  <a:cubicBezTo>
                    <a:pt x="52877" y="79626"/>
                    <a:pt x="51246" y="86476"/>
                    <a:pt x="54378" y="91662"/>
                  </a:cubicBezTo>
                  <a:cubicBezTo>
                    <a:pt x="55976" y="94305"/>
                    <a:pt x="57966" y="96686"/>
                    <a:pt x="60282" y="98676"/>
                  </a:cubicBezTo>
                  <a:lnTo>
                    <a:pt x="26879" y="98676"/>
                  </a:lnTo>
                  <a:cubicBezTo>
                    <a:pt x="25509" y="87879"/>
                    <a:pt x="16930" y="79300"/>
                    <a:pt x="6100" y="77897"/>
                  </a:cubicBezTo>
                  <a:lnTo>
                    <a:pt x="6100" y="37448"/>
                  </a:lnTo>
                  <a:cubicBezTo>
                    <a:pt x="16930" y="36046"/>
                    <a:pt x="25509" y="27467"/>
                    <a:pt x="26879" y="16669"/>
                  </a:cubicBezTo>
                  <a:close/>
                  <a:moveTo>
                    <a:pt x="79887" y="6101"/>
                  </a:moveTo>
                  <a:cubicBezTo>
                    <a:pt x="82627" y="6101"/>
                    <a:pt x="84845" y="8319"/>
                    <a:pt x="84845" y="11059"/>
                  </a:cubicBezTo>
                  <a:lnTo>
                    <a:pt x="84845" y="13603"/>
                  </a:lnTo>
                  <a:cubicBezTo>
                    <a:pt x="84845" y="14941"/>
                    <a:pt x="85726" y="16115"/>
                    <a:pt x="86965" y="16506"/>
                  </a:cubicBezTo>
                  <a:cubicBezTo>
                    <a:pt x="92576" y="18300"/>
                    <a:pt x="97240" y="21921"/>
                    <a:pt x="100176" y="26782"/>
                  </a:cubicBezTo>
                  <a:cubicBezTo>
                    <a:pt x="101579" y="29130"/>
                    <a:pt x="100829" y="32164"/>
                    <a:pt x="98480" y="33566"/>
                  </a:cubicBezTo>
                  <a:cubicBezTo>
                    <a:pt x="97680" y="34044"/>
                    <a:pt x="96796" y="34272"/>
                    <a:pt x="95924" y="34272"/>
                  </a:cubicBezTo>
                  <a:cubicBezTo>
                    <a:pt x="94235" y="34272"/>
                    <a:pt x="92587" y="33419"/>
                    <a:pt x="91662" y="31870"/>
                  </a:cubicBezTo>
                  <a:cubicBezTo>
                    <a:pt x="89151" y="27695"/>
                    <a:pt x="84747" y="25216"/>
                    <a:pt x="79887" y="25216"/>
                  </a:cubicBezTo>
                  <a:cubicBezTo>
                    <a:pt x="72319" y="25216"/>
                    <a:pt x="66154" y="31381"/>
                    <a:pt x="66154" y="38949"/>
                  </a:cubicBezTo>
                  <a:cubicBezTo>
                    <a:pt x="66154" y="46517"/>
                    <a:pt x="72319" y="52682"/>
                    <a:pt x="79887" y="52682"/>
                  </a:cubicBezTo>
                  <a:cubicBezTo>
                    <a:pt x="92935" y="52682"/>
                    <a:pt x="103536" y="63283"/>
                    <a:pt x="103536" y="76331"/>
                  </a:cubicBezTo>
                  <a:cubicBezTo>
                    <a:pt x="103536" y="86672"/>
                    <a:pt x="96882" y="95707"/>
                    <a:pt x="86965" y="98839"/>
                  </a:cubicBezTo>
                  <a:cubicBezTo>
                    <a:pt x="85693" y="99263"/>
                    <a:pt x="84845" y="100437"/>
                    <a:pt x="84845" y="101742"/>
                  </a:cubicBezTo>
                  <a:lnTo>
                    <a:pt x="84845" y="104286"/>
                  </a:lnTo>
                  <a:cubicBezTo>
                    <a:pt x="84845" y="107026"/>
                    <a:pt x="82627" y="109245"/>
                    <a:pt x="79887" y="109245"/>
                  </a:cubicBezTo>
                  <a:cubicBezTo>
                    <a:pt x="77147" y="109245"/>
                    <a:pt x="74928" y="107026"/>
                    <a:pt x="74928" y="104286"/>
                  </a:cubicBezTo>
                  <a:lnTo>
                    <a:pt x="74928" y="101742"/>
                  </a:lnTo>
                  <a:cubicBezTo>
                    <a:pt x="74928" y="100437"/>
                    <a:pt x="74048" y="99230"/>
                    <a:pt x="72775" y="98839"/>
                  </a:cubicBezTo>
                  <a:cubicBezTo>
                    <a:pt x="67230" y="97045"/>
                    <a:pt x="62533" y="93391"/>
                    <a:pt x="59597" y="88498"/>
                  </a:cubicBezTo>
                  <a:cubicBezTo>
                    <a:pt x="58194" y="86182"/>
                    <a:pt x="58945" y="83116"/>
                    <a:pt x="61293" y="81713"/>
                  </a:cubicBezTo>
                  <a:cubicBezTo>
                    <a:pt x="62093" y="81235"/>
                    <a:pt x="62973" y="81007"/>
                    <a:pt x="63842" y="81007"/>
                  </a:cubicBezTo>
                  <a:cubicBezTo>
                    <a:pt x="65524" y="81007"/>
                    <a:pt x="67165" y="81861"/>
                    <a:pt x="68111" y="83410"/>
                  </a:cubicBezTo>
                  <a:cubicBezTo>
                    <a:pt x="70623" y="87585"/>
                    <a:pt x="75026" y="90064"/>
                    <a:pt x="79887" y="90064"/>
                  </a:cubicBezTo>
                  <a:cubicBezTo>
                    <a:pt x="87454" y="90064"/>
                    <a:pt x="93620" y="83899"/>
                    <a:pt x="93620" y="76331"/>
                  </a:cubicBezTo>
                  <a:cubicBezTo>
                    <a:pt x="93620" y="68763"/>
                    <a:pt x="87454" y="62598"/>
                    <a:pt x="79887" y="62598"/>
                  </a:cubicBezTo>
                  <a:cubicBezTo>
                    <a:pt x="66839" y="62598"/>
                    <a:pt x="56237" y="51997"/>
                    <a:pt x="56237" y="38949"/>
                  </a:cubicBezTo>
                  <a:cubicBezTo>
                    <a:pt x="56237" y="28902"/>
                    <a:pt x="62565" y="19736"/>
                    <a:pt x="72775" y="16506"/>
                  </a:cubicBezTo>
                  <a:cubicBezTo>
                    <a:pt x="74015" y="16147"/>
                    <a:pt x="74928" y="14941"/>
                    <a:pt x="74928" y="13603"/>
                  </a:cubicBezTo>
                  <a:lnTo>
                    <a:pt x="74928" y="11059"/>
                  </a:lnTo>
                  <a:cubicBezTo>
                    <a:pt x="74928" y="8319"/>
                    <a:pt x="77147" y="6101"/>
                    <a:pt x="79887" y="6101"/>
                  </a:cubicBezTo>
                  <a:close/>
                  <a:moveTo>
                    <a:pt x="79887" y="1"/>
                  </a:moveTo>
                  <a:cubicBezTo>
                    <a:pt x="73950" y="1"/>
                    <a:pt x="69089" y="4665"/>
                    <a:pt x="68828" y="10537"/>
                  </a:cubicBezTo>
                  <a:lnTo>
                    <a:pt x="24009" y="10537"/>
                  </a:lnTo>
                  <a:cubicBezTo>
                    <a:pt x="22345" y="10537"/>
                    <a:pt x="20975" y="11907"/>
                    <a:pt x="20975" y="13603"/>
                  </a:cubicBezTo>
                  <a:cubicBezTo>
                    <a:pt x="20975" y="23487"/>
                    <a:pt x="12918" y="31511"/>
                    <a:pt x="3067" y="31511"/>
                  </a:cubicBezTo>
                  <a:cubicBezTo>
                    <a:pt x="1371" y="31511"/>
                    <a:pt x="1" y="32881"/>
                    <a:pt x="1" y="34578"/>
                  </a:cubicBezTo>
                  <a:lnTo>
                    <a:pt x="1" y="80767"/>
                  </a:lnTo>
                  <a:cubicBezTo>
                    <a:pt x="1" y="82464"/>
                    <a:pt x="1371" y="83834"/>
                    <a:pt x="3067" y="83834"/>
                  </a:cubicBezTo>
                  <a:cubicBezTo>
                    <a:pt x="12918" y="83834"/>
                    <a:pt x="20975" y="91858"/>
                    <a:pt x="20975" y="101742"/>
                  </a:cubicBezTo>
                  <a:cubicBezTo>
                    <a:pt x="20975" y="103438"/>
                    <a:pt x="22345" y="104808"/>
                    <a:pt x="24009" y="104808"/>
                  </a:cubicBezTo>
                  <a:lnTo>
                    <a:pt x="68828" y="104808"/>
                  </a:lnTo>
                  <a:cubicBezTo>
                    <a:pt x="69089" y="110680"/>
                    <a:pt x="73950" y="115344"/>
                    <a:pt x="79887" y="115344"/>
                  </a:cubicBezTo>
                  <a:cubicBezTo>
                    <a:pt x="85823" y="115344"/>
                    <a:pt x="90684" y="110680"/>
                    <a:pt x="90945" y="104808"/>
                  </a:cubicBezTo>
                  <a:lnTo>
                    <a:pt x="135732" y="104808"/>
                  </a:lnTo>
                  <a:cubicBezTo>
                    <a:pt x="137428" y="104808"/>
                    <a:pt x="138798" y="103438"/>
                    <a:pt x="138798" y="101742"/>
                  </a:cubicBezTo>
                  <a:cubicBezTo>
                    <a:pt x="138798" y="98643"/>
                    <a:pt x="139581" y="95707"/>
                    <a:pt x="141081" y="93032"/>
                  </a:cubicBezTo>
                  <a:cubicBezTo>
                    <a:pt x="141897" y="91532"/>
                    <a:pt x="141375" y="89673"/>
                    <a:pt x="139907" y="88857"/>
                  </a:cubicBezTo>
                  <a:cubicBezTo>
                    <a:pt x="139434" y="88600"/>
                    <a:pt x="138925" y="88479"/>
                    <a:pt x="138424" y="88479"/>
                  </a:cubicBezTo>
                  <a:cubicBezTo>
                    <a:pt x="137338" y="88479"/>
                    <a:pt x="136290" y="89049"/>
                    <a:pt x="135732" y="90031"/>
                  </a:cubicBezTo>
                  <a:cubicBezTo>
                    <a:pt x="134231" y="92739"/>
                    <a:pt x="133285" y="95642"/>
                    <a:pt x="132894" y="98676"/>
                  </a:cubicBezTo>
                  <a:lnTo>
                    <a:pt x="99491" y="98676"/>
                  </a:lnTo>
                  <a:cubicBezTo>
                    <a:pt x="105819" y="93196"/>
                    <a:pt x="109636" y="85138"/>
                    <a:pt x="109636" y="76331"/>
                  </a:cubicBezTo>
                  <a:cubicBezTo>
                    <a:pt x="109636" y="59923"/>
                    <a:pt x="96294" y="46582"/>
                    <a:pt x="79887" y="46582"/>
                  </a:cubicBezTo>
                  <a:cubicBezTo>
                    <a:pt x="75679" y="46582"/>
                    <a:pt x="72254" y="43157"/>
                    <a:pt x="72254" y="38949"/>
                  </a:cubicBezTo>
                  <a:cubicBezTo>
                    <a:pt x="72254" y="34741"/>
                    <a:pt x="75679" y="31316"/>
                    <a:pt x="79887" y="31316"/>
                  </a:cubicBezTo>
                  <a:cubicBezTo>
                    <a:pt x="82594" y="31316"/>
                    <a:pt x="85041" y="32718"/>
                    <a:pt x="86443" y="35034"/>
                  </a:cubicBezTo>
                  <a:cubicBezTo>
                    <a:pt x="88510" y="38479"/>
                    <a:pt x="92183" y="40389"/>
                    <a:pt x="95942" y="40389"/>
                  </a:cubicBezTo>
                  <a:cubicBezTo>
                    <a:pt x="97878" y="40389"/>
                    <a:pt x="99837" y="39883"/>
                    <a:pt x="101611" y="38818"/>
                  </a:cubicBezTo>
                  <a:cubicBezTo>
                    <a:pt x="106863" y="35687"/>
                    <a:pt x="108559" y="28869"/>
                    <a:pt x="105395" y="23617"/>
                  </a:cubicBezTo>
                  <a:cubicBezTo>
                    <a:pt x="103830" y="21008"/>
                    <a:pt x="101840" y="18659"/>
                    <a:pt x="99524" y="16669"/>
                  </a:cubicBezTo>
                  <a:lnTo>
                    <a:pt x="132894" y="16669"/>
                  </a:lnTo>
                  <a:cubicBezTo>
                    <a:pt x="134264" y="27499"/>
                    <a:pt x="142843" y="36046"/>
                    <a:pt x="153673" y="37448"/>
                  </a:cubicBezTo>
                  <a:lnTo>
                    <a:pt x="153673" y="77897"/>
                  </a:lnTo>
                  <a:cubicBezTo>
                    <a:pt x="150835" y="78256"/>
                    <a:pt x="148160" y="79104"/>
                    <a:pt x="145648" y="80409"/>
                  </a:cubicBezTo>
                  <a:cubicBezTo>
                    <a:pt x="144148" y="81191"/>
                    <a:pt x="143561" y="83018"/>
                    <a:pt x="144343" y="84551"/>
                  </a:cubicBezTo>
                  <a:cubicBezTo>
                    <a:pt x="144886" y="85592"/>
                    <a:pt x="145947" y="86178"/>
                    <a:pt x="147036" y="86178"/>
                  </a:cubicBezTo>
                  <a:cubicBezTo>
                    <a:pt x="147517" y="86178"/>
                    <a:pt x="148004" y="86063"/>
                    <a:pt x="148454" y="85823"/>
                  </a:cubicBezTo>
                  <a:cubicBezTo>
                    <a:pt x="151030" y="84519"/>
                    <a:pt x="153803" y="83834"/>
                    <a:pt x="156706" y="83834"/>
                  </a:cubicBezTo>
                  <a:cubicBezTo>
                    <a:pt x="158403" y="83834"/>
                    <a:pt x="159773" y="82464"/>
                    <a:pt x="159773" y="80767"/>
                  </a:cubicBezTo>
                  <a:lnTo>
                    <a:pt x="159773" y="34578"/>
                  </a:lnTo>
                  <a:cubicBezTo>
                    <a:pt x="159773" y="32881"/>
                    <a:pt x="158403" y="31511"/>
                    <a:pt x="156706" y="31511"/>
                  </a:cubicBezTo>
                  <a:cubicBezTo>
                    <a:pt x="146855" y="31511"/>
                    <a:pt x="138798" y="23520"/>
                    <a:pt x="138798" y="13603"/>
                  </a:cubicBezTo>
                  <a:cubicBezTo>
                    <a:pt x="138798" y="11939"/>
                    <a:pt x="137461" y="10537"/>
                    <a:pt x="135732" y="10537"/>
                  </a:cubicBezTo>
                  <a:lnTo>
                    <a:pt x="90945" y="10537"/>
                  </a:lnTo>
                  <a:cubicBezTo>
                    <a:pt x="90684" y="4665"/>
                    <a:pt x="85823" y="1"/>
                    <a:pt x="798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38"/>
          <p:cNvGrpSpPr/>
          <p:nvPr/>
        </p:nvGrpSpPr>
        <p:grpSpPr>
          <a:xfrm rot="845762">
            <a:off x="5832025" y="1838147"/>
            <a:ext cx="606465" cy="606465"/>
            <a:chOff x="1190625" y="238125"/>
            <a:chExt cx="5219200" cy="5219200"/>
          </a:xfrm>
        </p:grpSpPr>
        <p:sp>
          <p:nvSpPr>
            <p:cNvPr id="907" name="Google Shape;907;p38"/>
            <p:cNvSpPr/>
            <p:nvPr/>
          </p:nvSpPr>
          <p:spPr>
            <a:xfrm>
              <a:off x="4318850" y="314775"/>
              <a:ext cx="1445900" cy="1089525"/>
            </a:xfrm>
            <a:custGeom>
              <a:avLst/>
              <a:gdLst/>
              <a:ahLst/>
              <a:cxnLst/>
              <a:rect l="l" t="t" r="r" b="b"/>
              <a:pathLst>
                <a:path w="57836" h="43581" extrusionOk="0">
                  <a:moveTo>
                    <a:pt x="28902" y="0"/>
                  </a:moveTo>
                  <a:cubicBezTo>
                    <a:pt x="22215" y="0"/>
                    <a:pt x="15952" y="1827"/>
                    <a:pt x="10570" y="4991"/>
                  </a:cubicBezTo>
                  <a:lnTo>
                    <a:pt x="1" y="43580"/>
                  </a:lnTo>
                  <a:lnTo>
                    <a:pt x="35850" y="43580"/>
                  </a:lnTo>
                  <a:cubicBezTo>
                    <a:pt x="45408" y="42830"/>
                    <a:pt x="50301" y="31805"/>
                    <a:pt x="44527" y="24204"/>
                  </a:cubicBezTo>
                  <a:lnTo>
                    <a:pt x="45734" y="24204"/>
                  </a:lnTo>
                  <a:cubicBezTo>
                    <a:pt x="52421" y="24204"/>
                    <a:pt x="57836" y="18789"/>
                    <a:pt x="57836" y="12102"/>
                  </a:cubicBezTo>
                  <a:cubicBezTo>
                    <a:pt x="57836" y="5415"/>
                    <a:pt x="52421" y="0"/>
                    <a:pt x="457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8"/>
            <p:cNvSpPr/>
            <p:nvPr/>
          </p:nvSpPr>
          <p:spPr>
            <a:xfrm>
              <a:off x="4132925" y="439550"/>
              <a:ext cx="1153950" cy="1842350"/>
            </a:xfrm>
            <a:custGeom>
              <a:avLst/>
              <a:gdLst/>
              <a:ahLst/>
              <a:cxnLst/>
              <a:rect l="l" t="t" r="r" b="b"/>
              <a:pathLst>
                <a:path w="46158" h="73694" extrusionOk="0">
                  <a:moveTo>
                    <a:pt x="18007" y="0"/>
                  </a:moveTo>
                  <a:cubicBezTo>
                    <a:pt x="7242" y="6296"/>
                    <a:pt x="0" y="17974"/>
                    <a:pt x="0" y="31348"/>
                  </a:cubicBezTo>
                  <a:lnTo>
                    <a:pt x="0" y="61325"/>
                  </a:lnTo>
                  <a:cubicBezTo>
                    <a:pt x="0" y="67947"/>
                    <a:pt x="5187" y="73525"/>
                    <a:pt x="11776" y="73688"/>
                  </a:cubicBezTo>
                  <a:cubicBezTo>
                    <a:pt x="11895" y="73692"/>
                    <a:pt x="12014" y="73693"/>
                    <a:pt x="12132" y="73693"/>
                  </a:cubicBezTo>
                  <a:cubicBezTo>
                    <a:pt x="18819" y="73693"/>
                    <a:pt x="24237" y="68286"/>
                    <a:pt x="24237" y="61586"/>
                  </a:cubicBezTo>
                  <a:cubicBezTo>
                    <a:pt x="24237" y="57835"/>
                    <a:pt x="27271" y="54834"/>
                    <a:pt x="30989" y="54834"/>
                  </a:cubicBezTo>
                  <a:lnTo>
                    <a:pt x="31903" y="54834"/>
                  </a:lnTo>
                  <a:cubicBezTo>
                    <a:pt x="40253" y="54834"/>
                    <a:pt x="46158" y="46516"/>
                    <a:pt x="43287" y="38589"/>
                  </a:cubicBezTo>
                  <a:cubicBezTo>
                    <a:pt x="29326" y="38589"/>
                    <a:pt x="18007" y="27270"/>
                    <a:pt x="18007" y="13309"/>
                  </a:cubicBezTo>
                  <a:lnTo>
                    <a:pt x="180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8"/>
            <p:cNvSpPr/>
            <p:nvPr/>
          </p:nvSpPr>
          <p:spPr>
            <a:xfrm>
              <a:off x="2068075" y="314775"/>
              <a:ext cx="1400250" cy="1494825"/>
            </a:xfrm>
            <a:custGeom>
              <a:avLst/>
              <a:gdLst/>
              <a:ahLst/>
              <a:cxnLst/>
              <a:rect l="l" t="t" r="r" b="b"/>
              <a:pathLst>
                <a:path w="56010" h="59793" extrusionOk="0">
                  <a:moveTo>
                    <a:pt x="2806" y="0"/>
                  </a:moveTo>
                  <a:cubicBezTo>
                    <a:pt x="1828" y="0"/>
                    <a:pt x="914" y="98"/>
                    <a:pt x="1" y="326"/>
                  </a:cubicBezTo>
                  <a:lnTo>
                    <a:pt x="31740" y="59792"/>
                  </a:lnTo>
                  <a:lnTo>
                    <a:pt x="56009" y="43580"/>
                  </a:lnTo>
                  <a:cubicBezTo>
                    <a:pt x="56009" y="32783"/>
                    <a:pt x="55781" y="30500"/>
                    <a:pt x="54509" y="26129"/>
                  </a:cubicBezTo>
                  <a:cubicBezTo>
                    <a:pt x="50105" y="11058"/>
                    <a:pt x="36111" y="0"/>
                    <a:pt x="196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8"/>
            <p:cNvSpPr/>
            <p:nvPr/>
          </p:nvSpPr>
          <p:spPr>
            <a:xfrm>
              <a:off x="1832400" y="322925"/>
              <a:ext cx="1635925" cy="1958975"/>
            </a:xfrm>
            <a:custGeom>
              <a:avLst/>
              <a:gdLst/>
              <a:ahLst/>
              <a:cxnLst/>
              <a:rect l="l" t="t" r="r" b="b"/>
              <a:pathLst>
                <a:path w="65437" h="78359" extrusionOk="0">
                  <a:moveTo>
                    <a:pt x="9428" y="0"/>
                  </a:moveTo>
                  <a:cubicBezTo>
                    <a:pt x="4013" y="1273"/>
                    <a:pt x="1" y="6198"/>
                    <a:pt x="131" y="12070"/>
                  </a:cubicBezTo>
                  <a:cubicBezTo>
                    <a:pt x="294" y="18659"/>
                    <a:pt x="5840" y="23878"/>
                    <a:pt x="12462" y="23878"/>
                  </a:cubicBezTo>
                  <a:lnTo>
                    <a:pt x="13440" y="23878"/>
                  </a:lnTo>
                  <a:cubicBezTo>
                    <a:pt x="7699" y="31446"/>
                    <a:pt x="12559" y="42504"/>
                    <a:pt x="22117" y="43254"/>
                  </a:cubicBezTo>
                  <a:cubicBezTo>
                    <a:pt x="19214" y="51181"/>
                    <a:pt x="25151" y="59466"/>
                    <a:pt x="33501" y="59466"/>
                  </a:cubicBezTo>
                  <a:lnTo>
                    <a:pt x="34676" y="59466"/>
                  </a:lnTo>
                  <a:cubicBezTo>
                    <a:pt x="38264" y="59466"/>
                    <a:pt x="41167" y="62402"/>
                    <a:pt x="41167" y="65990"/>
                  </a:cubicBezTo>
                  <a:cubicBezTo>
                    <a:pt x="41167" y="72612"/>
                    <a:pt x="46354" y="78190"/>
                    <a:pt x="52943" y="78353"/>
                  </a:cubicBezTo>
                  <a:cubicBezTo>
                    <a:pt x="53062" y="78357"/>
                    <a:pt x="53180" y="78358"/>
                    <a:pt x="53298" y="78358"/>
                  </a:cubicBezTo>
                  <a:cubicBezTo>
                    <a:pt x="59986" y="78358"/>
                    <a:pt x="65404" y="72951"/>
                    <a:pt x="65404" y="66251"/>
                  </a:cubicBezTo>
                  <a:cubicBezTo>
                    <a:pt x="65404" y="55748"/>
                    <a:pt x="65436" y="48506"/>
                    <a:pt x="65436" y="43254"/>
                  </a:cubicBezTo>
                  <a:lnTo>
                    <a:pt x="62500" y="43254"/>
                  </a:lnTo>
                  <a:cubicBezTo>
                    <a:pt x="52160" y="43254"/>
                    <a:pt x="42602" y="36567"/>
                    <a:pt x="39471" y="25803"/>
                  </a:cubicBezTo>
                  <a:cubicBezTo>
                    <a:pt x="35491" y="12233"/>
                    <a:pt x="23781" y="1925"/>
                    <a:pt x="9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8"/>
            <p:cNvSpPr/>
            <p:nvPr/>
          </p:nvSpPr>
          <p:spPr>
            <a:xfrm>
              <a:off x="2622625" y="1953925"/>
              <a:ext cx="3710525" cy="3426725"/>
            </a:xfrm>
            <a:custGeom>
              <a:avLst/>
              <a:gdLst/>
              <a:ahLst/>
              <a:cxnLst/>
              <a:rect l="l" t="t" r="r" b="b"/>
              <a:pathLst>
                <a:path w="148421" h="137069" extrusionOk="0">
                  <a:moveTo>
                    <a:pt x="17876" y="0"/>
                  </a:moveTo>
                  <a:lnTo>
                    <a:pt x="0" y="17876"/>
                  </a:lnTo>
                  <a:lnTo>
                    <a:pt x="0" y="119193"/>
                  </a:lnTo>
                  <a:lnTo>
                    <a:pt x="17876" y="137069"/>
                  </a:lnTo>
                  <a:lnTo>
                    <a:pt x="130545" y="137069"/>
                  </a:lnTo>
                  <a:cubicBezTo>
                    <a:pt x="140429" y="137069"/>
                    <a:pt x="148421" y="129077"/>
                    <a:pt x="148421" y="119193"/>
                  </a:cubicBezTo>
                  <a:lnTo>
                    <a:pt x="148421" y="17876"/>
                  </a:lnTo>
                  <a:cubicBezTo>
                    <a:pt x="148421" y="7992"/>
                    <a:pt x="140429" y="0"/>
                    <a:pt x="130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8"/>
            <p:cNvSpPr/>
            <p:nvPr/>
          </p:nvSpPr>
          <p:spPr>
            <a:xfrm>
              <a:off x="1267275" y="1953925"/>
              <a:ext cx="2108075" cy="3426725"/>
            </a:xfrm>
            <a:custGeom>
              <a:avLst/>
              <a:gdLst/>
              <a:ahLst/>
              <a:cxnLst/>
              <a:rect l="l" t="t" r="r" b="b"/>
              <a:pathLst>
                <a:path w="84323" h="137069" extrusionOk="0">
                  <a:moveTo>
                    <a:pt x="17876" y="0"/>
                  </a:moveTo>
                  <a:cubicBezTo>
                    <a:pt x="7992" y="0"/>
                    <a:pt x="0" y="7992"/>
                    <a:pt x="0" y="17876"/>
                  </a:cubicBezTo>
                  <a:lnTo>
                    <a:pt x="0" y="119193"/>
                  </a:lnTo>
                  <a:cubicBezTo>
                    <a:pt x="0" y="129077"/>
                    <a:pt x="7992" y="137069"/>
                    <a:pt x="17876" y="137069"/>
                  </a:cubicBezTo>
                  <a:lnTo>
                    <a:pt x="84323" y="137069"/>
                  </a:lnTo>
                  <a:cubicBezTo>
                    <a:pt x="74471" y="137069"/>
                    <a:pt x="66447" y="129077"/>
                    <a:pt x="66447" y="119193"/>
                  </a:cubicBezTo>
                  <a:lnTo>
                    <a:pt x="66447" y="17876"/>
                  </a:lnTo>
                  <a:cubicBezTo>
                    <a:pt x="66447" y="7992"/>
                    <a:pt x="74471" y="0"/>
                    <a:pt x="84323" y="0"/>
                  </a:cubicBezTo>
                  <a:close/>
                </a:path>
              </a:pathLst>
            </a:custGeom>
            <a:solidFill>
              <a:srgbClr val="A1D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8"/>
            <p:cNvSpPr/>
            <p:nvPr/>
          </p:nvSpPr>
          <p:spPr>
            <a:xfrm>
              <a:off x="2622625" y="2565550"/>
              <a:ext cx="3098100" cy="2203475"/>
            </a:xfrm>
            <a:custGeom>
              <a:avLst/>
              <a:gdLst/>
              <a:ahLst/>
              <a:cxnLst/>
              <a:rect l="l" t="t" r="r" b="b"/>
              <a:pathLst>
                <a:path w="123924" h="88139" extrusionOk="0">
                  <a:moveTo>
                    <a:pt x="12233" y="0"/>
                  </a:moveTo>
                  <a:lnTo>
                    <a:pt x="0" y="44070"/>
                  </a:lnTo>
                  <a:lnTo>
                    <a:pt x="12233" y="88139"/>
                  </a:lnTo>
                  <a:lnTo>
                    <a:pt x="102981" y="88139"/>
                  </a:lnTo>
                  <a:cubicBezTo>
                    <a:pt x="102981" y="76559"/>
                    <a:pt x="112343" y="67164"/>
                    <a:pt x="123923" y="67164"/>
                  </a:cubicBezTo>
                  <a:lnTo>
                    <a:pt x="123923" y="20975"/>
                  </a:lnTo>
                  <a:cubicBezTo>
                    <a:pt x="112343" y="20975"/>
                    <a:pt x="102981" y="11580"/>
                    <a:pt x="102981" y="0"/>
                  </a:cubicBezTo>
                  <a:close/>
                </a:path>
              </a:pathLst>
            </a:custGeom>
            <a:solidFill>
              <a:srgbClr val="C1F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8"/>
            <p:cNvSpPr/>
            <p:nvPr/>
          </p:nvSpPr>
          <p:spPr>
            <a:xfrm>
              <a:off x="1879700" y="2565550"/>
              <a:ext cx="1048750" cy="2203475"/>
            </a:xfrm>
            <a:custGeom>
              <a:avLst/>
              <a:gdLst/>
              <a:ahLst/>
              <a:cxnLst/>
              <a:rect l="l" t="t" r="r" b="b"/>
              <a:pathLst>
                <a:path w="41950" h="88139" extrusionOk="0">
                  <a:moveTo>
                    <a:pt x="20975" y="0"/>
                  </a:moveTo>
                  <a:cubicBezTo>
                    <a:pt x="20975" y="11580"/>
                    <a:pt x="11581" y="20975"/>
                    <a:pt x="1" y="20975"/>
                  </a:cubicBezTo>
                  <a:lnTo>
                    <a:pt x="1" y="67164"/>
                  </a:lnTo>
                  <a:cubicBezTo>
                    <a:pt x="11581" y="67164"/>
                    <a:pt x="20975" y="76559"/>
                    <a:pt x="20975" y="88139"/>
                  </a:cubicBezTo>
                  <a:lnTo>
                    <a:pt x="41950" y="88139"/>
                  </a:lnTo>
                  <a:lnTo>
                    <a:pt x="41950" y="0"/>
                  </a:lnTo>
                  <a:close/>
                </a:path>
              </a:pathLst>
            </a:custGeom>
            <a:solidFill>
              <a:srgbClr val="A1D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8"/>
            <p:cNvSpPr/>
            <p:nvPr/>
          </p:nvSpPr>
          <p:spPr>
            <a:xfrm>
              <a:off x="3132300" y="2301325"/>
              <a:ext cx="1335825" cy="2731925"/>
            </a:xfrm>
            <a:custGeom>
              <a:avLst/>
              <a:gdLst/>
              <a:ahLst/>
              <a:cxnLst/>
              <a:rect l="l" t="t" r="r" b="b"/>
              <a:pathLst>
                <a:path w="53433" h="109277" extrusionOk="0">
                  <a:moveTo>
                    <a:pt x="26717" y="0"/>
                  </a:moveTo>
                  <a:cubicBezTo>
                    <a:pt x="22280" y="0"/>
                    <a:pt x="18692" y="3588"/>
                    <a:pt x="18692" y="8025"/>
                  </a:cubicBezTo>
                  <a:lnTo>
                    <a:pt x="18692" y="10569"/>
                  </a:lnTo>
                  <a:cubicBezTo>
                    <a:pt x="12005" y="12657"/>
                    <a:pt x="6460" y="17224"/>
                    <a:pt x="3198" y="23291"/>
                  </a:cubicBezTo>
                  <a:cubicBezTo>
                    <a:pt x="1175" y="27075"/>
                    <a:pt x="1" y="31348"/>
                    <a:pt x="1" y="35915"/>
                  </a:cubicBezTo>
                  <a:cubicBezTo>
                    <a:pt x="1" y="50626"/>
                    <a:pt x="12005" y="62630"/>
                    <a:pt x="26717" y="62630"/>
                  </a:cubicBezTo>
                  <a:cubicBezTo>
                    <a:pt x="32621" y="62630"/>
                    <a:pt x="37416" y="67393"/>
                    <a:pt x="37416" y="73297"/>
                  </a:cubicBezTo>
                  <a:cubicBezTo>
                    <a:pt x="37416" y="79201"/>
                    <a:pt x="32621" y="83964"/>
                    <a:pt x="26717" y="83964"/>
                  </a:cubicBezTo>
                  <a:cubicBezTo>
                    <a:pt x="22933" y="83964"/>
                    <a:pt x="19508" y="82039"/>
                    <a:pt x="17550" y="78777"/>
                  </a:cubicBezTo>
                  <a:cubicBezTo>
                    <a:pt x="16044" y="76280"/>
                    <a:pt x="13387" y="74891"/>
                    <a:pt x="10666" y="74891"/>
                  </a:cubicBezTo>
                  <a:cubicBezTo>
                    <a:pt x="9264" y="74891"/>
                    <a:pt x="7845" y="75260"/>
                    <a:pt x="6557" y="76037"/>
                  </a:cubicBezTo>
                  <a:cubicBezTo>
                    <a:pt x="4470" y="77309"/>
                    <a:pt x="3132" y="79397"/>
                    <a:pt x="2774" y="81615"/>
                  </a:cubicBezTo>
                  <a:cubicBezTo>
                    <a:pt x="2741" y="81876"/>
                    <a:pt x="2708" y="82137"/>
                    <a:pt x="2676" y="82431"/>
                  </a:cubicBezTo>
                  <a:cubicBezTo>
                    <a:pt x="2676" y="82887"/>
                    <a:pt x="2676" y="83377"/>
                    <a:pt x="2741" y="83833"/>
                  </a:cubicBezTo>
                  <a:cubicBezTo>
                    <a:pt x="2871" y="84942"/>
                    <a:pt x="3198" y="86019"/>
                    <a:pt x="3817" y="87030"/>
                  </a:cubicBezTo>
                  <a:cubicBezTo>
                    <a:pt x="7210" y="92673"/>
                    <a:pt x="12560" y="96751"/>
                    <a:pt x="18692" y="98708"/>
                  </a:cubicBezTo>
                  <a:lnTo>
                    <a:pt x="18692" y="101252"/>
                  </a:lnTo>
                  <a:cubicBezTo>
                    <a:pt x="18692" y="105689"/>
                    <a:pt x="22280" y="109277"/>
                    <a:pt x="26717" y="109277"/>
                  </a:cubicBezTo>
                  <a:cubicBezTo>
                    <a:pt x="31153" y="109277"/>
                    <a:pt x="34741" y="105689"/>
                    <a:pt x="34741" y="101252"/>
                  </a:cubicBezTo>
                  <a:lnTo>
                    <a:pt x="34741" y="98708"/>
                  </a:lnTo>
                  <a:cubicBezTo>
                    <a:pt x="45538" y="95316"/>
                    <a:pt x="53432" y="85236"/>
                    <a:pt x="53432" y="73297"/>
                  </a:cubicBezTo>
                  <a:cubicBezTo>
                    <a:pt x="53432" y="58586"/>
                    <a:pt x="41428" y="46581"/>
                    <a:pt x="26717" y="46581"/>
                  </a:cubicBezTo>
                  <a:cubicBezTo>
                    <a:pt x="20812" y="46581"/>
                    <a:pt x="16050" y="41786"/>
                    <a:pt x="16050" y="35915"/>
                  </a:cubicBezTo>
                  <a:cubicBezTo>
                    <a:pt x="16050" y="30011"/>
                    <a:pt x="20812" y="25215"/>
                    <a:pt x="26717" y="25215"/>
                  </a:cubicBezTo>
                  <a:cubicBezTo>
                    <a:pt x="30500" y="25215"/>
                    <a:pt x="33926" y="27173"/>
                    <a:pt x="35883" y="30435"/>
                  </a:cubicBezTo>
                  <a:cubicBezTo>
                    <a:pt x="37389" y="32931"/>
                    <a:pt x="40047" y="34320"/>
                    <a:pt x="42767" y="34320"/>
                  </a:cubicBezTo>
                  <a:cubicBezTo>
                    <a:pt x="44169" y="34320"/>
                    <a:pt x="45589" y="33951"/>
                    <a:pt x="46876" y="33175"/>
                  </a:cubicBezTo>
                  <a:cubicBezTo>
                    <a:pt x="50660" y="30891"/>
                    <a:pt x="51899" y="25966"/>
                    <a:pt x="49616" y="22182"/>
                  </a:cubicBezTo>
                  <a:cubicBezTo>
                    <a:pt x="46223" y="16539"/>
                    <a:pt x="40874" y="12494"/>
                    <a:pt x="34741" y="10569"/>
                  </a:cubicBezTo>
                  <a:lnTo>
                    <a:pt x="34741" y="8025"/>
                  </a:lnTo>
                  <a:cubicBezTo>
                    <a:pt x="34741" y="3588"/>
                    <a:pt x="31153" y="0"/>
                    <a:pt x="26717" y="0"/>
                  </a:cubicBezTo>
                  <a:close/>
                </a:path>
              </a:pathLst>
            </a:custGeom>
            <a:solidFill>
              <a:srgbClr val="8AB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8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54736" y="6133"/>
                  </a:moveTo>
                  <a:cubicBezTo>
                    <a:pt x="69317" y="6133"/>
                    <a:pt x="82528" y="15886"/>
                    <a:pt x="86671" y="30076"/>
                  </a:cubicBezTo>
                  <a:cubicBezTo>
                    <a:pt x="87813" y="33925"/>
                    <a:pt x="88041" y="35784"/>
                    <a:pt x="88041" y="46646"/>
                  </a:cubicBezTo>
                  <a:cubicBezTo>
                    <a:pt x="88041" y="48897"/>
                    <a:pt x="88041" y="51572"/>
                    <a:pt x="88041" y="54704"/>
                  </a:cubicBezTo>
                  <a:cubicBezTo>
                    <a:pt x="88008" y="57802"/>
                    <a:pt x="88008" y="61423"/>
                    <a:pt x="88008" y="65566"/>
                  </a:cubicBezTo>
                  <a:lnTo>
                    <a:pt x="69350" y="65566"/>
                  </a:lnTo>
                  <a:cubicBezTo>
                    <a:pt x="68110" y="62206"/>
                    <a:pt x="64881" y="59825"/>
                    <a:pt x="61097" y="59825"/>
                  </a:cubicBezTo>
                  <a:lnTo>
                    <a:pt x="59172" y="59825"/>
                  </a:lnTo>
                  <a:cubicBezTo>
                    <a:pt x="53529" y="59825"/>
                    <a:pt x="49517" y="54834"/>
                    <a:pt x="50169" y="49680"/>
                  </a:cubicBezTo>
                  <a:lnTo>
                    <a:pt x="53333" y="49680"/>
                  </a:lnTo>
                  <a:cubicBezTo>
                    <a:pt x="55030" y="49680"/>
                    <a:pt x="56367" y="48310"/>
                    <a:pt x="56367" y="46646"/>
                  </a:cubicBezTo>
                  <a:cubicBezTo>
                    <a:pt x="56367" y="44950"/>
                    <a:pt x="55030" y="43580"/>
                    <a:pt x="53333" y="43580"/>
                  </a:cubicBezTo>
                  <a:lnTo>
                    <a:pt x="47951" y="43580"/>
                  </a:lnTo>
                  <a:cubicBezTo>
                    <a:pt x="41362" y="42993"/>
                    <a:pt x="37774" y="35882"/>
                    <a:pt x="40775" y="30336"/>
                  </a:cubicBezTo>
                  <a:lnTo>
                    <a:pt x="53333" y="30336"/>
                  </a:lnTo>
                  <a:cubicBezTo>
                    <a:pt x="55030" y="30336"/>
                    <a:pt x="56367" y="28966"/>
                    <a:pt x="56367" y="27270"/>
                  </a:cubicBezTo>
                  <a:cubicBezTo>
                    <a:pt x="56367" y="25574"/>
                    <a:pt x="55030" y="24204"/>
                    <a:pt x="53333" y="24204"/>
                  </a:cubicBezTo>
                  <a:lnTo>
                    <a:pt x="38165" y="24204"/>
                  </a:lnTo>
                  <a:cubicBezTo>
                    <a:pt x="33109" y="24204"/>
                    <a:pt x="28934" y="20224"/>
                    <a:pt x="28869" y="15331"/>
                  </a:cubicBezTo>
                  <a:cubicBezTo>
                    <a:pt x="28771" y="10243"/>
                    <a:pt x="32881" y="6133"/>
                    <a:pt x="37904" y="6133"/>
                  </a:cubicBezTo>
                  <a:close/>
                  <a:moveTo>
                    <a:pt x="170863" y="6133"/>
                  </a:moveTo>
                  <a:cubicBezTo>
                    <a:pt x="175854" y="6133"/>
                    <a:pt x="179931" y="10177"/>
                    <a:pt x="179931" y="15168"/>
                  </a:cubicBezTo>
                  <a:cubicBezTo>
                    <a:pt x="179931" y="20159"/>
                    <a:pt x="175854" y="24204"/>
                    <a:pt x="170863" y="24204"/>
                  </a:cubicBezTo>
                  <a:lnTo>
                    <a:pt x="155434" y="24204"/>
                  </a:lnTo>
                  <a:cubicBezTo>
                    <a:pt x="153770" y="24204"/>
                    <a:pt x="152400" y="25574"/>
                    <a:pt x="152400" y="27270"/>
                  </a:cubicBezTo>
                  <a:cubicBezTo>
                    <a:pt x="152400" y="28966"/>
                    <a:pt x="153770" y="30336"/>
                    <a:pt x="155434" y="30336"/>
                  </a:cubicBezTo>
                  <a:lnTo>
                    <a:pt x="167992" y="30336"/>
                  </a:lnTo>
                  <a:cubicBezTo>
                    <a:pt x="170993" y="35882"/>
                    <a:pt x="167405" y="42993"/>
                    <a:pt x="160816" y="43580"/>
                  </a:cubicBezTo>
                  <a:lnTo>
                    <a:pt x="155434" y="43580"/>
                  </a:lnTo>
                  <a:cubicBezTo>
                    <a:pt x="153770" y="43580"/>
                    <a:pt x="152400" y="44950"/>
                    <a:pt x="152400" y="46646"/>
                  </a:cubicBezTo>
                  <a:cubicBezTo>
                    <a:pt x="152400" y="48310"/>
                    <a:pt x="153770" y="49680"/>
                    <a:pt x="155434" y="49680"/>
                  </a:cubicBezTo>
                  <a:lnTo>
                    <a:pt x="158598" y="49680"/>
                  </a:lnTo>
                  <a:cubicBezTo>
                    <a:pt x="159250" y="54834"/>
                    <a:pt x="155238" y="59825"/>
                    <a:pt x="149595" y="59825"/>
                  </a:cubicBezTo>
                  <a:lnTo>
                    <a:pt x="147670" y="59825"/>
                  </a:lnTo>
                  <a:cubicBezTo>
                    <a:pt x="143886" y="59825"/>
                    <a:pt x="140657" y="62206"/>
                    <a:pt x="139417" y="65566"/>
                  </a:cubicBezTo>
                  <a:lnTo>
                    <a:pt x="120759" y="65566"/>
                  </a:lnTo>
                  <a:lnTo>
                    <a:pt x="120759" y="39405"/>
                  </a:lnTo>
                  <a:cubicBezTo>
                    <a:pt x="120759" y="21301"/>
                    <a:pt x="135536" y="6133"/>
                    <a:pt x="154031" y="6133"/>
                  </a:cubicBezTo>
                  <a:close/>
                  <a:moveTo>
                    <a:pt x="37904" y="0"/>
                  </a:moveTo>
                  <a:cubicBezTo>
                    <a:pt x="29456" y="0"/>
                    <a:pt x="22606" y="6915"/>
                    <a:pt x="22736" y="15429"/>
                  </a:cubicBezTo>
                  <a:cubicBezTo>
                    <a:pt x="22867" y="22345"/>
                    <a:pt x="27792" y="28184"/>
                    <a:pt x="34316" y="29847"/>
                  </a:cubicBezTo>
                  <a:cubicBezTo>
                    <a:pt x="31739" y="37611"/>
                    <a:pt x="35980" y="46451"/>
                    <a:pt x="44102" y="49028"/>
                  </a:cubicBezTo>
                  <a:cubicBezTo>
                    <a:pt x="43156" y="56693"/>
                    <a:pt x="48277" y="63870"/>
                    <a:pt x="55878" y="65566"/>
                  </a:cubicBezTo>
                  <a:lnTo>
                    <a:pt x="37382" y="65566"/>
                  </a:lnTo>
                  <a:cubicBezTo>
                    <a:pt x="35686" y="65566"/>
                    <a:pt x="34316" y="66936"/>
                    <a:pt x="34316" y="68632"/>
                  </a:cubicBezTo>
                  <a:cubicBezTo>
                    <a:pt x="34316" y="70296"/>
                    <a:pt x="35686" y="71666"/>
                    <a:pt x="37382" y="71666"/>
                  </a:cubicBezTo>
                  <a:lnTo>
                    <a:pt x="187825" y="71666"/>
                  </a:lnTo>
                  <a:cubicBezTo>
                    <a:pt x="196013" y="71698"/>
                    <a:pt x="202667" y="78288"/>
                    <a:pt x="202667" y="86508"/>
                  </a:cubicBezTo>
                  <a:lnTo>
                    <a:pt x="202667" y="187825"/>
                  </a:lnTo>
                  <a:cubicBezTo>
                    <a:pt x="202667" y="196045"/>
                    <a:pt x="195980" y="202667"/>
                    <a:pt x="187825" y="202667"/>
                  </a:cubicBezTo>
                  <a:lnTo>
                    <a:pt x="20942" y="202667"/>
                  </a:lnTo>
                  <a:cubicBezTo>
                    <a:pt x="12787" y="202667"/>
                    <a:pt x="6100" y="196045"/>
                    <a:pt x="6100" y="187825"/>
                  </a:cubicBezTo>
                  <a:lnTo>
                    <a:pt x="6100" y="86508"/>
                  </a:lnTo>
                  <a:cubicBezTo>
                    <a:pt x="6100" y="78353"/>
                    <a:pt x="12722" y="71698"/>
                    <a:pt x="20942" y="71666"/>
                  </a:cubicBezTo>
                  <a:lnTo>
                    <a:pt x="25150" y="71666"/>
                  </a:lnTo>
                  <a:cubicBezTo>
                    <a:pt x="26814" y="71666"/>
                    <a:pt x="28184" y="70296"/>
                    <a:pt x="28184" y="68632"/>
                  </a:cubicBezTo>
                  <a:cubicBezTo>
                    <a:pt x="28184" y="66936"/>
                    <a:pt x="26814" y="65566"/>
                    <a:pt x="25150" y="65566"/>
                  </a:cubicBezTo>
                  <a:lnTo>
                    <a:pt x="20942" y="65566"/>
                  </a:lnTo>
                  <a:cubicBezTo>
                    <a:pt x="9362" y="65566"/>
                    <a:pt x="0" y="74960"/>
                    <a:pt x="0" y="86508"/>
                  </a:cubicBezTo>
                  <a:lnTo>
                    <a:pt x="0" y="187825"/>
                  </a:lnTo>
                  <a:cubicBezTo>
                    <a:pt x="0" y="199405"/>
                    <a:pt x="9395" y="208767"/>
                    <a:pt x="20942" y="208767"/>
                  </a:cubicBezTo>
                  <a:lnTo>
                    <a:pt x="187825" y="208767"/>
                  </a:lnTo>
                  <a:cubicBezTo>
                    <a:pt x="199438" y="208767"/>
                    <a:pt x="208767" y="199373"/>
                    <a:pt x="208767" y="187825"/>
                  </a:cubicBezTo>
                  <a:lnTo>
                    <a:pt x="208767" y="86508"/>
                  </a:lnTo>
                  <a:cubicBezTo>
                    <a:pt x="208767" y="74895"/>
                    <a:pt x="199373" y="65566"/>
                    <a:pt x="187825" y="65566"/>
                  </a:cubicBezTo>
                  <a:lnTo>
                    <a:pt x="152922" y="65566"/>
                  </a:lnTo>
                  <a:cubicBezTo>
                    <a:pt x="160490" y="63870"/>
                    <a:pt x="165611" y="56661"/>
                    <a:pt x="164665" y="49028"/>
                  </a:cubicBezTo>
                  <a:cubicBezTo>
                    <a:pt x="172755" y="46483"/>
                    <a:pt x="177028" y="37643"/>
                    <a:pt x="174451" y="29912"/>
                  </a:cubicBezTo>
                  <a:cubicBezTo>
                    <a:pt x="181105" y="28281"/>
                    <a:pt x="186031" y="22279"/>
                    <a:pt x="186031" y="15168"/>
                  </a:cubicBezTo>
                  <a:cubicBezTo>
                    <a:pt x="186031" y="6818"/>
                    <a:pt x="179246" y="0"/>
                    <a:pt x="170863" y="0"/>
                  </a:cubicBezTo>
                  <a:lnTo>
                    <a:pt x="154031" y="0"/>
                  </a:lnTo>
                  <a:cubicBezTo>
                    <a:pt x="132143" y="0"/>
                    <a:pt x="114659" y="17941"/>
                    <a:pt x="114659" y="39405"/>
                  </a:cubicBezTo>
                  <a:lnTo>
                    <a:pt x="114659" y="65566"/>
                  </a:lnTo>
                  <a:lnTo>
                    <a:pt x="94108" y="65566"/>
                  </a:lnTo>
                  <a:cubicBezTo>
                    <a:pt x="94141" y="61423"/>
                    <a:pt x="94141" y="57835"/>
                    <a:pt x="94141" y="54704"/>
                  </a:cubicBezTo>
                  <a:cubicBezTo>
                    <a:pt x="94141" y="51572"/>
                    <a:pt x="94174" y="48897"/>
                    <a:pt x="94174" y="46646"/>
                  </a:cubicBezTo>
                  <a:cubicBezTo>
                    <a:pt x="94174" y="35654"/>
                    <a:pt x="93945" y="33077"/>
                    <a:pt x="92543" y="28347"/>
                  </a:cubicBezTo>
                  <a:cubicBezTo>
                    <a:pt x="87650" y="11645"/>
                    <a:pt x="72123" y="0"/>
                    <a:pt x="547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8"/>
            <p:cNvSpPr/>
            <p:nvPr/>
          </p:nvSpPr>
          <p:spPr>
            <a:xfrm>
              <a:off x="2482350" y="543925"/>
              <a:ext cx="740500" cy="586850"/>
            </a:xfrm>
            <a:custGeom>
              <a:avLst/>
              <a:gdLst/>
              <a:ahLst/>
              <a:cxnLst/>
              <a:rect l="l" t="t" r="r" b="b"/>
              <a:pathLst>
                <a:path w="29620" h="23474" extrusionOk="0">
                  <a:moveTo>
                    <a:pt x="3067" y="0"/>
                  </a:moveTo>
                  <a:cubicBezTo>
                    <a:pt x="1371" y="0"/>
                    <a:pt x="1" y="1370"/>
                    <a:pt x="1" y="3067"/>
                  </a:cubicBezTo>
                  <a:cubicBezTo>
                    <a:pt x="1" y="4763"/>
                    <a:pt x="1371" y="6133"/>
                    <a:pt x="3067" y="6133"/>
                  </a:cubicBezTo>
                  <a:cubicBezTo>
                    <a:pt x="12331" y="6133"/>
                    <a:pt x="20649" y="12331"/>
                    <a:pt x="23259" y="21269"/>
                  </a:cubicBezTo>
                  <a:cubicBezTo>
                    <a:pt x="23663" y="22616"/>
                    <a:pt x="24891" y="23474"/>
                    <a:pt x="26207" y="23474"/>
                  </a:cubicBezTo>
                  <a:cubicBezTo>
                    <a:pt x="26484" y="23474"/>
                    <a:pt x="26765" y="23436"/>
                    <a:pt x="27043" y="23356"/>
                  </a:cubicBezTo>
                  <a:cubicBezTo>
                    <a:pt x="28674" y="22867"/>
                    <a:pt x="29620" y="21171"/>
                    <a:pt x="29130" y="19540"/>
                  </a:cubicBezTo>
                  <a:cubicBezTo>
                    <a:pt x="25771" y="8025"/>
                    <a:pt x="15039" y="0"/>
                    <a:pt x="3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8"/>
            <p:cNvSpPr/>
            <p:nvPr/>
          </p:nvSpPr>
          <p:spPr>
            <a:xfrm>
              <a:off x="4362900" y="626500"/>
              <a:ext cx="462400" cy="672600"/>
            </a:xfrm>
            <a:custGeom>
              <a:avLst/>
              <a:gdLst/>
              <a:ahLst/>
              <a:cxnLst/>
              <a:rect l="l" t="t" r="r" b="b"/>
              <a:pathLst>
                <a:path w="18496" h="26904" extrusionOk="0">
                  <a:moveTo>
                    <a:pt x="14997" y="1"/>
                  </a:moveTo>
                  <a:cubicBezTo>
                    <a:pt x="14475" y="1"/>
                    <a:pt x="13949" y="135"/>
                    <a:pt x="13472" y="416"/>
                  </a:cubicBezTo>
                  <a:cubicBezTo>
                    <a:pt x="5154" y="5309"/>
                    <a:pt x="0" y="14280"/>
                    <a:pt x="0" y="23870"/>
                  </a:cubicBezTo>
                  <a:cubicBezTo>
                    <a:pt x="0" y="25566"/>
                    <a:pt x="1370" y="26903"/>
                    <a:pt x="3034" y="26903"/>
                  </a:cubicBezTo>
                  <a:cubicBezTo>
                    <a:pt x="4730" y="26903"/>
                    <a:pt x="6100" y="25566"/>
                    <a:pt x="6100" y="23870"/>
                  </a:cubicBezTo>
                  <a:cubicBezTo>
                    <a:pt x="6100" y="16432"/>
                    <a:pt x="10112" y="9484"/>
                    <a:pt x="16571" y="5701"/>
                  </a:cubicBezTo>
                  <a:cubicBezTo>
                    <a:pt x="18006" y="4852"/>
                    <a:pt x="18496" y="2960"/>
                    <a:pt x="17648" y="1525"/>
                  </a:cubicBezTo>
                  <a:cubicBezTo>
                    <a:pt x="17081" y="544"/>
                    <a:pt x="16048" y="1"/>
                    <a:pt x="149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8"/>
            <p:cNvSpPr/>
            <p:nvPr/>
          </p:nvSpPr>
          <p:spPr>
            <a:xfrm>
              <a:off x="1803050" y="2225475"/>
              <a:ext cx="3994325" cy="2883625"/>
            </a:xfrm>
            <a:custGeom>
              <a:avLst/>
              <a:gdLst/>
              <a:ahLst/>
              <a:cxnLst/>
              <a:rect l="l" t="t" r="r" b="b"/>
              <a:pathLst>
                <a:path w="159773" h="115345" extrusionOk="0">
                  <a:moveTo>
                    <a:pt x="60249" y="16669"/>
                  </a:moveTo>
                  <a:cubicBezTo>
                    <a:pt x="53595" y="22443"/>
                    <a:pt x="50105" y="30663"/>
                    <a:pt x="50105" y="38949"/>
                  </a:cubicBezTo>
                  <a:cubicBezTo>
                    <a:pt x="50105" y="55357"/>
                    <a:pt x="63479" y="68698"/>
                    <a:pt x="79887" y="68698"/>
                  </a:cubicBezTo>
                  <a:cubicBezTo>
                    <a:pt x="84095" y="68698"/>
                    <a:pt x="87520" y="72123"/>
                    <a:pt x="87520" y="76331"/>
                  </a:cubicBezTo>
                  <a:cubicBezTo>
                    <a:pt x="87520" y="80539"/>
                    <a:pt x="84095" y="83964"/>
                    <a:pt x="79887" y="83964"/>
                  </a:cubicBezTo>
                  <a:cubicBezTo>
                    <a:pt x="77179" y="83964"/>
                    <a:pt x="74733" y="82561"/>
                    <a:pt x="73330" y="80245"/>
                  </a:cubicBezTo>
                  <a:cubicBezTo>
                    <a:pt x="71263" y="76801"/>
                    <a:pt x="67590" y="74890"/>
                    <a:pt x="63831" y="74890"/>
                  </a:cubicBezTo>
                  <a:cubicBezTo>
                    <a:pt x="61895" y="74890"/>
                    <a:pt x="59936" y="75397"/>
                    <a:pt x="58162" y="76462"/>
                  </a:cubicBezTo>
                  <a:cubicBezTo>
                    <a:pt x="52877" y="79626"/>
                    <a:pt x="51246" y="86476"/>
                    <a:pt x="54378" y="91662"/>
                  </a:cubicBezTo>
                  <a:cubicBezTo>
                    <a:pt x="55976" y="94305"/>
                    <a:pt x="57966" y="96686"/>
                    <a:pt x="60282" y="98676"/>
                  </a:cubicBezTo>
                  <a:lnTo>
                    <a:pt x="26879" y="98676"/>
                  </a:lnTo>
                  <a:cubicBezTo>
                    <a:pt x="25509" y="87879"/>
                    <a:pt x="16930" y="79300"/>
                    <a:pt x="6100" y="77897"/>
                  </a:cubicBezTo>
                  <a:lnTo>
                    <a:pt x="6100" y="37448"/>
                  </a:lnTo>
                  <a:cubicBezTo>
                    <a:pt x="16930" y="36046"/>
                    <a:pt x="25509" y="27467"/>
                    <a:pt x="26879" y="16669"/>
                  </a:cubicBezTo>
                  <a:close/>
                  <a:moveTo>
                    <a:pt x="79887" y="6101"/>
                  </a:moveTo>
                  <a:cubicBezTo>
                    <a:pt x="82627" y="6101"/>
                    <a:pt x="84845" y="8319"/>
                    <a:pt x="84845" y="11059"/>
                  </a:cubicBezTo>
                  <a:lnTo>
                    <a:pt x="84845" y="13603"/>
                  </a:lnTo>
                  <a:cubicBezTo>
                    <a:pt x="84845" y="14941"/>
                    <a:pt x="85726" y="16115"/>
                    <a:pt x="86965" y="16506"/>
                  </a:cubicBezTo>
                  <a:cubicBezTo>
                    <a:pt x="92576" y="18300"/>
                    <a:pt x="97240" y="21921"/>
                    <a:pt x="100176" y="26782"/>
                  </a:cubicBezTo>
                  <a:cubicBezTo>
                    <a:pt x="101579" y="29130"/>
                    <a:pt x="100829" y="32164"/>
                    <a:pt x="98480" y="33566"/>
                  </a:cubicBezTo>
                  <a:cubicBezTo>
                    <a:pt x="97680" y="34044"/>
                    <a:pt x="96796" y="34272"/>
                    <a:pt x="95924" y="34272"/>
                  </a:cubicBezTo>
                  <a:cubicBezTo>
                    <a:pt x="94235" y="34272"/>
                    <a:pt x="92587" y="33419"/>
                    <a:pt x="91662" y="31870"/>
                  </a:cubicBezTo>
                  <a:cubicBezTo>
                    <a:pt x="89151" y="27695"/>
                    <a:pt x="84747" y="25216"/>
                    <a:pt x="79887" y="25216"/>
                  </a:cubicBezTo>
                  <a:cubicBezTo>
                    <a:pt x="72319" y="25216"/>
                    <a:pt x="66154" y="31381"/>
                    <a:pt x="66154" y="38949"/>
                  </a:cubicBezTo>
                  <a:cubicBezTo>
                    <a:pt x="66154" y="46517"/>
                    <a:pt x="72319" y="52682"/>
                    <a:pt x="79887" y="52682"/>
                  </a:cubicBezTo>
                  <a:cubicBezTo>
                    <a:pt x="92935" y="52682"/>
                    <a:pt x="103536" y="63283"/>
                    <a:pt x="103536" y="76331"/>
                  </a:cubicBezTo>
                  <a:cubicBezTo>
                    <a:pt x="103536" y="86672"/>
                    <a:pt x="96882" y="95707"/>
                    <a:pt x="86965" y="98839"/>
                  </a:cubicBezTo>
                  <a:cubicBezTo>
                    <a:pt x="85693" y="99263"/>
                    <a:pt x="84845" y="100437"/>
                    <a:pt x="84845" y="101742"/>
                  </a:cubicBezTo>
                  <a:lnTo>
                    <a:pt x="84845" y="104286"/>
                  </a:lnTo>
                  <a:cubicBezTo>
                    <a:pt x="84845" y="107026"/>
                    <a:pt x="82627" y="109245"/>
                    <a:pt x="79887" y="109245"/>
                  </a:cubicBezTo>
                  <a:cubicBezTo>
                    <a:pt x="77147" y="109245"/>
                    <a:pt x="74928" y="107026"/>
                    <a:pt x="74928" y="104286"/>
                  </a:cubicBezTo>
                  <a:lnTo>
                    <a:pt x="74928" y="101742"/>
                  </a:lnTo>
                  <a:cubicBezTo>
                    <a:pt x="74928" y="100437"/>
                    <a:pt x="74048" y="99230"/>
                    <a:pt x="72775" y="98839"/>
                  </a:cubicBezTo>
                  <a:cubicBezTo>
                    <a:pt x="67230" y="97045"/>
                    <a:pt x="62533" y="93391"/>
                    <a:pt x="59597" y="88498"/>
                  </a:cubicBezTo>
                  <a:cubicBezTo>
                    <a:pt x="58194" y="86182"/>
                    <a:pt x="58945" y="83116"/>
                    <a:pt x="61293" y="81713"/>
                  </a:cubicBezTo>
                  <a:cubicBezTo>
                    <a:pt x="62093" y="81235"/>
                    <a:pt x="62973" y="81007"/>
                    <a:pt x="63842" y="81007"/>
                  </a:cubicBezTo>
                  <a:cubicBezTo>
                    <a:pt x="65524" y="81007"/>
                    <a:pt x="67165" y="81861"/>
                    <a:pt x="68111" y="83410"/>
                  </a:cubicBezTo>
                  <a:cubicBezTo>
                    <a:pt x="70623" y="87585"/>
                    <a:pt x="75026" y="90064"/>
                    <a:pt x="79887" y="90064"/>
                  </a:cubicBezTo>
                  <a:cubicBezTo>
                    <a:pt x="87454" y="90064"/>
                    <a:pt x="93620" y="83899"/>
                    <a:pt x="93620" y="76331"/>
                  </a:cubicBezTo>
                  <a:cubicBezTo>
                    <a:pt x="93620" y="68763"/>
                    <a:pt x="87454" y="62598"/>
                    <a:pt x="79887" y="62598"/>
                  </a:cubicBezTo>
                  <a:cubicBezTo>
                    <a:pt x="66839" y="62598"/>
                    <a:pt x="56237" y="51997"/>
                    <a:pt x="56237" y="38949"/>
                  </a:cubicBezTo>
                  <a:cubicBezTo>
                    <a:pt x="56237" y="28902"/>
                    <a:pt x="62565" y="19736"/>
                    <a:pt x="72775" y="16506"/>
                  </a:cubicBezTo>
                  <a:cubicBezTo>
                    <a:pt x="74015" y="16147"/>
                    <a:pt x="74928" y="14941"/>
                    <a:pt x="74928" y="13603"/>
                  </a:cubicBezTo>
                  <a:lnTo>
                    <a:pt x="74928" y="11059"/>
                  </a:lnTo>
                  <a:cubicBezTo>
                    <a:pt x="74928" y="8319"/>
                    <a:pt x="77147" y="6101"/>
                    <a:pt x="79887" y="6101"/>
                  </a:cubicBezTo>
                  <a:close/>
                  <a:moveTo>
                    <a:pt x="79887" y="1"/>
                  </a:moveTo>
                  <a:cubicBezTo>
                    <a:pt x="73950" y="1"/>
                    <a:pt x="69089" y="4665"/>
                    <a:pt x="68828" y="10537"/>
                  </a:cubicBezTo>
                  <a:lnTo>
                    <a:pt x="24009" y="10537"/>
                  </a:lnTo>
                  <a:cubicBezTo>
                    <a:pt x="22345" y="10537"/>
                    <a:pt x="20975" y="11907"/>
                    <a:pt x="20975" y="13603"/>
                  </a:cubicBezTo>
                  <a:cubicBezTo>
                    <a:pt x="20975" y="23487"/>
                    <a:pt x="12918" y="31511"/>
                    <a:pt x="3067" y="31511"/>
                  </a:cubicBezTo>
                  <a:cubicBezTo>
                    <a:pt x="1371" y="31511"/>
                    <a:pt x="1" y="32881"/>
                    <a:pt x="1" y="34578"/>
                  </a:cubicBezTo>
                  <a:lnTo>
                    <a:pt x="1" y="80767"/>
                  </a:lnTo>
                  <a:cubicBezTo>
                    <a:pt x="1" y="82464"/>
                    <a:pt x="1371" y="83834"/>
                    <a:pt x="3067" y="83834"/>
                  </a:cubicBezTo>
                  <a:cubicBezTo>
                    <a:pt x="12918" y="83834"/>
                    <a:pt x="20975" y="91858"/>
                    <a:pt x="20975" y="101742"/>
                  </a:cubicBezTo>
                  <a:cubicBezTo>
                    <a:pt x="20975" y="103438"/>
                    <a:pt x="22345" y="104808"/>
                    <a:pt x="24009" y="104808"/>
                  </a:cubicBezTo>
                  <a:lnTo>
                    <a:pt x="68828" y="104808"/>
                  </a:lnTo>
                  <a:cubicBezTo>
                    <a:pt x="69089" y="110680"/>
                    <a:pt x="73950" y="115344"/>
                    <a:pt x="79887" y="115344"/>
                  </a:cubicBezTo>
                  <a:cubicBezTo>
                    <a:pt x="85823" y="115344"/>
                    <a:pt x="90684" y="110680"/>
                    <a:pt x="90945" y="104808"/>
                  </a:cubicBezTo>
                  <a:lnTo>
                    <a:pt x="135732" y="104808"/>
                  </a:lnTo>
                  <a:cubicBezTo>
                    <a:pt x="137428" y="104808"/>
                    <a:pt x="138798" y="103438"/>
                    <a:pt x="138798" y="101742"/>
                  </a:cubicBezTo>
                  <a:cubicBezTo>
                    <a:pt x="138798" y="98643"/>
                    <a:pt x="139581" y="95707"/>
                    <a:pt x="141081" y="93032"/>
                  </a:cubicBezTo>
                  <a:cubicBezTo>
                    <a:pt x="141897" y="91532"/>
                    <a:pt x="141375" y="89673"/>
                    <a:pt x="139907" y="88857"/>
                  </a:cubicBezTo>
                  <a:cubicBezTo>
                    <a:pt x="139434" y="88600"/>
                    <a:pt x="138925" y="88479"/>
                    <a:pt x="138424" y="88479"/>
                  </a:cubicBezTo>
                  <a:cubicBezTo>
                    <a:pt x="137338" y="88479"/>
                    <a:pt x="136290" y="89049"/>
                    <a:pt x="135732" y="90031"/>
                  </a:cubicBezTo>
                  <a:cubicBezTo>
                    <a:pt x="134231" y="92739"/>
                    <a:pt x="133285" y="95642"/>
                    <a:pt x="132894" y="98676"/>
                  </a:cubicBezTo>
                  <a:lnTo>
                    <a:pt x="99491" y="98676"/>
                  </a:lnTo>
                  <a:cubicBezTo>
                    <a:pt x="105819" y="93196"/>
                    <a:pt x="109636" y="85138"/>
                    <a:pt x="109636" y="76331"/>
                  </a:cubicBezTo>
                  <a:cubicBezTo>
                    <a:pt x="109636" y="59923"/>
                    <a:pt x="96294" y="46582"/>
                    <a:pt x="79887" y="46582"/>
                  </a:cubicBezTo>
                  <a:cubicBezTo>
                    <a:pt x="75679" y="46582"/>
                    <a:pt x="72254" y="43157"/>
                    <a:pt x="72254" y="38949"/>
                  </a:cubicBezTo>
                  <a:cubicBezTo>
                    <a:pt x="72254" y="34741"/>
                    <a:pt x="75679" y="31316"/>
                    <a:pt x="79887" y="31316"/>
                  </a:cubicBezTo>
                  <a:cubicBezTo>
                    <a:pt x="82594" y="31316"/>
                    <a:pt x="85041" y="32718"/>
                    <a:pt x="86443" y="35034"/>
                  </a:cubicBezTo>
                  <a:cubicBezTo>
                    <a:pt x="88510" y="38479"/>
                    <a:pt x="92183" y="40389"/>
                    <a:pt x="95942" y="40389"/>
                  </a:cubicBezTo>
                  <a:cubicBezTo>
                    <a:pt x="97878" y="40389"/>
                    <a:pt x="99837" y="39883"/>
                    <a:pt x="101611" y="38818"/>
                  </a:cubicBezTo>
                  <a:cubicBezTo>
                    <a:pt x="106863" y="35687"/>
                    <a:pt x="108559" y="28869"/>
                    <a:pt x="105395" y="23617"/>
                  </a:cubicBezTo>
                  <a:cubicBezTo>
                    <a:pt x="103830" y="21008"/>
                    <a:pt x="101840" y="18659"/>
                    <a:pt x="99524" y="16669"/>
                  </a:cubicBezTo>
                  <a:lnTo>
                    <a:pt x="132894" y="16669"/>
                  </a:lnTo>
                  <a:cubicBezTo>
                    <a:pt x="134264" y="27499"/>
                    <a:pt x="142843" y="36046"/>
                    <a:pt x="153673" y="37448"/>
                  </a:cubicBezTo>
                  <a:lnTo>
                    <a:pt x="153673" y="77897"/>
                  </a:lnTo>
                  <a:cubicBezTo>
                    <a:pt x="150835" y="78256"/>
                    <a:pt x="148160" y="79104"/>
                    <a:pt x="145648" y="80409"/>
                  </a:cubicBezTo>
                  <a:cubicBezTo>
                    <a:pt x="144148" y="81191"/>
                    <a:pt x="143561" y="83018"/>
                    <a:pt x="144343" y="84551"/>
                  </a:cubicBezTo>
                  <a:cubicBezTo>
                    <a:pt x="144886" y="85592"/>
                    <a:pt x="145947" y="86178"/>
                    <a:pt x="147036" y="86178"/>
                  </a:cubicBezTo>
                  <a:cubicBezTo>
                    <a:pt x="147517" y="86178"/>
                    <a:pt x="148004" y="86063"/>
                    <a:pt x="148454" y="85823"/>
                  </a:cubicBezTo>
                  <a:cubicBezTo>
                    <a:pt x="151030" y="84519"/>
                    <a:pt x="153803" y="83834"/>
                    <a:pt x="156706" y="83834"/>
                  </a:cubicBezTo>
                  <a:cubicBezTo>
                    <a:pt x="158403" y="83834"/>
                    <a:pt x="159773" y="82464"/>
                    <a:pt x="159773" y="80767"/>
                  </a:cubicBezTo>
                  <a:lnTo>
                    <a:pt x="159773" y="34578"/>
                  </a:lnTo>
                  <a:cubicBezTo>
                    <a:pt x="159773" y="32881"/>
                    <a:pt x="158403" y="31511"/>
                    <a:pt x="156706" y="31511"/>
                  </a:cubicBezTo>
                  <a:cubicBezTo>
                    <a:pt x="146855" y="31511"/>
                    <a:pt x="138798" y="23520"/>
                    <a:pt x="138798" y="13603"/>
                  </a:cubicBezTo>
                  <a:cubicBezTo>
                    <a:pt x="138798" y="11939"/>
                    <a:pt x="137461" y="10537"/>
                    <a:pt x="135732" y="10537"/>
                  </a:cubicBezTo>
                  <a:lnTo>
                    <a:pt x="90945" y="10537"/>
                  </a:lnTo>
                  <a:cubicBezTo>
                    <a:pt x="90684" y="4665"/>
                    <a:pt x="85823" y="1"/>
                    <a:pt x="798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0" name="Google Shape;920;p38"/>
          <p:cNvSpPr/>
          <p:nvPr/>
        </p:nvSpPr>
        <p:spPr>
          <a:xfrm rot="5400000">
            <a:off x="1575774" y="2470995"/>
            <a:ext cx="111900" cy="87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8"/>
          <p:cNvSpPr/>
          <p:nvPr/>
        </p:nvSpPr>
        <p:spPr>
          <a:xfrm rot="10800000">
            <a:off x="3501001" y="3627330"/>
            <a:ext cx="111300" cy="73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38"/>
          <p:cNvSpPr/>
          <p:nvPr/>
        </p:nvSpPr>
        <p:spPr>
          <a:xfrm rot="5400000">
            <a:off x="7520976" y="2645316"/>
            <a:ext cx="111900" cy="87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6D8F0682-1170-BC7C-C4B0-B3440460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">
            <a:extLst>
              <a:ext uri="{FF2B5EF4-FFF2-40B4-BE49-F238E27FC236}">
                <a16:creationId xmlns:a16="http://schemas.microsoft.com/office/drawing/2014/main" id="{CBC4D96D-CDE1-71E9-2B2F-7F09027BF4B3}"/>
              </a:ext>
            </a:extLst>
          </p:cNvPr>
          <p:cNvSpPr/>
          <p:nvPr/>
        </p:nvSpPr>
        <p:spPr>
          <a:xfrm>
            <a:off x="4199925" y="1405574"/>
            <a:ext cx="484800" cy="484800"/>
          </a:xfrm>
          <a:prstGeom prst="roundRect">
            <a:avLst>
              <a:gd name="adj" fmla="val 39242"/>
            </a:avLst>
          </a:prstGeom>
          <a:solidFill>
            <a:srgbClr val="DE8C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1">
            <a:extLst>
              <a:ext uri="{FF2B5EF4-FFF2-40B4-BE49-F238E27FC236}">
                <a16:creationId xmlns:a16="http://schemas.microsoft.com/office/drawing/2014/main" id="{995691DB-3645-DA47-27F2-0B1B79F92E7A}"/>
              </a:ext>
            </a:extLst>
          </p:cNvPr>
          <p:cNvSpPr/>
          <p:nvPr/>
        </p:nvSpPr>
        <p:spPr>
          <a:xfrm>
            <a:off x="5287326" y="2522430"/>
            <a:ext cx="337208" cy="215395"/>
          </a:xfrm>
          <a:custGeom>
            <a:avLst/>
            <a:gdLst/>
            <a:ahLst/>
            <a:cxnLst/>
            <a:rect l="l" t="t" r="r" b="b"/>
            <a:pathLst>
              <a:path w="13716" h="8763" extrusionOk="0">
                <a:moveTo>
                  <a:pt x="13716" y="8763"/>
                </a:moveTo>
                <a:lnTo>
                  <a:pt x="0" y="8763"/>
                </a:lnTo>
                <a:lnTo>
                  <a:pt x="571" y="3620"/>
                </a:lnTo>
                <a:lnTo>
                  <a:pt x="3715" y="0"/>
                </a:lnTo>
                <a:lnTo>
                  <a:pt x="13144" y="0"/>
                </a:lnTo>
                <a:close/>
              </a:path>
            </a:pathLst>
          </a:custGeom>
          <a:solidFill>
            <a:srgbClr val="DE8C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Google Shape;502;p31">
            <a:extLst>
              <a:ext uri="{FF2B5EF4-FFF2-40B4-BE49-F238E27FC236}">
                <a16:creationId xmlns:a16="http://schemas.microsoft.com/office/drawing/2014/main" id="{6C77F1A4-B17A-99CC-C3BF-93ADC622F75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36600" y="2390375"/>
            <a:ext cx="727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&amp; Observations</a:t>
            </a:r>
            <a:endParaRPr dirty="0"/>
          </a:p>
        </p:txBody>
      </p:sp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0CD8A97E-2CB9-D5BA-FD64-707186D27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1400" y="1227075"/>
            <a:ext cx="17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505" name="Google Shape;505;p31">
            <a:extLst>
              <a:ext uri="{FF2B5EF4-FFF2-40B4-BE49-F238E27FC236}">
                <a16:creationId xmlns:a16="http://schemas.microsoft.com/office/drawing/2014/main" id="{7478D41F-83F7-A92F-34DC-16CE5439169E}"/>
              </a:ext>
            </a:extLst>
          </p:cNvPr>
          <p:cNvGrpSpPr/>
          <p:nvPr/>
        </p:nvGrpSpPr>
        <p:grpSpPr>
          <a:xfrm flipH="1">
            <a:off x="284" y="2590428"/>
            <a:ext cx="2580834" cy="2559381"/>
            <a:chOff x="-761089" y="594525"/>
            <a:chExt cx="5186563" cy="5143450"/>
          </a:xfrm>
        </p:grpSpPr>
        <p:sp>
          <p:nvSpPr>
            <p:cNvPr id="506" name="Google Shape;506;p31">
              <a:extLst>
                <a:ext uri="{FF2B5EF4-FFF2-40B4-BE49-F238E27FC236}">
                  <a16:creationId xmlns:a16="http://schemas.microsoft.com/office/drawing/2014/main" id="{6437D704-9DFD-512E-322E-62503EE40826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1">
              <a:extLst>
                <a:ext uri="{FF2B5EF4-FFF2-40B4-BE49-F238E27FC236}">
                  <a16:creationId xmlns:a16="http://schemas.microsoft.com/office/drawing/2014/main" id="{1B687651-FA21-0BE6-EF3F-D5874EBFF7FE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1">
              <a:extLst>
                <a:ext uri="{FF2B5EF4-FFF2-40B4-BE49-F238E27FC236}">
                  <a16:creationId xmlns:a16="http://schemas.microsoft.com/office/drawing/2014/main" id="{887884A4-59AA-161B-17B5-5297C3A53245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8AB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1">
              <a:extLst>
                <a:ext uri="{FF2B5EF4-FFF2-40B4-BE49-F238E27FC236}">
                  <a16:creationId xmlns:a16="http://schemas.microsoft.com/office/drawing/2014/main" id="{F18D19EA-CE38-17CD-5130-6BEC91680490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8ABE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C0604EE0-F2D2-B1DC-7040-D03FC698D31D}"/>
              </a:ext>
            </a:extLst>
          </p:cNvPr>
          <p:cNvSpPr/>
          <p:nvPr/>
        </p:nvSpPr>
        <p:spPr>
          <a:xfrm rot="5400000">
            <a:off x="6801934" y="2953025"/>
            <a:ext cx="82800" cy="7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1">
            <a:extLst>
              <a:ext uri="{FF2B5EF4-FFF2-40B4-BE49-F238E27FC236}">
                <a16:creationId xmlns:a16="http://schemas.microsoft.com/office/drawing/2014/main" id="{666D223C-2A3D-E52F-3908-9D98C5433842}"/>
              </a:ext>
            </a:extLst>
          </p:cNvPr>
          <p:cNvSpPr/>
          <p:nvPr/>
        </p:nvSpPr>
        <p:spPr>
          <a:xfrm rot="10800000">
            <a:off x="2737807" y="1541730"/>
            <a:ext cx="87000" cy="98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31">
            <a:extLst>
              <a:ext uri="{FF2B5EF4-FFF2-40B4-BE49-F238E27FC236}">
                <a16:creationId xmlns:a16="http://schemas.microsoft.com/office/drawing/2014/main" id="{1EDB8414-4CB9-BA15-1BCC-76F248A37D78}"/>
              </a:ext>
            </a:extLst>
          </p:cNvPr>
          <p:cNvGrpSpPr/>
          <p:nvPr/>
        </p:nvGrpSpPr>
        <p:grpSpPr>
          <a:xfrm>
            <a:off x="6563159" y="2590428"/>
            <a:ext cx="2580834" cy="2559381"/>
            <a:chOff x="-761089" y="594525"/>
            <a:chExt cx="5186563" cy="5143450"/>
          </a:xfrm>
        </p:grpSpPr>
        <p:sp>
          <p:nvSpPr>
            <p:cNvPr id="513" name="Google Shape;513;p31">
              <a:extLst>
                <a:ext uri="{FF2B5EF4-FFF2-40B4-BE49-F238E27FC236}">
                  <a16:creationId xmlns:a16="http://schemas.microsoft.com/office/drawing/2014/main" id="{0BCD26F9-1822-03F7-987A-4ED770456E41}"/>
                </a:ext>
              </a:extLst>
            </p:cNvPr>
            <p:cNvSpPr/>
            <p:nvPr/>
          </p:nvSpPr>
          <p:spPr>
            <a:xfrm>
              <a:off x="2726750" y="594525"/>
              <a:ext cx="1698400" cy="4321525"/>
            </a:xfrm>
            <a:custGeom>
              <a:avLst/>
              <a:gdLst/>
              <a:ahLst/>
              <a:cxnLst/>
              <a:rect l="l" t="t" r="r" b="b"/>
              <a:pathLst>
                <a:path w="67936" h="172861" extrusionOk="0">
                  <a:moveTo>
                    <a:pt x="67935" y="0"/>
                  </a:moveTo>
                  <a:lnTo>
                    <a:pt x="1" y="22524"/>
                  </a:lnTo>
                  <a:lnTo>
                    <a:pt x="1" y="172860"/>
                  </a:lnTo>
                  <a:lnTo>
                    <a:pt x="67935" y="172860"/>
                  </a:lnTo>
                  <a:lnTo>
                    <a:pt x="67935" y="0"/>
                  </a:ln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1">
              <a:extLst>
                <a:ext uri="{FF2B5EF4-FFF2-40B4-BE49-F238E27FC236}">
                  <a16:creationId xmlns:a16="http://schemas.microsoft.com/office/drawing/2014/main" id="{C275BA4D-3622-20E0-0074-293E9DCF0946}"/>
                </a:ext>
              </a:extLst>
            </p:cNvPr>
            <p:cNvSpPr/>
            <p:nvPr/>
          </p:nvSpPr>
          <p:spPr>
            <a:xfrm>
              <a:off x="-761089" y="2681950"/>
              <a:ext cx="5186563" cy="3056025"/>
            </a:xfrm>
            <a:custGeom>
              <a:avLst/>
              <a:gdLst/>
              <a:ahLst/>
              <a:cxnLst/>
              <a:rect l="l" t="t" r="r" b="b"/>
              <a:pathLst>
                <a:path w="111097" h="89364" extrusionOk="0">
                  <a:moveTo>
                    <a:pt x="84530" y="0"/>
                  </a:moveTo>
                  <a:lnTo>
                    <a:pt x="84530" y="13678"/>
                  </a:lnTo>
                  <a:lnTo>
                    <a:pt x="67630" y="13678"/>
                  </a:lnTo>
                  <a:lnTo>
                    <a:pt x="67630" y="28998"/>
                  </a:lnTo>
                  <a:lnTo>
                    <a:pt x="50730" y="28998"/>
                  </a:lnTo>
                  <a:lnTo>
                    <a:pt x="50730" y="45107"/>
                  </a:lnTo>
                  <a:lnTo>
                    <a:pt x="33830" y="45107"/>
                  </a:lnTo>
                  <a:lnTo>
                    <a:pt x="33830" y="59575"/>
                  </a:lnTo>
                  <a:lnTo>
                    <a:pt x="16110" y="59575"/>
                  </a:lnTo>
                  <a:lnTo>
                    <a:pt x="16110" y="73253"/>
                  </a:lnTo>
                  <a:lnTo>
                    <a:pt x="0" y="73253"/>
                  </a:lnTo>
                  <a:lnTo>
                    <a:pt x="0" y="89363"/>
                  </a:lnTo>
                  <a:lnTo>
                    <a:pt x="111096" y="89363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1">
              <a:extLst>
                <a:ext uri="{FF2B5EF4-FFF2-40B4-BE49-F238E27FC236}">
                  <a16:creationId xmlns:a16="http://schemas.microsoft.com/office/drawing/2014/main" id="{F8E0CE6D-3ED1-6C18-D72D-305349818F07}"/>
                </a:ext>
              </a:extLst>
            </p:cNvPr>
            <p:cNvSpPr/>
            <p:nvPr/>
          </p:nvSpPr>
          <p:spPr>
            <a:xfrm>
              <a:off x="3315675" y="1561875"/>
              <a:ext cx="427850" cy="826025"/>
            </a:xfrm>
            <a:custGeom>
              <a:avLst/>
              <a:gdLst/>
              <a:ahLst/>
              <a:cxnLst/>
              <a:rect l="l" t="t" r="r" b="b"/>
              <a:pathLst>
                <a:path w="17114" h="33041" extrusionOk="0">
                  <a:moveTo>
                    <a:pt x="8542" y="0"/>
                  </a:moveTo>
                  <a:cubicBezTo>
                    <a:pt x="3830" y="0"/>
                    <a:pt x="1" y="3860"/>
                    <a:pt x="1" y="8572"/>
                  </a:cubicBezTo>
                  <a:lnTo>
                    <a:pt x="1" y="33040"/>
                  </a:lnTo>
                  <a:lnTo>
                    <a:pt x="17113" y="30760"/>
                  </a:lnTo>
                  <a:lnTo>
                    <a:pt x="17113" y="8572"/>
                  </a:lnTo>
                  <a:cubicBezTo>
                    <a:pt x="17113" y="3860"/>
                    <a:pt x="13253" y="0"/>
                    <a:pt x="8542" y="0"/>
                  </a:cubicBezTo>
                  <a:close/>
                </a:path>
              </a:pathLst>
            </a:custGeom>
            <a:solidFill>
              <a:srgbClr val="191919">
                <a:alpha val="18440"/>
              </a:srgbClr>
            </a:solidFill>
            <a:ln w="28575" cap="flat" cmpd="sng">
              <a:solidFill>
                <a:srgbClr val="2E90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1">
              <a:extLst>
                <a:ext uri="{FF2B5EF4-FFF2-40B4-BE49-F238E27FC236}">
                  <a16:creationId xmlns:a16="http://schemas.microsoft.com/office/drawing/2014/main" id="{EE88E5C8-88D8-B4CA-8EC2-7C6F78250816}"/>
                </a:ext>
              </a:extLst>
            </p:cNvPr>
            <p:cNvSpPr/>
            <p:nvPr/>
          </p:nvSpPr>
          <p:spPr>
            <a:xfrm>
              <a:off x="3314275" y="1559175"/>
              <a:ext cx="337184" cy="832964"/>
            </a:xfrm>
            <a:custGeom>
              <a:avLst/>
              <a:gdLst/>
              <a:ahLst/>
              <a:cxnLst/>
              <a:rect l="l" t="t" r="r" b="b"/>
              <a:pathLst>
                <a:path w="13375" h="33041" extrusionOk="0">
                  <a:moveTo>
                    <a:pt x="8542" y="0"/>
                  </a:moveTo>
                  <a:cubicBezTo>
                    <a:pt x="3830" y="0"/>
                    <a:pt x="1" y="3861"/>
                    <a:pt x="1" y="8572"/>
                  </a:cubicBezTo>
                  <a:lnTo>
                    <a:pt x="1" y="33040"/>
                  </a:lnTo>
                  <a:lnTo>
                    <a:pt x="2615" y="32706"/>
                  </a:lnTo>
                  <a:lnTo>
                    <a:pt x="2615" y="9757"/>
                  </a:lnTo>
                  <a:cubicBezTo>
                    <a:pt x="2615" y="5016"/>
                    <a:pt x="6475" y="1186"/>
                    <a:pt x="11186" y="1186"/>
                  </a:cubicBezTo>
                  <a:cubicBezTo>
                    <a:pt x="11946" y="1186"/>
                    <a:pt x="12645" y="1307"/>
                    <a:pt x="13375" y="1490"/>
                  </a:cubicBezTo>
                  <a:cubicBezTo>
                    <a:pt x="12007" y="548"/>
                    <a:pt x="10335" y="0"/>
                    <a:pt x="8542" y="0"/>
                  </a:cubicBezTo>
                  <a:close/>
                </a:path>
              </a:pathLst>
            </a:custGeom>
            <a:solidFill>
              <a:srgbClr val="1E6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99425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0A58981-7764-56C5-182A-15B32FEBF162}"/>
              </a:ext>
            </a:extLst>
          </p:cNvPr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1EB926FE-3883-3760-EF64-7514D3897680}"/>
              </a:ext>
            </a:extLst>
          </p:cNvPr>
          <p:cNvSpPr txBox="1">
            <a:spLocks/>
          </p:cNvSpPr>
          <p:nvPr/>
        </p:nvSpPr>
        <p:spPr>
          <a:xfrm>
            <a:off x="1664748" y="1954676"/>
            <a:ext cx="1935343" cy="47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r>
              <a:rPr lang="en-US" sz="1400" dirty="0"/>
              <a:t>Key Results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41C8BEAD-65BB-3E21-DA47-BE2C2C163345}"/>
              </a:ext>
            </a:extLst>
          </p:cNvPr>
          <p:cNvSpPr txBox="1">
            <a:spLocks/>
          </p:cNvSpPr>
          <p:nvPr/>
        </p:nvSpPr>
        <p:spPr>
          <a:xfrm>
            <a:off x="3604328" y="2571750"/>
            <a:ext cx="1935343" cy="47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r>
              <a:rPr lang="en-US" sz="1400" dirty="0"/>
              <a:t>Human vs  AI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DA45527F-E684-F9C6-1845-8A390457ECF5}"/>
              </a:ext>
            </a:extLst>
          </p:cNvPr>
          <p:cNvSpPr txBox="1">
            <a:spLocks/>
          </p:cNvSpPr>
          <p:nvPr/>
        </p:nvSpPr>
        <p:spPr>
          <a:xfrm>
            <a:off x="5606696" y="1954675"/>
            <a:ext cx="1935343" cy="47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r>
              <a:rPr lang="en-US" sz="1400" dirty="0"/>
              <a:t>User Engagement Observations</a:t>
            </a:r>
            <a:endParaRPr lang="en-US" sz="2400" dirty="0"/>
          </a:p>
        </p:txBody>
      </p:sp>
      <p:sp>
        <p:nvSpPr>
          <p:cNvPr id="17" name="Google Shape;805;p37">
            <a:extLst>
              <a:ext uri="{FF2B5EF4-FFF2-40B4-BE49-F238E27FC236}">
                <a16:creationId xmlns:a16="http://schemas.microsoft.com/office/drawing/2014/main" id="{BEBBC435-28A9-928A-993E-AC6B08BA0F81}"/>
              </a:ext>
            </a:extLst>
          </p:cNvPr>
          <p:cNvSpPr txBox="1">
            <a:spLocks/>
          </p:cNvSpPr>
          <p:nvPr/>
        </p:nvSpPr>
        <p:spPr>
          <a:xfrm>
            <a:off x="1429354" y="2336802"/>
            <a:ext cx="240613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game successfully demonstrated how humans and AI interpret sentiment differently.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AI performed very well on clear positive and negative reviews.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Human players did better on: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Sarcasm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Emotional text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Mixed or ambiguous sentences</a:t>
            </a:r>
          </a:p>
        </p:txBody>
      </p:sp>
      <p:sp>
        <p:nvSpPr>
          <p:cNvPr id="18" name="Google Shape;805;p37">
            <a:extLst>
              <a:ext uri="{FF2B5EF4-FFF2-40B4-BE49-F238E27FC236}">
                <a16:creationId xmlns:a16="http://schemas.microsoft.com/office/drawing/2014/main" id="{83C5A708-4E36-E207-3143-D07A88426250}"/>
              </a:ext>
            </a:extLst>
          </p:cNvPr>
          <p:cNvSpPr txBox="1">
            <a:spLocks/>
          </p:cNvSpPr>
          <p:nvPr/>
        </p:nvSpPr>
        <p:spPr>
          <a:xfrm>
            <a:off x="3600091" y="1083218"/>
            <a:ext cx="240613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AI matched the true sentiment label consistently when polarity was clear.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Humans showed strength in understanding: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Context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Tone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Real-world meaning</a:t>
            </a:r>
          </a:p>
        </p:txBody>
      </p:sp>
      <p:sp>
        <p:nvSpPr>
          <p:cNvPr id="19" name="Google Shape;805;p37">
            <a:extLst>
              <a:ext uri="{FF2B5EF4-FFF2-40B4-BE49-F238E27FC236}">
                <a16:creationId xmlns:a16="http://schemas.microsoft.com/office/drawing/2014/main" id="{74350F35-D749-EEC1-8CD7-9C4856689EF3}"/>
              </a:ext>
            </a:extLst>
          </p:cNvPr>
          <p:cNvSpPr txBox="1">
            <a:spLocks/>
          </p:cNvSpPr>
          <p:nvPr/>
        </p:nvSpPr>
        <p:spPr>
          <a:xfrm>
            <a:off x="5606696" y="2529568"/>
            <a:ext cx="240613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game format made NLP concepts easy for anyone to understand.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Real-time feedback (scores, agreements, predictions) increased engagement.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restart feature enabled multiple rounds and captured different outcomes.</a:t>
            </a:r>
          </a:p>
        </p:txBody>
      </p:sp>
    </p:spTree>
    <p:extLst>
      <p:ext uri="{BB962C8B-B14F-4D97-AF65-F5344CB8AC3E}">
        <p14:creationId xmlns:p14="http://schemas.microsoft.com/office/powerpoint/2010/main" val="3172429586"/>
      </p:ext>
    </p:extLst>
  </p:cSld>
  <p:clrMapOvr>
    <a:masterClrMapping/>
  </p:clrMapOvr>
</p:sld>
</file>

<file path=ppt/theme/theme1.xml><?xml version="1.0" encoding="utf-8"?>
<a:theme xmlns:a="http://schemas.openxmlformats.org/drawingml/2006/main" name="The Calamari Game Minitheme by Slidesgo">
  <a:themeElements>
    <a:clrScheme name="Simple Light">
      <a:dk1>
        <a:srgbClr val="070E36"/>
      </a:dk1>
      <a:lt1>
        <a:srgbClr val="FFFFFF"/>
      </a:lt1>
      <a:dk2>
        <a:srgbClr val="FCB0B6"/>
      </a:dk2>
      <a:lt2>
        <a:srgbClr val="DE8C93"/>
      </a:lt2>
      <a:accent1>
        <a:srgbClr val="C1F1A1"/>
      </a:accent1>
      <a:accent2>
        <a:srgbClr val="FF9122"/>
      </a:accent2>
      <a:accent3>
        <a:srgbClr val="47BCD5"/>
      </a:accent3>
      <a:accent4>
        <a:srgbClr val="04797C"/>
      </a:accent4>
      <a:accent5>
        <a:srgbClr val="2D2929"/>
      </a:accent5>
      <a:accent6>
        <a:srgbClr val="FFC800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Macintosh PowerPoint</Application>
  <PresentationFormat>On-screen Show (16:9)</PresentationFormat>
  <Paragraphs>120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Bebas Neue</vt:lpstr>
      <vt:lpstr>Audiowide</vt:lpstr>
      <vt:lpstr>Anaheim</vt:lpstr>
      <vt:lpstr>Avenir Book</vt:lpstr>
      <vt:lpstr>Optima</vt:lpstr>
      <vt:lpstr>The Calamari Game Minitheme by Slidesgo</vt:lpstr>
      <vt:lpstr>AI vs Human — Interactive Sentiment Guessing Game</vt:lpstr>
      <vt:lpstr>THE GAMES</vt:lpstr>
      <vt:lpstr>Introduction</vt:lpstr>
      <vt:lpstr>THE PLAYERS</vt:lpstr>
      <vt:lpstr>Objective</vt:lpstr>
      <vt:lpstr>ARE YOU READY?</vt:lpstr>
      <vt:lpstr>ORDER</vt:lpstr>
      <vt:lpstr>ORDER</vt:lpstr>
      <vt:lpstr>Workflow</vt:lpstr>
      <vt:lpstr>Workflow</vt:lpstr>
      <vt:lpstr>Machine Learning</vt:lpstr>
      <vt:lpstr>WHO IS WHO</vt:lpstr>
      <vt:lpstr>WHO IS WHO</vt:lpstr>
      <vt:lpstr>GAME</vt:lpstr>
      <vt:lpstr>Let’s Play</vt:lpstr>
      <vt:lpstr>Results &amp; Observations</vt:lpstr>
      <vt:lpstr>Observations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vs Human — Interactive Sentiment Guessing Game</dc:title>
  <cp:lastModifiedBy>Panta, Venkatesh</cp:lastModifiedBy>
  <cp:revision>1</cp:revision>
  <dcterms:modified xsi:type="dcterms:W3CDTF">2025-11-19T02:51:07Z</dcterms:modified>
</cp:coreProperties>
</file>